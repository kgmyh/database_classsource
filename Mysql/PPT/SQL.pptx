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256" r:id="rId2"/>
    <p:sldId id="308" r:id="rId3"/>
    <p:sldId id="258" r:id="rId4"/>
    <p:sldId id="313" r:id="rId5"/>
    <p:sldId id="316" r:id="rId6"/>
    <p:sldId id="315" r:id="rId7"/>
    <p:sldId id="314" r:id="rId8"/>
    <p:sldId id="317" r:id="rId9"/>
    <p:sldId id="260" r:id="rId10"/>
    <p:sldId id="324" r:id="rId11"/>
    <p:sldId id="307" r:id="rId12"/>
    <p:sldId id="335" r:id="rId13"/>
    <p:sldId id="261" r:id="rId14"/>
    <p:sldId id="323" r:id="rId15"/>
    <p:sldId id="262" r:id="rId16"/>
    <p:sldId id="336" r:id="rId17"/>
    <p:sldId id="263" r:id="rId18"/>
    <p:sldId id="337" r:id="rId19"/>
    <p:sldId id="267" r:id="rId20"/>
    <p:sldId id="268" r:id="rId21"/>
    <p:sldId id="269" r:id="rId22"/>
    <p:sldId id="325" r:id="rId23"/>
    <p:sldId id="270" r:id="rId24"/>
    <p:sldId id="271" r:id="rId25"/>
    <p:sldId id="272" r:id="rId26"/>
    <p:sldId id="306" r:id="rId27"/>
    <p:sldId id="318" r:id="rId28"/>
    <p:sldId id="273" r:id="rId29"/>
    <p:sldId id="327" r:id="rId30"/>
    <p:sldId id="334" r:id="rId31"/>
    <p:sldId id="338" r:id="rId32"/>
    <p:sldId id="339" r:id="rId33"/>
    <p:sldId id="304" r:id="rId34"/>
    <p:sldId id="340" r:id="rId35"/>
    <p:sldId id="341" r:id="rId36"/>
    <p:sldId id="275" r:id="rId37"/>
    <p:sldId id="305" r:id="rId38"/>
    <p:sldId id="342" r:id="rId39"/>
    <p:sldId id="343" r:id="rId40"/>
    <p:sldId id="344" r:id="rId41"/>
    <p:sldId id="345" r:id="rId42"/>
    <p:sldId id="326" r:id="rId43"/>
    <p:sldId id="346" r:id="rId44"/>
    <p:sldId id="328" r:id="rId45"/>
    <p:sldId id="319" r:id="rId46"/>
    <p:sldId id="320" r:id="rId47"/>
    <p:sldId id="347" r:id="rId48"/>
    <p:sldId id="321" r:id="rId49"/>
    <p:sldId id="348" r:id="rId50"/>
    <p:sldId id="349" r:id="rId51"/>
    <p:sldId id="277" r:id="rId52"/>
    <p:sldId id="280" r:id="rId53"/>
    <p:sldId id="350" r:id="rId54"/>
    <p:sldId id="351" r:id="rId55"/>
    <p:sldId id="352" r:id="rId56"/>
    <p:sldId id="329" r:id="rId57"/>
    <p:sldId id="281" r:id="rId58"/>
    <p:sldId id="282" r:id="rId59"/>
    <p:sldId id="283" r:id="rId60"/>
    <p:sldId id="332" r:id="rId61"/>
    <p:sldId id="331" r:id="rId62"/>
    <p:sldId id="333" r:id="rId63"/>
  </p:sldIdLst>
  <p:sldSz cx="12188825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맑은 고딕" pitchFamily="3" charset="-127"/>
        <a:ea typeface="맑은 고딕" pitchFamily="3" charset="-127"/>
        <a:cs typeface="맑은 고딕" pitchFamily="3" charset="-127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="smNativeData" xmlns:pr="smNativeData" xmlns:p15="http://schemas.microsoft.com/office/powerpoint/2012/main" xmlns:p14="http://schemas.microsoft.com/office/powerpoint/2010/main" xmlns:mc="http://schemas.openxmlformats.org/markup-compatibility/2006" dt="1693816738" val="1066" revOS="4"/>
      <pr:smFileRevision xmlns="smNativeData" xmlns:pr="smNativeData" xmlns:p15="http://schemas.microsoft.com/office/powerpoint/2012/main" xmlns:p14="http://schemas.microsoft.com/office/powerpoint/2010/main" xmlns:mc="http://schemas.openxmlformats.org/markup-compatibility/2006" dt="1693816738" val="0"/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693816738" snapToGrid="1" snapToBorders="1" snapToGuides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BC83D-7280-9721-9911-F0B6649E69E5}" v="1357" dt="2024-10-01T15:12:50.453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94" d="100"/>
          <a:sy n="94" d="100"/>
        </p:scale>
        <p:origin x="383" y="32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howGuides="1">
      <p:cViewPr>
        <p:scale>
          <a:sx n="94" d="100"/>
          <a:sy n="94" d="100"/>
        </p:scale>
        <p:origin x="383" y="32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보현" userId="S::kgmyh@tunjone.goe.go.kr::76ed1e6d-33d6-4143-8644-b09f53f9822f" providerId="AD" clId="Web-{D872B85D-5E63-2255-0269-DC463CB1C7AF}"/>
    <pc:docChg chg="modSld">
      <pc:chgData name="김보현" userId="S::kgmyh@tunjone.goe.go.kr::76ed1e6d-33d6-4143-8644-b09f53f9822f" providerId="AD" clId="Web-{D872B85D-5E63-2255-0269-DC463CB1C7AF}" dt="2024-05-01T10:32:00.636" v="1" actId="1076"/>
      <pc:docMkLst>
        <pc:docMk/>
      </pc:docMkLst>
      <pc:sldChg chg="modSp">
        <pc:chgData name="김보현" userId="S::kgmyh@tunjone.goe.go.kr::76ed1e6d-33d6-4143-8644-b09f53f9822f" providerId="AD" clId="Web-{D872B85D-5E63-2255-0269-DC463CB1C7AF}" dt="2024-05-01T10:32:00.636" v="1" actId="1076"/>
        <pc:sldMkLst>
          <pc:docMk/>
          <pc:sldMk cId="0" sldId="348"/>
        </pc:sldMkLst>
        <pc:picChg chg="mod">
          <ac:chgData name="김보현" userId="S::kgmyh@tunjone.goe.go.kr::76ed1e6d-33d6-4143-8644-b09f53f9822f" providerId="AD" clId="Web-{D872B85D-5E63-2255-0269-DC463CB1C7AF}" dt="2024-05-01T10:32:00.636" v="1" actId="1076"/>
          <ac:picMkLst>
            <pc:docMk/>
            <pc:sldMk cId="0" sldId="348"/>
            <ac:picMk id="4" creationId="{00000000-0000-0000-0000-000000000000}"/>
          </ac:picMkLst>
        </pc:picChg>
      </pc:sldChg>
    </pc:docChg>
  </pc:docChgLst>
  <pc:docChgLst>
    <pc:chgData name="김보현" userId="S::kgmyh@tunjone.goe.go.kr::76ed1e6d-33d6-4143-8644-b09f53f9822f" providerId="AD" clId="Web-{FF2E44C7-06C3-E776-0D7F-4885B1A57899}"/>
    <pc:docChg chg="modSld">
      <pc:chgData name="김보현" userId="S::kgmyh@tunjone.goe.go.kr::76ed1e6d-33d6-4143-8644-b09f53f9822f" providerId="AD" clId="Web-{FF2E44C7-06C3-E776-0D7F-4885B1A57899}" dt="2024-03-17T22:00:44.609" v="0" actId="14100"/>
      <pc:docMkLst>
        <pc:docMk/>
      </pc:docMkLst>
      <pc:sldChg chg="modSp">
        <pc:chgData name="김보현" userId="S::kgmyh@tunjone.goe.go.kr::76ed1e6d-33d6-4143-8644-b09f53f9822f" providerId="AD" clId="Web-{FF2E44C7-06C3-E776-0D7F-4885B1A57899}" dt="2024-03-17T22:00:44.609" v="0" actId="14100"/>
        <pc:sldMkLst>
          <pc:docMk/>
          <pc:sldMk cId="0" sldId="336"/>
        </pc:sldMkLst>
        <pc:spChg chg="mod">
          <ac:chgData name="김보현" userId="S::kgmyh@tunjone.goe.go.kr::76ed1e6d-33d6-4143-8644-b09f53f9822f" providerId="AD" clId="Web-{FF2E44C7-06C3-E776-0D7F-4885B1A57899}" dt="2024-03-17T22:00:44.609" v="0" actId="14100"/>
          <ac:spMkLst>
            <pc:docMk/>
            <pc:sldMk cId="0" sldId="336"/>
            <ac:spMk id="3" creationId="{00000000-0000-0000-0000-000000000000}"/>
          </ac:spMkLst>
        </pc:spChg>
      </pc:sldChg>
    </pc:docChg>
  </pc:docChgLst>
  <pc:docChgLst>
    <pc:chgData name="김보현" userId="S::kgmyh@tunjone.goe.go.kr::76ed1e6d-33d6-4143-8644-b09f53f9822f" providerId="AD" clId="Web-{EF1BC83D-7280-9721-9911-F0B6649E69E5}"/>
    <pc:docChg chg="modSld">
      <pc:chgData name="김보현" userId="S::kgmyh@tunjone.goe.go.kr::76ed1e6d-33d6-4143-8644-b09f53f9822f" providerId="AD" clId="Web-{EF1BC83D-7280-9721-9911-F0B6649E69E5}" dt="2024-10-01T15:12:48.250" v="1251" actId="20577"/>
      <pc:docMkLst>
        <pc:docMk/>
      </pc:docMkLst>
      <pc:sldChg chg="modSp">
        <pc:chgData name="김보현" userId="S::kgmyh@tunjone.goe.go.kr::76ed1e6d-33d6-4143-8644-b09f53f9822f" providerId="AD" clId="Web-{EF1BC83D-7280-9721-9911-F0B6649E69E5}" dt="2024-10-01T14:28:09.710" v="933"/>
        <pc:sldMkLst>
          <pc:docMk/>
          <pc:sldMk cId="0" sldId="262"/>
        </pc:sldMkLst>
        <pc:spChg chg="mod">
          <ac:chgData name="김보현" userId="S::kgmyh@tunjone.goe.go.kr::76ed1e6d-33d6-4143-8644-b09f53f9822f" providerId="AD" clId="Web-{EF1BC83D-7280-9721-9911-F0B6649E69E5}" dt="2024-10-01T14:20:52.241" v="736" actId="20577"/>
          <ac:spMkLst>
            <pc:docMk/>
            <pc:sldMk cId="0" sldId="262"/>
            <ac:spMk id="3" creationId="{00000000-0000-0000-0000-000000000000}"/>
          </ac:spMkLst>
        </pc:spChg>
        <pc:graphicFrameChg chg="mod modGraphic">
          <ac:chgData name="김보현" userId="S::kgmyh@tunjone.goe.go.kr::76ed1e6d-33d6-4143-8644-b09f53f9822f" providerId="AD" clId="Web-{EF1BC83D-7280-9721-9911-F0B6649E69E5}" dt="2024-10-01T14:28:09.710" v="933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4:31:10.155" v="1059"/>
        <pc:sldMkLst>
          <pc:docMk/>
          <pc:sldMk cId="0" sldId="263"/>
        </pc:sldMkLst>
        <pc:graphicFrameChg chg="mod modGraphic">
          <ac:chgData name="김보현" userId="S::kgmyh@tunjone.goe.go.kr::76ed1e6d-33d6-4143-8644-b09f53f9822f" providerId="AD" clId="Web-{EF1BC83D-7280-9721-9911-F0B6649E69E5}" dt="2024-10-01T14:31:10.155" v="1059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2:42:32.584" v="572" actId="14100"/>
        <pc:sldMkLst>
          <pc:docMk/>
          <pc:sldMk cId="0" sldId="268"/>
        </pc:sldMkLst>
        <pc:spChg chg="mod">
          <ac:chgData name="김보현" userId="S::kgmyh@tunjone.goe.go.kr::76ed1e6d-33d6-4143-8644-b09f53f9822f" providerId="AD" clId="Web-{EF1BC83D-7280-9721-9911-F0B6649E69E5}" dt="2024-10-01T12:42:32.584" v="572" actId="14100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2:43:10.416" v="583" actId="20577"/>
        <pc:sldMkLst>
          <pc:docMk/>
          <pc:sldMk cId="0" sldId="270"/>
        </pc:sldMkLst>
        <pc:spChg chg="mod">
          <ac:chgData name="김보현" userId="S::kgmyh@tunjone.goe.go.kr::76ed1e6d-33d6-4143-8644-b09f53f9822f" providerId="AD" clId="Web-{EF1BC83D-7280-9721-9911-F0B6649E69E5}" dt="2024-10-01T12:43:10.416" v="583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2:43:55.715" v="590" actId="20577"/>
        <pc:sldMkLst>
          <pc:docMk/>
          <pc:sldMk cId="0" sldId="272"/>
        </pc:sldMkLst>
        <pc:spChg chg="mod">
          <ac:chgData name="김보현" userId="S::kgmyh@tunjone.goe.go.kr::76ed1e6d-33d6-4143-8644-b09f53f9822f" providerId="AD" clId="Web-{EF1BC83D-7280-9721-9911-F0B6649E69E5}" dt="2024-10-01T12:43:55.715" v="59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2:45:34.922" v="712"/>
        <pc:sldMkLst>
          <pc:docMk/>
          <pc:sldMk cId="0" sldId="273"/>
        </pc:sldMkLst>
        <pc:graphicFrameChg chg="mod modGraphic">
          <ac:chgData name="김보현" userId="S::kgmyh@tunjone.goe.go.kr::76ed1e6d-33d6-4143-8644-b09f53f9822f" providerId="AD" clId="Web-{EF1BC83D-7280-9721-9911-F0B6649E69E5}" dt="2024-10-01T12:45:34.922" v="712"/>
          <ac:graphicFrameMkLst>
            <pc:docMk/>
            <pc:sldMk cId="0" sldId="273"/>
            <ac:graphicFrameMk id="3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5:10:07.530" v="1247" actId="20577"/>
        <pc:sldMkLst>
          <pc:docMk/>
          <pc:sldMk cId="0" sldId="280"/>
        </pc:sldMkLst>
        <pc:spChg chg="mod">
          <ac:chgData name="김보현" userId="S::kgmyh@tunjone.goe.go.kr::76ed1e6d-33d6-4143-8644-b09f53f9822f" providerId="AD" clId="Web-{EF1BC83D-7280-9721-9911-F0B6649E69E5}" dt="2024-10-01T15:10:07.530" v="1247" actId="20577"/>
          <ac:spMkLst>
            <pc:docMk/>
            <pc:sldMk cId="0" sldId="280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2:35:39.490" v="72" actId="14100"/>
        <pc:sldMkLst>
          <pc:docMk/>
          <pc:sldMk cId="0" sldId="307"/>
        </pc:sldMkLst>
        <pc:spChg chg="mod">
          <ac:chgData name="김보현" userId="S::kgmyh@tunjone.goe.go.kr::76ed1e6d-33d6-4143-8644-b09f53f9822f" providerId="AD" clId="Web-{EF1BC83D-7280-9721-9911-F0B6649E69E5}" dt="2024-10-01T12:35:39.490" v="72" actId="14100"/>
          <ac:spMkLst>
            <pc:docMk/>
            <pc:sldMk cId="0" sldId="307"/>
            <ac:spMk id="3" creationId="{00000000-0000-0000-0000-000000000000}"/>
          </ac:spMkLst>
        </pc:spChg>
      </pc:sldChg>
      <pc:sldChg chg="addSp delSp modSp">
        <pc:chgData name="김보현" userId="S::kgmyh@tunjone.goe.go.kr::76ed1e6d-33d6-4143-8644-b09f53f9822f" providerId="AD" clId="Web-{EF1BC83D-7280-9721-9911-F0B6649E69E5}" dt="2024-10-01T15:07:40.301" v="1238" actId="20577"/>
        <pc:sldMkLst>
          <pc:docMk/>
          <pc:sldMk cId="0" sldId="319"/>
        </pc:sldMkLst>
        <pc:spChg chg="mod">
          <ac:chgData name="김보현" userId="S::kgmyh@tunjone.goe.go.kr::76ed1e6d-33d6-4143-8644-b09f53f9822f" providerId="AD" clId="Web-{EF1BC83D-7280-9721-9911-F0B6649E69E5}" dt="2024-10-01T15:07:40.301" v="1238" actId="20577"/>
          <ac:spMkLst>
            <pc:docMk/>
            <pc:sldMk cId="0" sldId="319"/>
            <ac:spMk id="3" creationId="{00000000-0000-0000-0000-000000000000}"/>
          </ac:spMkLst>
        </pc:spChg>
        <pc:picChg chg="del mod">
          <ac:chgData name="김보현" userId="S::kgmyh@tunjone.goe.go.kr::76ed1e6d-33d6-4143-8644-b09f53f9822f" providerId="AD" clId="Web-{EF1BC83D-7280-9721-9911-F0B6649E69E5}" dt="2024-10-01T14:58:12.949" v="1189"/>
          <ac:picMkLst>
            <pc:docMk/>
            <pc:sldMk cId="0" sldId="319"/>
            <ac:picMk id="4" creationId="{00000000-0000-0000-0000-000000000000}"/>
          </ac:picMkLst>
        </pc:picChg>
        <pc:picChg chg="add del mod">
          <ac:chgData name="김보현" userId="S::kgmyh@tunjone.goe.go.kr::76ed1e6d-33d6-4143-8644-b09f53f9822f" providerId="AD" clId="Web-{EF1BC83D-7280-9721-9911-F0B6649E69E5}" dt="2024-10-01T15:05:34.152" v="1197"/>
          <ac:picMkLst>
            <pc:docMk/>
            <pc:sldMk cId="0" sldId="319"/>
            <ac:picMk id="5" creationId="{5562BED2-32A9-A012-ABB3-196C579E3291}"/>
          </ac:picMkLst>
        </pc:picChg>
        <pc:picChg chg="add mod">
          <ac:chgData name="김보현" userId="S::kgmyh@tunjone.goe.go.kr::76ed1e6d-33d6-4143-8644-b09f53f9822f" providerId="AD" clId="Web-{EF1BC83D-7280-9721-9911-F0B6649E69E5}" dt="2024-10-01T15:06:48.469" v="1223" actId="1076"/>
          <ac:picMkLst>
            <pc:docMk/>
            <pc:sldMk cId="0" sldId="319"/>
            <ac:picMk id="6" creationId="{FAE9AF7A-DBB6-1CB2-57DA-2B5A27A3027A}"/>
          </ac:picMkLst>
        </pc:picChg>
      </pc:sldChg>
      <pc:sldChg chg="modSp">
        <pc:chgData name="김보현" userId="S::kgmyh@tunjone.goe.go.kr::76ed1e6d-33d6-4143-8644-b09f53f9822f" providerId="AD" clId="Web-{EF1BC83D-7280-9721-9911-F0B6649E69E5}" dt="2024-10-01T15:08:08.740" v="1241" actId="20577"/>
        <pc:sldMkLst>
          <pc:docMk/>
          <pc:sldMk cId="0" sldId="320"/>
        </pc:sldMkLst>
        <pc:spChg chg="mod">
          <ac:chgData name="김보현" userId="S::kgmyh@tunjone.goe.go.kr::76ed1e6d-33d6-4143-8644-b09f53f9822f" providerId="AD" clId="Web-{EF1BC83D-7280-9721-9911-F0B6649E69E5}" dt="2024-10-01T15:08:08.740" v="1241" actId="20577"/>
          <ac:spMkLst>
            <pc:docMk/>
            <pc:sldMk cId="0" sldId="320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4:29:27.901" v="968" actId="20577"/>
        <pc:sldMkLst>
          <pc:docMk/>
          <pc:sldMk cId="0" sldId="323"/>
        </pc:sldMkLst>
        <pc:spChg chg="mod">
          <ac:chgData name="김보현" userId="S::kgmyh@tunjone.goe.go.kr::76ed1e6d-33d6-4143-8644-b09f53f9822f" providerId="AD" clId="Web-{EF1BC83D-7280-9721-9911-F0B6649E69E5}" dt="2024-10-01T14:29:27.901" v="968" actId="20577"/>
          <ac:spMkLst>
            <pc:docMk/>
            <pc:sldMk cId="0" sldId="323"/>
            <ac:spMk id="5" creationId="{00000000-0000-0000-0000-000000000000}"/>
          </ac:spMkLst>
        </pc:spChg>
        <pc:graphicFrameChg chg="mod modGraphic">
          <ac:chgData name="김보현" userId="S::kgmyh@tunjone.goe.go.kr::76ed1e6d-33d6-4143-8644-b09f53f9822f" providerId="AD" clId="Web-{EF1BC83D-7280-9721-9911-F0B6649E69E5}" dt="2024-10-01T14:28:48.868" v="955"/>
          <ac:graphicFrameMkLst>
            <pc:docMk/>
            <pc:sldMk cId="0" sldId="323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5:12:35.140" v="1249" actId="20577"/>
        <pc:sldMkLst>
          <pc:docMk/>
          <pc:sldMk cId="0" sldId="331"/>
        </pc:sldMkLst>
        <pc:spChg chg="mod">
          <ac:chgData name="김보현" userId="S::kgmyh@tunjone.goe.go.kr::76ed1e6d-33d6-4143-8644-b09f53f9822f" providerId="AD" clId="Web-{EF1BC83D-7280-9721-9911-F0B6649E69E5}" dt="2024-10-01T15:12:35.140" v="1249" actId="20577"/>
          <ac:spMkLst>
            <pc:docMk/>
            <pc:sldMk cId="0" sldId="331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5:12:48.250" v="1251" actId="20577"/>
        <pc:sldMkLst>
          <pc:docMk/>
          <pc:sldMk cId="0" sldId="333"/>
        </pc:sldMkLst>
        <pc:spChg chg="mod">
          <ac:chgData name="김보현" userId="S::kgmyh@tunjone.goe.go.kr::76ed1e6d-33d6-4143-8644-b09f53f9822f" providerId="AD" clId="Web-{EF1BC83D-7280-9721-9911-F0B6649E69E5}" dt="2024-10-01T15:12:48.250" v="1251" actId="20577"/>
          <ac:spMkLst>
            <pc:docMk/>
            <pc:sldMk cId="0" sldId="333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2:34:11.656" v="12" actId="20577"/>
        <pc:sldMkLst>
          <pc:docMk/>
          <pc:sldMk cId="0" sldId="335"/>
        </pc:sldMkLst>
        <pc:spChg chg="mod">
          <ac:chgData name="김보현" userId="S::kgmyh@tunjone.goe.go.kr::76ed1e6d-33d6-4143-8644-b09f53f9822f" providerId="AD" clId="Web-{EF1BC83D-7280-9721-9911-F0B6649E69E5}" dt="2024-10-01T12:34:11.656" v="12" actId="20577"/>
          <ac:spMkLst>
            <pc:docMk/>
            <pc:sldMk cId="0" sldId="335"/>
            <ac:spMk id="3" creationId="{00000000-0000-0000-0000-000000000000}"/>
          </ac:spMkLst>
        </pc:spChg>
      </pc:sldChg>
      <pc:sldChg chg="modSp">
        <pc:chgData name="김보현" userId="S::kgmyh@tunjone.goe.go.kr::76ed1e6d-33d6-4143-8644-b09f53f9822f" providerId="AD" clId="Web-{EF1BC83D-7280-9721-9911-F0B6649E69E5}" dt="2024-10-01T14:28:04.945" v="930"/>
        <pc:sldMkLst>
          <pc:docMk/>
          <pc:sldMk cId="0" sldId="336"/>
        </pc:sldMkLst>
        <pc:spChg chg="mod">
          <ac:chgData name="김보현" userId="S::kgmyh@tunjone.goe.go.kr::76ed1e6d-33d6-4143-8644-b09f53f9822f" providerId="AD" clId="Web-{EF1BC83D-7280-9721-9911-F0B6649E69E5}" dt="2024-10-01T12:40:59.893" v="484" actId="20577"/>
          <ac:spMkLst>
            <pc:docMk/>
            <pc:sldMk cId="0" sldId="336"/>
            <ac:spMk id="3" creationId="{00000000-0000-0000-0000-000000000000}"/>
          </ac:spMkLst>
        </pc:spChg>
        <pc:graphicFrameChg chg="mod modGraphic">
          <ac:chgData name="김보현" userId="S::kgmyh@tunjone.goe.go.kr::76ed1e6d-33d6-4143-8644-b09f53f9822f" providerId="AD" clId="Web-{EF1BC83D-7280-9721-9911-F0B6649E69E5}" dt="2024-10-01T14:28:04.945" v="930"/>
          <ac:graphicFrameMkLst>
            <pc:docMk/>
            <pc:sldMk cId="0" sldId="336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2:41:54.457" v="570"/>
        <pc:sldMkLst>
          <pc:docMk/>
          <pc:sldMk cId="0" sldId="337"/>
        </pc:sldMkLst>
        <pc:graphicFrameChg chg="mod modGraphic">
          <ac:chgData name="김보현" userId="S::kgmyh@tunjone.goe.go.kr::76ed1e6d-33d6-4143-8644-b09f53f9822f" providerId="AD" clId="Web-{EF1BC83D-7280-9721-9911-F0B6649E69E5}" dt="2024-10-01T12:41:54.457" v="570"/>
          <ac:graphicFrameMkLst>
            <pc:docMk/>
            <pc:sldMk cId="0" sldId="337"/>
            <ac:graphicFrameMk id="5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4:34:11.021" v="1160" actId="20577"/>
        <pc:sldMkLst>
          <pc:docMk/>
          <pc:sldMk cId="0" sldId="344"/>
        </pc:sldMkLst>
        <pc:spChg chg="mod">
          <ac:chgData name="김보현" userId="S::kgmyh@tunjone.goe.go.kr::76ed1e6d-33d6-4143-8644-b09f53f9822f" providerId="AD" clId="Web-{EF1BC83D-7280-9721-9911-F0B6649E69E5}" dt="2024-10-01T14:34:11.021" v="1160" actId="20577"/>
          <ac:spMkLst>
            <pc:docMk/>
            <pc:sldMk cId="0" sldId="344"/>
            <ac:spMk id="5" creationId="{00000000-0000-0000-0000-000000000000}"/>
          </ac:spMkLst>
        </pc:spChg>
        <pc:graphicFrameChg chg="mod modGraphic">
          <ac:chgData name="김보현" userId="S::kgmyh@tunjone.goe.go.kr::76ed1e6d-33d6-4143-8644-b09f53f9822f" providerId="AD" clId="Web-{EF1BC83D-7280-9721-9911-F0B6649E69E5}" dt="2024-10-01T14:33:54.114" v="1158"/>
          <ac:graphicFrameMkLst>
            <pc:docMk/>
            <pc:sldMk cId="0" sldId="344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4:34:41.381" v="1187"/>
        <pc:sldMkLst>
          <pc:docMk/>
          <pc:sldMk cId="0" sldId="345"/>
        </pc:sldMkLst>
        <pc:graphicFrameChg chg="mod modGraphic">
          <ac:chgData name="김보현" userId="S::kgmyh@tunjone.goe.go.kr::76ed1e6d-33d6-4143-8644-b09f53f9822f" providerId="AD" clId="Web-{EF1BC83D-7280-9721-9911-F0B6649E69E5}" dt="2024-10-01T14:34:41.381" v="1187"/>
          <ac:graphicFrameMkLst>
            <pc:docMk/>
            <pc:sldMk cId="0" sldId="345"/>
            <ac:graphicFrameMk id="4" creationId="{00000000-0000-0000-0000-000000000000}"/>
          </ac:graphicFrameMkLst>
        </pc:graphicFrameChg>
      </pc:sldChg>
      <pc:sldChg chg="modSp">
        <pc:chgData name="김보현" userId="S::kgmyh@tunjone.goe.go.kr::76ed1e6d-33d6-4143-8644-b09f53f9822f" providerId="AD" clId="Web-{EF1BC83D-7280-9721-9911-F0B6649E69E5}" dt="2024-10-01T15:08:53.368" v="1245" actId="14100"/>
        <pc:sldMkLst>
          <pc:docMk/>
          <pc:sldMk cId="0" sldId="348"/>
        </pc:sldMkLst>
        <pc:spChg chg="mod">
          <ac:chgData name="김보현" userId="S::kgmyh@tunjone.goe.go.kr::76ed1e6d-33d6-4143-8644-b09f53f9822f" providerId="AD" clId="Web-{EF1BC83D-7280-9721-9911-F0B6649E69E5}" dt="2024-10-01T15:08:53.368" v="1245" actId="14100"/>
          <ac:spMkLst>
            <pc:docMk/>
            <pc:sldMk cId="0" sldId="34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A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3" name="날짜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AIAABAAAAAmAAAACAAAAD+PAAAAAAAA"/>
              </a:ext>
            </a:extLst>
          </p:cNvSpPr>
          <p:nvPr>
            <p:ph type="dt" sz="quarter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fld id="{0A0E5F0A-44E7-5BA9-A9B6-B2FC11F85FE7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4" name="바닥글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PjgAABAAAAAmAAAACAAAAL+PAAAAAAAA"/>
              </a:ext>
            </a:extLst>
          </p:cNvSpPr>
          <p:nvPr>
            <p:ph type="ftr" sz="quarter" idx="2"/>
          </p:nvPr>
        </p:nvSpPr>
        <p:spPr>
          <a:xfrm>
            <a:off x="0" y="868553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5" name="슬라이드 번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L+PAAAAAAAA"/>
              </a:ext>
            </a:extLst>
          </p:cNvSpPr>
          <p:nvPr>
            <p:ph type="sldNum" sz="quarter" idx="3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fld id="{0A0E0BAB-E5E7-5BFD-A9B6-13A845F85F46}" type="slidenum">
              <a:rPr lang="en-us" cap="none"/>
              <a:t>‹#›</a:t>
            </a:fld>
            <a:endParaRPr lang="en-us" cap="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AIAABAAAAAmAAAACAAAAD+PAAAAAAAA"/>
              </a:ext>
            </a:extLst>
          </p:cNvSpPr>
          <p:nvPr>
            <p:ph type="dt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fld id="{0A0E4448-06E7-5BB2-A9B6-F0E70AF85FA5}" type="datetime1">
              <a:t>2024-10-01</a:t>
            </a:fld>
            <a:endParaRPr/>
          </a:p>
        </p:txBody>
      </p:sp>
      <p:sp>
        <p:nvSpPr>
          <p:cNvPr id="3" name="슬라이드 이미지 개체 틀 3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L8PAAD/HwAA"/>
              </a:ext>
            </a:extLst>
          </p:cNvSpPr>
          <p:nvPr>
            <p:ph type="sldImg" idx="2"/>
          </p:nvPr>
        </p:nvSpPr>
        <p:spPr>
          <a:xfrm>
            <a:off x="382905" y="685800"/>
            <a:ext cx="6092825" cy="34290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endParaRPr lang="ko-kr" cap="none"/>
          </a:p>
        </p:txBody>
      </p:sp>
      <p:sp>
        <p:nvSpPr>
          <p:cNvPr id="4" name="슬라이드 노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D8PAAD/HwAA"/>
              </a:ext>
            </a:extLst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둘째 수준</a:t>
            </a:r>
          </a:p>
          <a:p>
            <a:pPr lvl="2">
              <a:defRPr lang="ko-kr"/>
            </a:pPr>
            <a:r>
              <a:t>셋째 수준</a:t>
            </a:r>
          </a:p>
          <a:p>
            <a:pPr lvl="3">
              <a:defRPr lang="ko-kr"/>
            </a:pPr>
            <a:r>
              <a:t>넷째 수준</a:t>
            </a:r>
          </a:p>
          <a:p>
            <a:pPr lvl="4">
              <a:defRPr lang="ko-kr"/>
            </a:pPr>
            <a:r>
              <a:t>다섯째 수준</a:t>
            </a:r>
          </a:p>
        </p:txBody>
      </p:sp>
      <p:sp>
        <p:nvSpPr>
          <p:cNvPr id="5" name="바닥글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PjgAABAAAAAmAAAACAAAAL+PAAD/HwAA"/>
              </a:ext>
            </a:extLst>
          </p:cNvSpPr>
          <p:nvPr>
            <p:ph type="ftr" sz="quarter" idx="4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6" name="슬라이드 번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L+P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ko-kr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fld id="{0A0E13CE-80E7-5BE5-A9B6-76B05DF85F23}" type="slidenum">
              <a:t>‹#›</a:t>
            </a:fld>
            <a:endParaRPr/>
          </a:p>
        </p:txBody>
      </p:sp>
      <p:sp>
        <p:nvSpPr>
          <p:cNvPr id="7" name="머리글 개체 틀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ysrI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AIAABAAAAAmAAAACAAAAD+PAAD/Hw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1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ko-kr" sz="1200" b="0" i="0" u="none" strike="noStrike" kern="1" cap="none" spc="0" baseline="0">
        <a:solidFill>
          <a:schemeClr val="tx1"/>
        </a:solidFill>
        <a:effectLst/>
        <a:latin typeface="Corbel" pitchFamily="2" charset="0"/>
        <a:ea typeface="Corbel" pitchFamily="2" charset="0"/>
        <a:cs typeface="Corbel" pitchFamily="2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QAA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3A38-76E7-5BCC-A9B6-809974F85FD5}" type="slidenum">
              <a:rPr lang="en-us" cap="none"/>
              <a:t>1</a:t>
            </a:fld>
            <a:endParaRPr lang="en-us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734D-03E7-5B85-A9B6-F5D03DF85FA0}" type="slidenum">
              <a:rPr lang="en-us" cap="none"/>
              <a:t>2</a:t>
            </a:fld>
            <a:endParaRPr lang="en-us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ko-kr" sz="1400" b="1" cap="none"/>
              <a:t>여기서 </a:t>
            </a:r>
            <a:endParaRPr lang="en-us" sz="1400" b="1" cap="none"/>
          </a:p>
          <a:p>
            <a:pPr>
              <a:defRPr lang="ko-kr"/>
            </a:pPr>
            <a:r>
              <a:rPr lang="en-us" sz="1400" b="1" cap="none"/>
              <a:t>Presentation logic – Business logic – Database logic </a:t>
            </a:r>
            <a:r>
              <a:rPr lang="ko-kr" sz="1400" b="1" cap="none"/>
              <a:t>설명하면서 왜 </a:t>
            </a:r>
            <a:r>
              <a:rPr lang="en-us" sz="1400" b="1" cap="none"/>
              <a:t>SQL</a:t>
            </a:r>
            <a:r>
              <a:rPr lang="ko-kr" sz="1400" b="1" cap="none"/>
              <a:t>을 공부해야 하는지 설명하자</a:t>
            </a:r>
            <a:r>
              <a:rPr lang="en-us" sz="1400" b="1" cap="none"/>
              <a:t>.</a:t>
            </a:r>
            <a:endParaRPr lang="ko-kr" sz="1400" b="1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1965-2BE7-5BEF-A9B6-DDBA57F85F88}" type="slidenum">
              <a:rPr lang="en-us" cap="none"/>
              <a:t>3</a:t>
            </a:fld>
            <a:endParaRPr lang="en-us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UF6B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AGRR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관계형 데이터 베이스는 행단위로 데이터를 조회하고 수정한다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----------------------------------------------------</a:t>
            </a:r>
          </a:p>
          <a:p>
            <a:pPr>
              <a:defRPr lang="ko-kr"/>
            </a:pPr>
            <a:r>
              <a:rPr lang="en-us" cap="none"/>
              <a:t>* Entity </a:t>
            </a:r>
            <a:r>
              <a:rPr lang="ko-kr" cap="none"/>
              <a:t>정의</a:t>
            </a:r>
            <a:endParaRPr lang="en-us" cap="none"/>
          </a:p>
          <a:p>
            <a:pPr lvl="1">
              <a:defRPr lang="ko-kr"/>
            </a:pPr>
            <a:r>
              <a:rPr lang="ko-kr" cap="none"/>
              <a:t>변별할수 있는 사물 </a:t>
            </a:r>
            <a:r>
              <a:rPr lang="en-us" cap="none"/>
              <a:t>- Peter Chen (1976) -</a:t>
            </a:r>
          </a:p>
          <a:p>
            <a:pPr lvl="1">
              <a:defRPr lang="ko-kr"/>
            </a:pPr>
            <a:r>
              <a:rPr lang="ko-kr" cap="none"/>
              <a:t>데이터베이스 내에서 변별 가능한 객체 </a:t>
            </a:r>
            <a:r>
              <a:rPr lang="en-us" cap="none"/>
              <a:t>- C.J Date (1986) -</a:t>
            </a:r>
          </a:p>
          <a:p>
            <a:pPr lvl="1">
              <a:defRPr lang="ko-kr"/>
            </a:pPr>
            <a:r>
              <a:rPr lang="ko-kr" cap="none"/>
              <a:t>정보를 저장할 수 있는 어떤 것 </a:t>
            </a:r>
            <a:r>
              <a:rPr lang="en-us" cap="none"/>
              <a:t>- James Martin (1989) -</a:t>
            </a:r>
          </a:p>
          <a:p>
            <a:pPr lvl="1">
              <a:defRPr lang="ko-kr"/>
            </a:pPr>
            <a:r>
              <a:rPr lang="ko-kr" cap="none"/>
              <a:t>정보가 저장될 수 있는 사람</a:t>
            </a:r>
            <a:r>
              <a:rPr lang="en-us" cap="none"/>
              <a:t>, </a:t>
            </a:r>
            <a:r>
              <a:rPr lang="ko-kr" cap="none"/>
              <a:t>장소</a:t>
            </a:r>
            <a:r>
              <a:rPr lang="en-us" cap="none"/>
              <a:t>, </a:t>
            </a:r>
            <a:r>
              <a:rPr lang="ko-kr" cap="none"/>
              <a:t>물건</a:t>
            </a:r>
            <a:r>
              <a:rPr lang="en-us" cap="none"/>
              <a:t>, </a:t>
            </a:r>
            <a:r>
              <a:rPr lang="ko-kr" cap="none"/>
              <a:t>사건 그리고 개념 등 </a:t>
            </a:r>
            <a:r>
              <a:rPr lang="en-us" cap="none"/>
              <a:t>- Thomas Bruce (1992) -</a:t>
            </a:r>
          </a:p>
          <a:p>
            <a:pPr>
              <a:defRPr lang="ko-kr"/>
            </a:pPr>
            <a:r>
              <a:rPr lang="en-us" cap="none"/>
              <a:t>* </a:t>
            </a:r>
            <a:r>
              <a:rPr lang="ko-kr" cap="none"/>
              <a:t>위 정의들의 공통점</a:t>
            </a:r>
          </a:p>
          <a:p>
            <a:pPr lvl="1">
              <a:defRPr lang="ko-kr"/>
            </a:pPr>
            <a:r>
              <a:rPr lang="ko-kr" cap="none"/>
              <a:t>엔터티는 사람</a:t>
            </a:r>
            <a:r>
              <a:rPr lang="en-us" cap="none"/>
              <a:t>, </a:t>
            </a:r>
            <a:r>
              <a:rPr lang="ko-kr" cap="none"/>
              <a:t>장소</a:t>
            </a:r>
            <a:r>
              <a:rPr lang="en-us" cap="none"/>
              <a:t>, </a:t>
            </a:r>
            <a:r>
              <a:rPr lang="ko-kr" cap="none"/>
              <a:t>물건</a:t>
            </a:r>
            <a:r>
              <a:rPr lang="en-us" cap="none"/>
              <a:t>, </a:t>
            </a:r>
            <a:r>
              <a:rPr lang="ko-kr" cap="none"/>
              <a:t>사건</a:t>
            </a:r>
            <a:r>
              <a:rPr lang="en-us" cap="none"/>
              <a:t>, </a:t>
            </a:r>
            <a:r>
              <a:rPr lang="ko-kr" cap="none"/>
              <a:t>개념등의 명사에 해당한다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rPr lang="ko-kr" cap="none"/>
              <a:t>엔터티는 엄무상 관리가 필요한 관심사에 해당한다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rPr lang="ko-kr" cap="none"/>
              <a:t>엔터티는 저장이 되기 위한 어떤 것이다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E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42B-65E7-5BF2-A9B6-93A74AF85FC6}" type="slidenum">
              <a:rPr lang="en-us" cap="none"/>
              <a:t>5</a:t>
            </a:fld>
            <a:endParaRPr lang="en-us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QXlR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ZU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IEw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15D6-98E7-5BE3-A9B6-6EB65BF85F3B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2F3-BDE7-5BF4-A9B6-4BA14CF85F1E}" type="slidenum">
              <a:rPr lang="en-us" cap="none"/>
              <a:t>7</a:t>
            </a:fld>
            <a:endParaRPr lang="en-us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680B-45E7-5B9E-A9B6-B3CB26F85FE6}" type="slidenum">
              <a:rPr lang="en-us" cap="none"/>
              <a:t>8</a:t>
            </a:fld>
            <a:endParaRPr lang="en-us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REVOKE – GRANT</a:t>
            </a:r>
            <a:r>
              <a:t>의 반대</a:t>
            </a:r>
            <a:r>
              <a:rPr lang="en-us" cap="none"/>
              <a:t>(</a:t>
            </a:r>
            <a:r>
              <a:t>권한 박탈</a:t>
            </a:r>
            <a:r>
              <a:rPr lang="en-us" cap="none"/>
              <a:t>)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revoke – </a:t>
            </a:r>
            <a:r>
              <a:t>폐지</a:t>
            </a:r>
            <a:r>
              <a:rPr lang="en-us" cap="none"/>
              <a:t>(</a:t>
            </a:r>
            <a:r>
              <a:t>철회</a:t>
            </a:r>
            <a:r>
              <a:rPr lang="en-us" cap="none"/>
              <a:t>,</a:t>
            </a:r>
            <a:r>
              <a:t>취소</a:t>
            </a:r>
            <a:r>
              <a:rPr lang="en-us" cap="none"/>
              <a:t>)</a:t>
            </a:r>
            <a:r>
              <a:t>하다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retrieve – </a:t>
            </a:r>
            <a:r>
              <a:t>되찾아오다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979-37E7-5BFF-A9B6-C1AA47F85F94}" type="slidenum">
              <a:rPr lang="en-us" cap="none"/>
              <a:t>9</a:t>
            </a:fld>
            <a:endParaRPr lang="en-us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t>현재 사용자</a:t>
            </a:r>
            <a:r>
              <a:rPr lang="en-us" cap="none"/>
              <a:t>:</a:t>
            </a:r>
            <a:r>
              <a:rPr lang="en-us" b="1" cap="none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 select user()</a:t>
            </a:r>
          </a:p>
          <a:p>
            <a:pPr>
              <a:defRPr lang="ko-kr"/>
            </a:pPr>
            <a:r>
              <a:t>특정</a:t>
            </a:r>
            <a:r>
              <a:rPr lang="en-us" cap="none"/>
              <a:t> DB</a:t>
            </a:r>
            <a:r>
              <a:t>에만 권한주기</a:t>
            </a:r>
            <a:r>
              <a:rPr lang="en-us" cap="none"/>
              <a:t>: </a:t>
            </a:r>
            <a:r>
              <a:rPr lang="en-us" b="1" cap="none"/>
              <a:t>GRANT ALL PRIVILEGES ON hr.* TO scott@localhost;</a:t>
            </a:r>
          </a:p>
          <a:p>
            <a:pPr>
              <a:defRPr lang="ko-kr"/>
            </a:pPr>
            <a:r>
              <a:t>로그인 권한</a:t>
            </a:r>
            <a:r>
              <a:rPr lang="en-us" cap="none"/>
              <a:t>: session</a:t>
            </a:r>
          </a:p>
          <a:p>
            <a:pPr>
              <a:defRPr lang="ko-kr"/>
            </a:pPr>
            <a:r>
              <a:t>연결</a:t>
            </a:r>
            <a:r>
              <a:rPr lang="en-us" cap="none"/>
              <a:t>, </a:t>
            </a:r>
            <a:r>
              <a:t>테이블생성</a:t>
            </a:r>
            <a:r>
              <a:rPr lang="en-us" cap="none"/>
              <a:t>: connect, resource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6FDB-95E7-5B99-A9B6-63CC21F85F36}" type="slidenum">
              <a:rPr lang="en-us" cap="none"/>
              <a:t>11</a:t>
            </a:fld>
            <a:endParaRPr lang="en-us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1921-6FE7-5BEF-A9B6-99BA57F85FCC}" type="slidenum">
              <a:rPr lang="en-us" cap="none"/>
              <a:t>13</a:t>
            </a:fld>
            <a:endParaRPr lang="en-us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(n)</a:t>
            </a:r>
            <a:r>
              <a:t>은 글자수를 가르킨다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b="1" cap="none"/>
              <a:t>VARCHAR</a:t>
            </a:r>
            <a:r>
              <a:rPr lang="ko-kr" b="1" cap="none"/>
              <a:t>와 </a:t>
            </a:r>
            <a:r>
              <a:rPr lang="en-us" b="1" cap="none"/>
              <a:t>TEXT </a:t>
            </a:r>
            <a:r>
              <a:rPr lang="ko-kr" b="1" cap="none"/>
              <a:t>계열의 차이</a:t>
            </a:r>
            <a:endParaRPr lang="en-us" b="1" cap="none"/>
          </a:p>
          <a:p>
            <a:pPr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 max size limit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을 정할 수 있는가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text: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없다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,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무조건 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65535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varchar: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있다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. 1 ~ 65535</a:t>
            </a:r>
          </a:p>
          <a:p>
            <a:pPr algn="l">
              <a:buFont typeface="Arial" pitchFamily="2" charset="0"/>
              <a:buChar char="•"/>
              <a:defRPr lang="ko-kr"/>
            </a:pP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 저장된 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character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외의 현재 저장하고 있는 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string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의 사이즈를 저장하는데 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1~2 byte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를 더 쓴다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text: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무조건 </a:t>
            </a: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2 byte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varchar: x &lt;= 255 then, 1 byte, 256 &lt;= x &lt;= 65535 then, 2 byte</a:t>
            </a:r>
          </a:p>
          <a:p>
            <a:pPr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 index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의 일부로 쓰일 수 있는가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text: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없다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varchar: 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있다</a:t>
            </a:r>
            <a:endParaRPr lang="en-us" cap="none">
              <a:solidFill>
                <a:srgbClr val="666666"/>
              </a:solidFill>
              <a:latin typeface="Noto Sans KR" charset="0"/>
              <a:ea typeface="Corbel" pitchFamily="2" charset="0"/>
              <a:cs typeface="Corbel" pitchFamily="2" charset="0"/>
            </a:endParaRPr>
          </a:p>
          <a:p>
            <a:pPr algn="l">
              <a:buFont typeface="Arial" pitchFamily="2" charset="0"/>
              <a:buChar char="•"/>
              <a:defRPr lang="ko-kr"/>
            </a:pP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 기타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text: disk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에 저장해서 느림</a:t>
            </a:r>
          </a:p>
          <a:p>
            <a:pPr marL="742950" lvl="1" indent="-285750" algn="l">
              <a:buFont typeface="Arial" pitchFamily="2" charset="0"/>
              <a:buChar char="•"/>
              <a:defRPr lang="ko-kr"/>
            </a:pPr>
            <a:r>
              <a:rPr lang="en-us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varchar: memory</a:t>
            </a:r>
            <a:r>
              <a:rPr lang="ko-kr" cap="none">
                <a:solidFill>
                  <a:srgbClr val="666666"/>
                </a:solidFill>
                <a:latin typeface="Noto Sans KR" charset="0"/>
                <a:ea typeface="Corbel" pitchFamily="2" charset="0"/>
                <a:cs typeface="Corbel" pitchFamily="2" charset="0"/>
              </a:rPr>
              <a:t>에 저장해서 빠름</a:t>
            </a:r>
          </a:p>
          <a:p>
            <a:pPr marL="0" indent="0" algn="l">
              <a:buNone/>
              <a:defRPr lang="ko-kr"/>
            </a:pPr>
            <a:endParaRPr lang="ko-kr" cap="none">
              <a:solidFill>
                <a:srgbClr val="666666"/>
              </a:solidFill>
              <a:latin typeface="Noto Sans KR" charset="0"/>
              <a:ea typeface="Corbel" pitchFamily="2" charset="0"/>
              <a:cs typeface="Corbel" pitchFamily="2" charset="0"/>
            </a:endParaRPr>
          </a:p>
          <a:p>
            <a:pPr marL="0" indent="0" algn="l">
              <a:buNone/>
              <a:defRPr lang="ko-kr"/>
            </a:pPr>
            <a:endParaRPr lang="en-us" cap="none">
              <a:solidFill>
                <a:srgbClr val="666666"/>
              </a:solidFill>
              <a:latin typeface="Noto Sans KR" charset="0"/>
              <a:ea typeface="Corbel" pitchFamily="2" charset="0"/>
              <a:cs typeface="Corbel" pitchFamily="2" charset="0"/>
            </a:endParaRPr>
          </a:p>
          <a:p>
            <a:pPr>
              <a:defRPr lang="ko-kr"/>
            </a:pPr>
            <a:endParaRPr lang="en-us" cap="none">
              <a:solidFill>
                <a:srgbClr val="666666"/>
              </a:solidFill>
              <a:latin typeface="Noto Sans KR" charset="0"/>
              <a:ea typeface="Corbel" pitchFamily="2" charset="0"/>
              <a:cs typeface="Corbel" pitchFamily="2" charset="0"/>
            </a:endParaRP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6505-4BE7-5B93-A9B6-BDC62BF85FE8}" type="slidenum">
              <a:rPr lang="en-us" cap="none"/>
              <a:t>14</a:t>
            </a:fld>
            <a:endParaRPr lang="en-us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b="1" cap="none"/>
              <a:t>BOOLEAN</a:t>
            </a:r>
          </a:p>
          <a:p>
            <a:pPr>
              <a:defRPr lang="ko-kr"/>
            </a:pPr>
            <a:r>
              <a:rPr lang="ko-kr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조회시 </a:t>
            </a:r>
            <a:r>
              <a:rPr lang="en-us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0, 1 </a:t>
            </a:r>
            <a:r>
              <a:rPr lang="ko-kr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로 나오므로 </a:t>
            </a:r>
            <a:r>
              <a:rPr lang="en-us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IF(</a:t>
            </a:r>
            <a:r>
              <a:rPr lang="ko-kr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칼럼명 </a:t>
            </a:r>
            <a:r>
              <a:rPr lang="en-us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, 'true', 'false') as </a:t>
            </a:r>
            <a:r>
              <a:rPr lang="ko-kr" cap="none">
                <a:solidFill>
                  <a:srgbClr val="333333"/>
                </a:solidFill>
                <a:latin typeface="Apple SD Gothic Neo" charset="0"/>
                <a:ea typeface="Corbel" pitchFamily="2" charset="0"/>
                <a:cs typeface="Corbel" pitchFamily="2" charset="0"/>
              </a:rPr>
              <a:t>칼럼명</a:t>
            </a:r>
            <a:br/>
            <a:br/>
            <a:endParaRPr lang="en-us" b="1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4655-1BE7-5BB0-A9B6-EDE508F85FB8}" type="slidenum">
              <a:rPr lang="en-us" cap="none"/>
              <a:t>15</a:t>
            </a:fld>
            <a:endParaRPr lang="en-us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b="1" cap="none"/>
              <a:t>Time</a:t>
            </a:r>
            <a:r>
              <a:rPr lang="ko-kr" b="1" cap="none"/>
              <a:t> </a:t>
            </a:r>
            <a:r>
              <a:rPr lang="en-us" b="1" cap="none"/>
              <a:t>zone</a:t>
            </a:r>
            <a:r>
              <a:rPr lang="ko-kr" b="1" cap="none"/>
              <a:t> 조회</a:t>
            </a:r>
            <a:r>
              <a:rPr lang="en-us" b="1" cap="none"/>
              <a:t>(https://jwkim96.tistory.com/23): mysql</a:t>
            </a:r>
            <a:r>
              <a:rPr lang="ko-kr" b="1" cap="none"/>
              <a:t> </a:t>
            </a:r>
            <a:r>
              <a:rPr lang="en-us" b="1" cap="none"/>
              <a:t>db</a:t>
            </a:r>
            <a:r>
              <a:rPr lang="ko-kr" b="1" cap="none"/>
              <a:t>에서</a:t>
            </a:r>
            <a:endParaRPr lang="en-us" b="1" cap="none"/>
          </a:p>
          <a:p>
            <a:pPr>
              <a:defRPr lang="ko-kr"/>
            </a:pPr>
            <a:r>
              <a:rPr lang="en-us" b="1" cap="none"/>
              <a:t>“select @@global.time_zone, @@session.time_zone”  SYSTEM</a:t>
            </a:r>
            <a:r>
              <a:rPr lang="ko-kr" b="1" cap="none"/>
              <a:t>으로 나오면 설정되지 않은 것이다</a:t>
            </a:r>
            <a:r>
              <a:rPr lang="en-us" b="1" cap="none"/>
              <a:t>.</a:t>
            </a:r>
          </a:p>
          <a:p>
            <a:pPr>
              <a:defRPr lang="ko-kr"/>
            </a:pPr>
            <a:endParaRPr lang="en-us" b="1" cap="none"/>
          </a:p>
          <a:p>
            <a:pPr>
              <a:defRPr lang="ko-kr"/>
            </a:pPr>
            <a:r>
              <a:rPr lang="ko-kr" b="1" cap="none"/>
              <a:t>변경</a:t>
            </a:r>
            <a:endParaRPr lang="en-us" b="1" cap="none"/>
          </a:p>
          <a:p>
            <a:pPr>
              <a:defRPr lang="ko-kr"/>
            </a:pPr>
            <a:r>
              <a:rPr lang="en-us" b="1" cap="none"/>
              <a:t>SET GLOBAL time_zone=‘Asia/Seoul’</a:t>
            </a:r>
          </a:p>
          <a:p>
            <a:pPr>
              <a:defRPr lang="ko-kr"/>
            </a:pPr>
            <a:r>
              <a:rPr lang="en-us" b="1" cap="none"/>
              <a:t>SET time_zone=‘Asia/Seoul’</a:t>
            </a:r>
          </a:p>
          <a:p>
            <a:pPr>
              <a:defRPr lang="ko-kr"/>
            </a:pPr>
            <a:endParaRPr lang="en-us" b="1" cap="none"/>
          </a:p>
          <a:p>
            <a:pPr>
              <a:defRPr lang="ko-kr"/>
            </a:pPr>
            <a:r>
              <a:rPr lang="en-us" b="1" cap="none"/>
              <a:t>Unknown timezone xxx </a:t>
            </a:r>
            <a:r>
              <a:rPr lang="ko-kr" b="1" cap="none"/>
              <a:t>나오면 위 </a:t>
            </a:r>
            <a:r>
              <a:rPr lang="en-us" b="1" cap="none"/>
              <a:t>url </a:t>
            </a:r>
            <a:r>
              <a:rPr lang="ko-kr" b="1" cap="none"/>
              <a:t>확인</a:t>
            </a:r>
            <a:endParaRPr lang="en-us" b="1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TIMEZONE</a:t>
            </a:r>
            <a:r>
              <a:t> 변경</a:t>
            </a:r>
            <a:r>
              <a:rPr lang="en-us" cap="none"/>
              <a:t>: </a:t>
            </a:r>
            <a:r>
              <a:rPr lang="en-us" b="1" cap="none"/>
              <a:t>SET</a:t>
            </a:r>
            <a:r>
              <a:rPr lang="ko-kr" b="1" cap="none"/>
              <a:t> </a:t>
            </a:r>
            <a:r>
              <a:rPr lang="en-us" b="1" cap="none"/>
              <a:t>TIME_ZOME = ‘america/new_york”</a:t>
            </a:r>
          </a:p>
          <a:p>
            <a:pPr marL="171450" indent="-171450">
              <a:buFontTx/>
              <a:buChar char="-"/>
              <a:defRPr lang="ko-kr"/>
            </a:pPr>
            <a:r>
              <a:rPr lang="en-us" cap="none"/>
              <a:t>https://nesoy.github.io/articles/2020-02/mysql-datetime-timestamp</a:t>
            </a:r>
          </a:p>
          <a:p>
            <a:pPr marL="0" indent="0">
              <a:buNone/>
              <a:defRPr lang="ko-kr"/>
            </a:pPr>
            <a:endParaRPr lang="en-us" cap="none"/>
          </a:p>
          <a:p>
            <a:pPr marL="0" indent="0">
              <a:buNone/>
              <a:defRPr lang="ko-kr"/>
            </a:pPr>
            <a:r>
              <a:t>값은 문자열로 입력하면된다</a:t>
            </a:r>
            <a:r>
              <a:rPr lang="en-us" cap="none"/>
              <a:t>.</a:t>
            </a:r>
          </a:p>
          <a:p>
            <a:pPr marL="0" indent="0">
              <a:buNone/>
              <a:defRPr lang="ko-kr"/>
            </a:pPr>
            <a:endParaRPr lang="en-us" cap="none"/>
          </a:p>
          <a:p>
            <a:pPr marL="0" indent="0">
              <a:buNone/>
              <a:defRPr lang="ko-kr"/>
            </a:pPr>
            <a:r>
              <a:rPr lang="en-us" cap="none"/>
              <a:t>DATE:</a:t>
            </a:r>
            <a:r>
              <a:t>  </a:t>
            </a:r>
            <a:r>
              <a:rPr lang="en-us" cap="none"/>
              <a:t>… VALUES (‘2010-10-22’) </a:t>
            </a:r>
            <a:r>
              <a:rPr lang="en-us" b="1" cap="none"/>
              <a:t> </a:t>
            </a:r>
            <a:r>
              <a:rPr lang="ko-kr" b="1" cap="none"/>
              <a:t>년도 구분자는 </a:t>
            </a:r>
            <a:r>
              <a:rPr lang="en-us" b="1" cap="none"/>
              <a:t>– </a:t>
            </a:r>
            <a:r>
              <a:rPr lang="ko-kr" b="1" cap="none"/>
              <a:t>또는 </a:t>
            </a:r>
            <a:r>
              <a:rPr lang="en-us" b="1" cap="none"/>
              <a:t>/ </a:t>
            </a:r>
            <a:r>
              <a:rPr lang="ko-kr" b="1" cap="none"/>
              <a:t>사용</a:t>
            </a:r>
            <a:endParaRPr lang="en-us" cap="none"/>
          </a:p>
          <a:p>
            <a:pPr marL="0" indent="0">
              <a:buNone/>
              <a:defRPr lang="ko-kr"/>
            </a:pPr>
            <a:r>
              <a:rPr lang="en-us" cap="none"/>
              <a:t>TIME: … VALUES(’10:20;22)         </a:t>
            </a:r>
            <a:r>
              <a:t> </a:t>
            </a:r>
            <a:r>
              <a:rPr lang="ko-kr" b="1" cap="none"/>
              <a:t>시간 구분자는 </a:t>
            </a:r>
            <a:r>
              <a:rPr lang="en-us" b="1" cap="none"/>
              <a:t>: </a:t>
            </a:r>
            <a:r>
              <a:rPr lang="ko-kr" b="1" cap="none"/>
              <a:t>를 사용 </a:t>
            </a:r>
            <a:r>
              <a:rPr lang="en-us" b="1" cap="none"/>
              <a:t>(-, /</a:t>
            </a:r>
            <a:r>
              <a:rPr lang="ko-kr" b="1" cap="none"/>
              <a:t>는 안된다</a:t>
            </a:r>
            <a:r>
              <a:rPr lang="en-us" b="1" cap="none"/>
              <a:t>.)</a:t>
            </a:r>
            <a:endParaRPr lang="en-us" cap="none"/>
          </a:p>
          <a:p>
            <a:pPr marL="0" indent="0">
              <a:buNone/>
              <a:defRPr lang="ko-kr"/>
            </a:pPr>
            <a:r>
              <a:rPr lang="en-us" cap="none"/>
              <a:t>TIMEZONE/DATETIME : … VALUES (‘2011-10-21’, ‘2011-10-21 22:10:21’)</a:t>
            </a:r>
          </a:p>
          <a:p>
            <a:pPr marL="0" indent="0">
              <a:buNone/>
              <a:defRPr lang="ko-kr"/>
            </a:pPr>
            <a:r>
              <a:rPr lang="en-us" cap="none"/>
              <a:t>YEAR: … VALUES(1990, ‘2012’)  # </a:t>
            </a:r>
            <a:r>
              <a:t>정수</a:t>
            </a:r>
            <a:r>
              <a:rPr lang="en-us" cap="none"/>
              <a:t>, </a:t>
            </a:r>
            <a:r>
              <a:t>문자열 다 가능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6B8D-C3E7-5B9D-A9B6-35C825F85F60}" type="slidenum">
              <a:rPr lang="en-us" cap="none"/>
              <a:t>16</a:t>
            </a:fld>
            <a:endParaRPr lang="en-us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b="1" cap="none"/>
              <a:t>데이터 무결성 </a:t>
            </a:r>
            <a:r>
              <a:rPr lang="en-us" b="1" cap="none"/>
              <a:t>:</a:t>
            </a:r>
            <a:r>
              <a:rPr lang="en-us" cap="none"/>
              <a:t> </a:t>
            </a:r>
            <a:r>
              <a:t>디비내의 값과 그것이 표현하는 현실 세계의 값이 일치 하는 것</a:t>
            </a:r>
            <a:r>
              <a:rPr lang="en-us" cap="none"/>
              <a:t>. </a:t>
            </a:r>
            <a:r>
              <a:t>테이블 제약 조건을 통해 지켜질 수 있다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Ex)</a:t>
            </a:r>
          </a:p>
          <a:p>
            <a:pPr>
              <a:defRPr lang="ko-kr"/>
            </a:pPr>
            <a:r>
              <a:rPr lang="en-us" b="1" cap="none"/>
              <a:t>Default</a:t>
            </a:r>
            <a:r>
              <a:rPr lang="ko-kr" b="1" cap="none"/>
              <a:t>하고 </a:t>
            </a:r>
            <a:r>
              <a:rPr lang="en-us" b="1" cap="none"/>
              <a:t>not null </a:t>
            </a:r>
            <a:r>
              <a:rPr lang="ko-kr" b="1" cap="none"/>
              <a:t>순서는 상관없다</a:t>
            </a:r>
            <a:r>
              <a:rPr lang="en-us" b="1" cap="none"/>
              <a:t>. </a:t>
            </a:r>
          </a:p>
          <a:p>
            <a:pPr>
              <a:defRPr lang="ko-kr"/>
            </a:pPr>
            <a:r>
              <a:rPr lang="en-us" b="1" cap="none"/>
              <a:t>create table tb (</a:t>
            </a:r>
          </a:p>
          <a:p>
            <a:pPr>
              <a:defRPr lang="ko-kr"/>
            </a:pPr>
            <a:r>
              <a:rPr lang="en-us" b="1" cap="none"/>
              <a:t> id int,</a:t>
            </a:r>
          </a:p>
          <a:p>
            <a:pPr>
              <a:defRPr lang="ko-kr"/>
            </a:pPr>
            <a:r>
              <a:rPr lang="en-us" b="1" cap="none"/>
              <a:t> email varchar(10) default 'None’ NOT NULL,</a:t>
            </a:r>
          </a:p>
          <a:p>
            <a:pPr>
              <a:defRPr lang="ko-kr"/>
            </a:pPr>
            <a:r>
              <a:rPr lang="en-us" b="1" cap="none"/>
              <a:t> gender char,</a:t>
            </a:r>
          </a:p>
          <a:p>
            <a:pPr>
              <a:defRPr lang="ko-kr"/>
            </a:pPr>
            <a:r>
              <a:rPr lang="en-us" b="1" cap="none"/>
              <a:t> constraint pk_tb_id primary key (id),</a:t>
            </a:r>
          </a:p>
          <a:p>
            <a:pPr>
              <a:defRPr lang="ko-kr"/>
            </a:pPr>
            <a:r>
              <a:rPr lang="en-us" b="1" cap="none"/>
              <a:t> constraint uk_tb_email unique(email) ,</a:t>
            </a:r>
          </a:p>
          <a:p>
            <a:pPr>
              <a:defRPr lang="ko-kr"/>
            </a:pPr>
            <a:r>
              <a:rPr lang="en-us" b="1" cap="none"/>
              <a:t> constraint uk_tb_gender check (gender in ('m', 'f'))</a:t>
            </a:r>
          </a:p>
          <a:p>
            <a:pPr>
              <a:defRPr lang="ko-kr"/>
            </a:pPr>
            <a:r>
              <a:rPr lang="en-us" b="1" cap="none"/>
              <a:t>);</a:t>
            </a:r>
          </a:p>
          <a:p>
            <a:pPr>
              <a:defRPr lang="ko-kr"/>
            </a:pPr>
            <a:endParaRPr lang="en-us" b="1" cap="none"/>
          </a:p>
          <a:p>
            <a:pPr>
              <a:defRPr lang="ko-kr"/>
            </a:pPr>
            <a:r>
              <a:rPr lang="en-us" b="1" cap="none"/>
              <a:t>create table tb5 (</a:t>
            </a:r>
          </a:p>
          <a:p>
            <a:pPr>
              <a:defRPr lang="ko-kr"/>
            </a:pPr>
            <a:r>
              <a:rPr lang="en-us" b="1" cap="none"/>
              <a:t> id int primary key,</a:t>
            </a:r>
          </a:p>
          <a:p>
            <a:pPr>
              <a:defRPr lang="ko-kr"/>
            </a:pPr>
            <a:r>
              <a:rPr lang="en-us" b="1" cap="none"/>
              <a:t> email varchar(10) unique,</a:t>
            </a:r>
          </a:p>
          <a:p>
            <a:pPr>
              <a:defRPr lang="ko-kr"/>
            </a:pPr>
            <a:r>
              <a:rPr lang="en-us" b="1" cap="none"/>
              <a:t> gender char check (gender in ('m', 'f'))</a:t>
            </a:r>
          </a:p>
          <a:p>
            <a:pPr>
              <a:defRPr lang="ko-kr"/>
            </a:pPr>
            <a:r>
              <a:rPr lang="en-us" b="1" cap="none"/>
              <a:t>);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0741-0FE7-5BF1-A9B6-F9A449F85FAC}" type="slidenum"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171450" indent="-171450">
              <a:buFontTx/>
              <a:buChar char="-"/>
              <a:defRPr lang="ko-kr"/>
            </a:pPr>
            <a:r>
              <a:rPr lang="en-us" b="1" cap="none"/>
              <a:t>auto_increment</a:t>
            </a:r>
            <a:r>
              <a:rPr lang="ko-kr" b="1" cap="none"/>
              <a:t> 는 테이블당 하나의 컬럼만 가질 수 있고 그 컬럼은 </a:t>
            </a:r>
            <a:r>
              <a:rPr lang="en-us" b="1" cap="none"/>
              <a:t>primary key</a:t>
            </a:r>
            <a:r>
              <a:rPr lang="ko-kr" b="1" cap="none"/>
              <a:t>여야 한다</a:t>
            </a:r>
            <a:r>
              <a:rPr lang="en-us" b="1" cap="none"/>
              <a:t>.</a:t>
            </a:r>
          </a:p>
          <a:p>
            <a:pPr marL="628650" lvl="1" indent="-171450">
              <a:buFontTx/>
              <a:buChar char="-"/>
              <a:defRPr lang="ko-kr"/>
            </a:pPr>
            <a:r>
              <a:rPr lang="en-us" b="1" cap="none"/>
              <a:t>auto_increment</a:t>
            </a:r>
            <a:r>
              <a:rPr lang="ko-kr" b="1" cap="none"/>
              <a:t>로 지정하면 그 컬럼을 </a:t>
            </a:r>
            <a:r>
              <a:rPr lang="en-us" b="1" cap="none"/>
              <a:t>pk</a:t>
            </a:r>
            <a:r>
              <a:rPr lang="ko-kr" b="1" cap="none"/>
              <a:t>로 해야함</a:t>
            </a:r>
            <a:r>
              <a:rPr lang="en-us" b="1" cap="none"/>
              <a:t>. </a:t>
            </a:r>
            <a:r>
              <a:rPr lang="ko-kr" b="1" cap="none"/>
              <a:t> 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ED7-99E7-5BF8-A9B6-6FAD40F85F3A}" type="slidenum">
              <a:rPr lang="en-us" cap="none"/>
              <a:t>18</a:t>
            </a:fld>
            <a:endParaRPr lang="en-us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ko-kr" b="1" cap="none"/>
              <a:t>추가 하는 것이 한 개이면 </a:t>
            </a:r>
            <a:r>
              <a:rPr lang="en-us" b="1" cap="none"/>
              <a:t>( ) </a:t>
            </a:r>
            <a:r>
              <a:rPr lang="ko-kr" b="1" cap="none"/>
              <a:t>생략 가능</a:t>
            </a:r>
            <a:endParaRPr lang="en-us" b="1" cap="none"/>
          </a:p>
          <a:p>
            <a:pPr>
              <a:defRPr lang="ko-kr"/>
            </a:pPr>
            <a:endParaRPr lang="en-us" b="1" cap="none"/>
          </a:p>
          <a:p>
            <a:pPr>
              <a:defRPr lang="ko-kr"/>
            </a:pPr>
            <a:r>
              <a:rPr lang="en-us" b="1" cap="none"/>
              <a:t>add</a:t>
            </a:r>
            <a:r>
              <a:rPr lang="ko-kr" b="1" cap="none"/>
              <a:t> </a:t>
            </a:r>
            <a:r>
              <a:rPr lang="en-us" b="1" cap="none"/>
              <a:t>column,</a:t>
            </a:r>
            <a:r>
              <a:rPr lang="ko-kr" b="1" cap="none"/>
              <a:t> </a:t>
            </a:r>
            <a:r>
              <a:rPr lang="en-us" b="1" cap="none"/>
              <a:t>modify</a:t>
            </a:r>
            <a:r>
              <a:rPr lang="ko-kr" b="1" cap="none"/>
              <a:t> </a:t>
            </a:r>
            <a:r>
              <a:rPr lang="en-us" b="1" cap="none"/>
              <a:t>column</a:t>
            </a:r>
            <a:r>
              <a:rPr lang="ko-kr" b="1" cap="none"/>
              <a:t>에서 </a:t>
            </a:r>
            <a:r>
              <a:rPr lang="en-us" b="1" cap="none"/>
              <a:t>column </a:t>
            </a:r>
            <a:r>
              <a:rPr lang="ko-kr" b="1" cap="none"/>
              <a:t>은 생략가능</a:t>
            </a:r>
            <a:r>
              <a:rPr lang="en-us" b="1" cap="none"/>
              <a:t>.</a:t>
            </a:r>
          </a:p>
          <a:p>
            <a:pPr>
              <a:defRPr lang="ko-kr"/>
            </a:pPr>
            <a:r>
              <a:rPr lang="en-us" cap="none"/>
              <a:t>- </a:t>
            </a:r>
            <a:r>
              <a:rPr lang="ko-kr" b="1" cap="none"/>
              <a:t>컬럼 추가</a:t>
            </a:r>
            <a:endParaRPr lang="en-us" cap="none"/>
          </a:p>
          <a:p>
            <a:pPr>
              <a:defRPr lang="ko-kr"/>
            </a:pPr>
            <a:r>
              <a:rPr lang="en-us" cap="none"/>
              <a:t>alter table test add (name varchar(100) not null);</a:t>
            </a:r>
          </a:p>
          <a:p>
            <a:pPr>
              <a:defRPr lang="ko-kr"/>
            </a:pPr>
            <a:r>
              <a:rPr lang="en-us" cap="none"/>
              <a:t>alter table test add (email varchar(100) unique);</a:t>
            </a:r>
          </a:p>
          <a:p>
            <a:pPr>
              <a:defRPr lang="ko-kr"/>
            </a:pPr>
            <a:endParaRPr lang="en-us" cap="none"/>
          </a:p>
          <a:p>
            <a:pPr marL="171450" indent="-171450">
              <a:buFontTx/>
              <a:buChar char="-"/>
              <a:defRPr lang="ko-kr"/>
            </a:pPr>
            <a:r>
              <a:rPr lang="ko-kr" b="1" cap="none"/>
              <a:t>컬럼 추가</a:t>
            </a:r>
            <a:r>
              <a:rPr lang="en-us" b="1" cap="none"/>
              <a:t>/</a:t>
            </a:r>
            <a:r>
              <a:rPr lang="ko-kr" b="1" cap="none"/>
              <a:t>변경시 </a:t>
            </a:r>
            <a:r>
              <a:rPr lang="en-us" b="1" cap="none"/>
              <a:t>ADD COLUMN, MODIFY COLUMN </a:t>
            </a:r>
            <a:r>
              <a:rPr lang="ko-kr" b="1" cap="none"/>
              <a:t>을 반복한다</a:t>
            </a:r>
            <a:r>
              <a:rPr lang="en-us" b="1" cap="none"/>
              <a:t>. </a:t>
            </a:r>
            <a:r>
              <a:rPr lang="ko-kr" b="1" cap="none"/>
              <a:t>구분자는 </a:t>
            </a:r>
            <a:r>
              <a:rPr lang="en-us" b="1" cap="none"/>
              <a:t>, </a:t>
            </a:r>
          </a:p>
          <a:p>
            <a:pPr marL="171450" indent="-171450">
              <a:buFontTx/>
              <a:buChar char="-"/>
              <a:defRPr lang="ko-kr"/>
            </a:pPr>
            <a:endParaRPr lang="en-us" b="1" cap="none"/>
          </a:p>
          <a:p>
            <a:pPr>
              <a:defRPr lang="ko-kr"/>
            </a:pPr>
            <a:r>
              <a:rPr lang="en-us" cap="none"/>
              <a:t>- </a:t>
            </a:r>
            <a:r>
              <a:rPr lang="ko-kr" b="1" cap="none"/>
              <a:t>제약조건</a:t>
            </a:r>
            <a:r>
              <a:rPr lang="en-us" b="1" cap="none"/>
              <a:t>(key) </a:t>
            </a:r>
            <a:r>
              <a:rPr lang="ko-kr" b="1" cap="none"/>
              <a:t>추가</a:t>
            </a:r>
            <a:endParaRPr lang="en-us" cap="none"/>
          </a:p>
          <a:p>
            <a:pPr>
              <a:defRPr lang="ko-kr"/>
            </a:pPr>
            <a:r>
              <a:rPr lang="en-us" cap="none"/>
              <a:t>alter table test add constraint uk_name unique(name);</a:t>
            </a:r>
          </a:p>
          <a:p>
            <a:pPr>
              <a:defRPr lang="ko-kr"/>
            </a:pPr>
            <a:endParaRPr lang="en-us" cap="none"/>
          </a:p>
          <a:p>
            <a:pPr marL="171450" indent="-171450">
              <a:buFontTx/>
              <a:buChar char="-"/>
              <a:defRPr lang="ko-kr"/>
            </a:pPr>
            <a:r>
              <a:rPr lang="ko-kr" b="1" cap="none"/>
              <a:t>컬럼타입 변경</a:t>
            </a:r>
            <a:endParaRPr lang="en-us" b="1" cap="none"/>
          </a:p>
          <a:p>
            <a:pPr marL="0" indent="0">
              <a:buNone/>
              <a:defRPr lang="ko-kr"/>
            </a:pPr>
            <a:r>
              <a:rPr lang="en-us" cap="none"/>
              <a:t>alter table test modify name varchar(200);</a:t>
            </a:r>
          </a:p>
          <a:p>
            <a:pPr marL="0" indent="0">
              <a:buNone/>
              <a:defRPr lang="ko-kr"/>
            </a:pPr>
            <a:endParaRPr lang="en-us" cap="none"/>
          </a:p>
          <a:p>
            <a:pPr marL="171450" indent="-171450">
              <a:buFontTx/>
              <a:buChar char="-"/>
              <a:defRPr lang="ko-kr"/>
            </a:pPr>
            <a:r>
              <a:rPr lang="en-us" b="1" cap="none"/>
              <a:t>auto increment </a:t>
            </a:r>
            <a:r>
              <a:rPr lang="ko-kr" b="1" cap="none"/>
              <a:t>추가</a:t>
            </a:r>
            <a:r>
              <a:rPr lang="en-us" b="1" cap="none"/>
              <a:t>:</a:t>
            </a:r>
            <a:r>
              <a:rPr lang="en-us" cap="none"/>
              <a:t> modify</a:t>
            </a:r>
            <a:r>
              <a:t>를 이용하며 </a:t>
            </a:r>
            <a:r>
              <a:rPr lang="en-us" cap="none"/>
              <a:t>primary key</a:t>
            </a:r>
            <a:r>
              <a:t>로 지정해야 한다</a:t>
            </a:r>
            <a:r>
              <a:rPr lang="en-us" cap="none"/>
              <a:t>. (</a:t>
            </a:r>
            <a:r>
              <a:t>타입은 반드시 지정한다</a:t>
            </a:r>
            <a:r>
              <a:rPr lang="en-us" cap="none"/>
              <a:t>. )</a:t>
            </a:r>
          </a:p>
          <a:p>
            <a:pPr marL="0" indent="0">
              <a:buNone/>
              <a:defRPr lang="ko-kr"/>
            </a:pPr>
            <a:r>
              <a:rPr lang="en-us" cap="none"/>
              <a:t>alter table test3 modify id int auto_increment primary key;</a:t>
            </a:r>
          </a:p>
          <a:p>
            <a:pPr marL="0" indent="0">
              <a:buNone/>
              <a:defRPr lang="ko-kr"/>
            </a:pPr>
            <a:r>
              <a:rPr lang="en-us" cap="none"/>
              <a:t>primary key</a:t>
            </a:r>
            <a:r>
              <a:t>일 경우 생략 가능</a:t>
            </a:r>
            <a:endParaRPr lang="en-us" cap="none"/>
          </a:p>
          <a:p>
            <a:pPr marL="0" indent="0">
              <a:buNone/>
              <a:defRPr lang="ko-kr"/>
            </a:pPr>
            <a:r>
              <a:rPr lang="en-us" cap="none"/>
              <a:t>alter table test3 modify id int auto_increment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2D60-2EE7-5BDB-A9B6-D88E63F85F8D}" type="slidenum">
              <a:rPr lang="en-us" cap="none"/>
              <a:t>20</a:t>
            </a:fld>
            <a:endParaRPr lang="en-us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171450" indent="-171450">
              <a:buFontTx/>
              <a:buChar char="-"/>
              <a:defRPr lang="ko-kr"/>
            </a:pPr>
            <a:r>
              <a:rPr lang="ko-kr" b="1" cap="none"/>
              <a:t>컬럼 삭제</a:t>
            </a:r>
            <a:endParaRPr lang="en-us" b="1" cap="none"/>
          </a:p>
          <a:p>
            <a:pPr marL="0" indent="0">
              <a:buNone/>
              <a:defRPr lang="ko-kr"/>
            </a:pPr>
            <a:r>
              <a:rPr lang="en-us" cap="none"/>
              <a:t>alter table test drop column email;</a:t>
            </a:r>
            <a:endParaRPr lang="en-us" b="1" cap="none"/>
          </a:p>
          <a:p>
            <a:pPr marL="0" indent="0">
              <a:buNone/>
              <a:defRPr lang="ko-kr"/>
            </a:pPr>
            <a:endParaRPr lang="en-us" b="1" cap="none"/>
          </a:p>
          <a:p>
            <a:pPr marL="171450" indent="-171450">
              <a:buFontTx/>
              <a:buChar char="-"/>
              <a:defRPr lang="ko-kr"/>
            </a:pPr>
            <a:r>
              <a:rPr lang="ko-kr" b="1" cap="none"/>
              <a:t>제약조건 삭제</a:t>
            </a:r>
            <a:endParaRPr lang="en-us" b="1" cap="none"/>
          </a:p>
          <a:p>
            <a:pPr marL="0" indent="0">
              <a:buNone/>
              <a:defRPr lang="ko-kr"/>
            </a:pPr>
            <a:r>
              <a:rPr lang="en-us" cap="none"/>
              <a:t>alter table test drop constraint uk_name;</a:t>
            </a:r>
            <a:endParaRPr lang="en-us" b="1" cap="none"/>
          </a:p>
          <a:p>
            <a:pPr marL="0" indent="0">
              <a:buNone/>
              <a:defRPr lang="ko-kr"/>
            </a:pPr>
            <a:r>
              <a:t>제약조건이름은</a:t>
            </a:r>
            <a:endParaRPr lang="en-us" cap="none"/>
          </a:p>
          <a:p>
            <a:pPr marL="0" indent="0">
              <a:buNone/>
              <a:defRPr lang="ko-kr"/>
            </a:pPr>
            <a:r>
              <a:rPr lang="en-us" cap="none"/>
              <a:t>select * from information_schema.table_constraints where table_name='test’  </a:t>
            </a:r>
            <a:r>
              <a:t>로 조회</a:t>
            </a:r>
            <a:endParaRPr lang="en-us" cap="none"/>
          </a:p>
          <a:p>
            <a:pPr marL="0" indent="0">
              <a:buNone/>
              <a:defRPr lang="ko-kr"/>
            </a:pPr>
            <a:endParaRPr lang="en-us" cap="none"/>
          </a:p>
          <a:p>
            <a:pPr marL="171450" indent="-171450">
              <a:buFontTx/>
              <a:buChar char="-"/>
              <a:defRPr lang="ko-kr"/>
            </a:pPr>
            <a:r>
              <a:rPr lang="en-us" b="1" cap="none"/>
              <a:t>PK</a:t>
            </a:r>
            <a:r>
              <a:rPr lang="ko-kr" b="1" cap="none"/>
              <a:t> 제약조건 삭제</a:t>
            </a:r>
            <a:endParaRPr lang="en-us" b="1" cap="none"/>
          </a:p>
          <a:p>
            <a:pPr marL="0" indent="0">
              <a:buNone/>
              <a:defRPr lang="ko-kr"/>
            </a:pPr>
            <a:r>
              <a:rPr lang="en-us" cap="none"/>
              <a:t>alter table test drop primary key;	</a:t>
            </a:r>
          </a:p>
          <a:p>
            <a:pPr marL="0" indent="0">
              <a:buNone/>
              <a:defRPr lang="ko-kr"/>
            </a:pPr>
            <a:r>
              <a:rPr lang="en-us" b="1" cap="none"/>
              <a:t>    - pk</a:t>
            </a:r>
            <a:r>
              <a:rPr lang="ko-kr" b="1" cap="none"/>
              <a:t> 컬럼이 </a:t>
            </a:r>
            <a:r>
              <a:rPr lang="en-us" b="1" cap="none"/>
              <a:t>auto_increment</a:t>
            </a:r>
            <a:r>
              <a:rPr lang="ko-kr" b="1" cap="none"/>
              <a:t>이면 안된다</a:t>
            </a:r>
            <a:r>
              <a:rPr lang="en-us" b="1" cap="none"/>
              <a:t>.</a:t>
            </a:r>
          </a:p>
          <a:p>
            <a:pPr marL="0" indent="0">
              <a:buNone/>
              <a:defRPr lang="ko-kr"/>
            </a:pPr>
            <a:endParaRPr lang="en-us" b="1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C36-78E7-5BFA-A9B6-8EAF42F85FDB}" type="slidenum">
              <a:rPr lang="en-us" cap="none"/>
              <a:t>21</a:t>
            </a:fld>
            <a:endParaRPr lang="en-us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buFontTx/>
              <a:buChar char="-"/>
              <a:defRPr lang="ko-kr"/>
            </a:pPr>
            <a:r>
              <a:rPr lang="ko-kr" b="1" cap="none"/>
              <a:t> </a:t>
            </a:r>
            <a:r>
              <a:rPr lang="en-us" b="1" cap="none"/>
              <a:t>“INSERT</a:t>
            </a:r>
            <a:r>
              <a:rPr lang="ko-kr" b="1" cap="none"/>
              <a:t>할 컬럼대상에서 제외하거나 </a:t>
            </a:r>
            <a:r>
              <a:rPr lang="en-us" b="1" cap="none"/>
              <a:t>“ – </a:t>
            </a:r>
            <a:r>
              <a:rPr lang="ko-kr" b="1" cap="none"/>
              <a:t>컬럼 지정에서 뺀다는 말</a:t>
            </a:r>
            <a:r>
              <a:rPr lang="en-us" b="1" cap="none"/>
              <a:t>.</a:t>
            </a:r>
          </a:p>
          <a:p>
            <a:pPr>
              <a:buFontTx/>
              <a:buChar char="-"/>
              <a:defRPr lang="ko-kr"/>
            </a:pPr>
            <a:r>
              <a:t> 컬럼명 </a:t>
            </a:r>
            <a:r>
              <a:rPr lang="en-us" cap="none"/>
              <a:t>: </a:t>
            </a:r>
            <a:r>
              <a:t>모든 컬럼에 값을 넣을 경우 생략가능</a:t>
            </a:r>
            <a:endParaRPr lang="en-us" cap="none"/>
          </a:p>
          <a:p>
            <a:pPr>
              <a:buFontTx/>
              <a:buChar char="-"/>
              <a:defRPr lang="ko-kr"/>
            </a:pPr>
            <a:r>
              <a:rPr lang="en-us" cap="none"/>
              <a:t> </a:t>
            </a:r>
            <a:r>
              <a:t>컬럼명의 순서와 </a:t>
            </a:r>
            <a:r>
              <a:rPr lang="en-us" cap="none"/>
              <a:t>values</a:t>
            </a:r>
            <a:r>
              <a:t>의 값 순서는 일치해야 한다</a:t>
            </a:r>
            <a:r>
              <a:rPr lang="en-us" cap="none"/>
              <a:t>.</a:t>
            </a:r>
          </a:p>
          <a:p>
            <a:pPr>
              <a:buFontTx/>
              <a:buChar char="-"/>
              <a:defRPr lang="ko-kr"/>
            </a:pPr>
            <a:r>
              <a:rPr lang="en-us" cap="none"/>
              <a:t> </a:t>
            </a:r>
            <a:r>
              <a:t>값이 문자열일 경우 </a:t>
            </a:r>
            <a:r>
              <a:rPr lang="en-us" cap="none"/>
              <a:t>‘ ‘</a:t>
            </a:r>
            <a:r>
              <a:t>감싼다</a:t>
            </a:r>
            <a:r>
              <a:rPr lang="en-us" cap="none"/>
              <a:t>.</a:t>
            </a:r>
          </a:p>
          <a:p>
            <a:pPr>
              <a:buFontTx/>
              <a:buChar char="-"/>
              <a:defRPr lang="ko-kr"/>
            </a:pPr>
            <a:r>
              <a:rPr lang="en-us" cap="none"/>
              <a:t> </a:t>
            </a:r>
            <a:r>
              <a:t>값이 </a:t>
            </a:r>
            <a:r>
              <a:rPr lang="en-us" cap="none"/>
              <a:t>date </a:t>
            </a:r>
            <a:r>
              <a:t>일 경우 日은 </a:t>
            </a:r>
            <a:r>
              <a:rPr lang="en-us" cap="none"/>
              <a:t>–</a:t>
            </a:r>
            <a:r>
              <a:t>나 </a:t>
            </a:r>
            <a:r>
              <a:rPr lang="en-us" cap="none"/>
              <a:t>/ </a:t>
            </a:r>
            <a:r>
              <a:t>구분자 또는 </a:t>
            </a:r>
            <a:r>
              <a:rPr lang="en-us" cap="none"/>
              <a:t>yymmdd </a:t>
            </a:r>
            <a:r>
              <a:t>형태의 문자열로 넣으면 된다</a:t>
            </a:r>
            <a:r>
              <a:rPr lang="en-us" cap="none"/>
              <a:t>.(</a:t>
            </a:r>
            <a:r>
              <a:t>또는 </a:t>
            </a:r>
            <a:r>
              <a:rPr lang="en-us" cap="none"/>
              <a:t>yyyy) </a:t>
            </a:r>
            <a:r>
              <a:t>그러나</a:t>
            </a:r>
            <a:r>
              <a:rPr lang="en-us" cap="none"/>
              <a:t> </a:t>
            </a:r>
            <a:r>
              <a:t>시간까지 또는 시간만 넣을 경우 </a:t>
            </a:r>
            <a:r>
              <a:rPr lang="en-us" cap="none"/>
              <a:t>to_date</a:t>
            </a:r>
            <a:r>
              <a:t>를 이용해 변경</a:t>
            </a:r>
            <a:endParaRPr lang="en-us" cap="none"/>
          </a:p>
          <a:p>
            <a:pPr>
              <a:buFontTx/>
              <a:buChar char="-"/>
              <a:defRPr lang="ko-kr"/>
            </a:pPr>
            <a:r>
              <a:rPr lang="en-us" cap="none"/>
              <a:t> insert </a:t>
            </a:r>
            <a:r>
              <a:t>기본 구문한 한 구문당 한 개의 </a:t>
            </a:r>
            <a:r>
              <a:rPr lang="en-us" cap="none"/>
              <a:t>row</a:t>
            </a:r>
            <a:r>
              <a:t>를 추가한다</a:t>
            </a:r>
            <a:r>
              <a:rPr lang="en-us" cap="none"/>
              <a:t>.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08B7-F9E7-5BFE-A9B6-0FAB46F85F5A}" type="slidenum">
              <a:rPr lang="en-us" cap="none"/>
              <a:t>23</a:t>
            </a:fld>
            <a:endParaRPr lang="en-us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삭제는 레코드 별로 처리된다</a:t>
            </a:r>
            <a:r>
              <a:rPr lang="en-us" cap="none"/>
              <a:t>.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3C24-6AE7-5BCA-A9B6-9C9F72F85FC9}" type="slidenum">
              <a:t>24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distinct – </a:t>
            </a:r>
            <a:r>
              <a:t>한번만 지정하고 행단위로 같은 것은 한 행만 보여준다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--</a:t>
            </a:r>
            <a:r>
              <a:t>아래 </a:t>
            </a:r>
            <a:r>
              <a:rPr lang="en-us" cap="none"/>
              <a:t>group by</a:t>
            </a:r>
            <a:r>
              <a:t>와 </a:t>
            </a:r>
            <a:r>
              <a:rPr lang="en-us" cap="none"/>
              <a:t>having </a:t>
            </a:r>
            <a:r>
              <a:t>설명 보기</a:t>
            </a:r>
            <a:r>
              <a:rPr lang="en-us" cap="none"/>
              <a:t>—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INSERT, UPDATE, DELETE</a:t>
            </a:r>
            <a:r>
              <a:t>는 한테이블 단위로 처리되나</a:t>
            </a:r>
            <a:endParaRPr lang="en-us" cap="none"/>
          </a:p>
          <a:p>
            <a:pPr>
              <a:defRPr lang="ko-kr"/>
            </a:pPr>
            <a:r>
              <a:rPr lang="en-us" cap="none"/>
              <a:t>SELECT</a:t>
            </a:r>
            <a:r>
              <a:t>는 여러</a:t>
            </a:r>
            <a:r>
              <a:rPr lang="en-us" cap="none"/>
              <a:t> </a:t>
            </a:r>
            <a:r>
              <a:t>테이블에 걸쳐 처리된다</a:t>
            </a:r>
            <a:r>
              <a:rPr lang="en-us" cap="none"/>
              <a:t>. </a:t>
            </a:r>
            <a:r>
              <a:t>는 것 언급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select school_name </a:t>
            </a:r>
            <a:r>
              <a:t>학교명</a:t>
            </a:r>
            <a:endParaRPr lang="en-us" cap="none"/>
          </a:p>
          <a:p>
            <a:pPr>
              <a:defRPr lang="ko-kr"/>
            </a:pPr>
            <a:r>
              <a:rPr lang="en-us" cap="none"/>
              <a:t> : school_name </a:t>
            </a:r>
            <a:r>
              <a:t>은 조회할 컬럼명</a:t>
            </a:r>
            <a:endParaRPr lang="en-us" cap="none"/>
          </a:p>
          <a:p>
            <a:pPr>
              <a:defRPr lang="ko-kr"/>
            </a:pPr>
            <a:r>
              <a:rPr lang="en-us" cap="none"/>
              <a:t> : </a:t>
            </a:r>
            <a:r>
              <a:t>학교명 </a:t>
            </a:r>
            <a:r>
              <a:rPr lang="en-us" cap="none"/>
              <a:t>: </a:t>
            </a:r>
            <a:r>
              <a:t>조회결과</a:t>
            </a:r>
            <a:r>
              <a:rPr lang="en-us" cap="none"/>
              <a:t>(ResultSet)</a:t>
            </a:r>
            <a:r>
              <a:t>를 보여 줄때 사용할 컬럼명</a:t>
            </a:r>
            <a:endParaRPr lang="en-us" cap="none"/>
          </a:p>
          <a:p>
            <a:pPr>
              <a:buFont typeface="Arial" pitchFamily="2" charset="0"/>
              <a:buChar char="•"/>
              <a:defRPr lang="ko-kr"/>
            </a:pPr>
            <a:r>
              <a:t> 컬럼이름의 별칭 </a:t>
            </a:r>
            <a:r>
              <a:rPr lang="en-us" cap="none"/>
              <a:t>: </a:t>
            </a:r>
            <a:r>
              <a:t>조회결과를 보여줄 때 사용할 컬럼 별칭</a:t>
            </a:r>
            <a:r>
              <a:rPr lang="en-us" cap="none"/>
              <a:t>(</a:t>
            </a:r>
            <a:r>
              <a:t>이름</a:t>
            </a:r>
            <a:r>
              <a:rPr lang="en-us" cap="none"/>
              <a:t>) </a:t>
            </a:r>
            <a:r>
              <a:t>지정</a:t>
            </a:r>
            <a:endParaRPr lang="en-us" cap="none"/>
          </a:p>
          <a:p>
            <a:pPr>
              <a:buFont typeface="Arial" pitchFamily="2" charset="0"/>
              <a:buChar char="•"/>
              <a:defRPr lang="ko-kr"/>
            </a:pPr>
            <a:r>
              <a:rPr lang="en-us" cap="none"/>
              <a:t> table</a:t>
            </a:r>
            <a:r>
              <a:t>의 별칭 </a:t>
            </a:r>
            <a:r>
              <a:rPr lang="en-us" cap="none"/>
              <a:t>: sql</a:t>
            </a:r>
            <a:r>
              <a:t>문 내에서 </a:t>
            </a:r>
            <a:r>
              <a:rPr lang="en-us" cap="none"/>
              <a:t>table </a:t>
            </a:r>
            <a:r>
              <a:t>이름 대신 사용할 별칭 지정</a:t>
            </a:r>
            <a:endParaRPr lang="en-us" cap="none"/>
          </a:p>
          <a:p>
            <a:pPr>
              <a:buFont typeface="Arial" pitchFamily="2" charset="0"/>
              <a:buChar char="•"/>
              <a:defRPr lang="ko-kr"/>
            </a:pPr>
            <a:endParaRPr lang="en-us" cap="none"/>
          </a:p>
          <a:p>
            <a:pPr>
              <a:buNone/>
              <a:defRPr lang="ko-kr"/>
            </a:pPr>
            <a:r>
              <a:rPr lang="en-us" cap="none"/>
              <a:t>----------------group by</a:t>
            </a:r>
            <a:r>
              <a:t>와 </a:t>
            </a:r>
            <a:r>
              <a:rPr lang="en-us" cap="none"/>
              <a:t>having------------</a:t>
            </a:r>
          </a:p>
          <a:p>
            <a:pPr>
              <a:defRPr lang="ko-kr"/>
            </a:pPr>
            <a:r>
              <a:rPr lang="en-us" cap="none"/>
              <a:t>/*</a:t>
            </a:r>
          </a:p>
          <a:p>
            <a:pPr>
              <a:defRPr lang="ko-kr"/>
            </a:pPr>
            <a:r>
              <a:rPr lang="en-us" cap="none"/>
              <a:t>where</a:t>
            </a:r>
            <a:r>
              <a:rPr lang="ko-kr" cap="none"/>
              <a:t>는 행을 조회하고</a:t>
            </a:r>
          </a:p>
          <a:p>
            <a:pPr>
              <a:defRPr lang="ko-kr"/>
            </a:pPr>
            <a:r>
              <a:rPr lang="en-us" cap="none"/>
              <a:t>group by</a:t>
            </a:r>
            <a:r>
              <a:rPr lang="ko-kr" cap="none"/>
              <a:t>는 조회한 행을 그룹화하고 </a:t>
            </a:r>
          </a:p>
          <a:p>
            <a:pPr>
              <a:defRPr lang="ko-kr"/>
            </a:pPr>
            <a:r>
              <a:rPr lang="en-us" cap="none"/>
              <a:t>having</a:t>
            </a:r>
            <a:r>
              <a:rPr lang="ko-kr" cap="none"/>
              <a:t>은 </a:t>
            </a:r>
            <a:r>
              <a:rPr lang="en-us" cap="none"/>
              <a:t>group</a:t>
            </a:r>
            <a:r>
              <a:rPr lang="ko-kr" cap="none"/>
              <a:t>중에서 조건을 주어 </a:t>
            </a:r>
            <a:r>
              <a:rPr lang="en-us" cap="none"/>
              <a:t>group</a:t>
            </a:r>
            <a:r>
              <a:rPr lang="ko-kr" cap="none"/>
              <a:t>을 제거한다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ko-kr" cap="none"/>
              <a:t> </a:t>
            </a:r>
            <a:r>
              <a:rPr lang="en-us" cap="none"/>
              <a:t>avg(salary) &lt; 5000</a:t>
            </a:r>
            <a:r>
              <a:rPr lang="ko-kr" cap="none"/>
              <a:t>만</a:t>
            </a:r>
            <a:r>
              <a:rPr lang="en-us" cap="none"/>
              <a:t>. </a:t>
            </a:r>
            <a:r>
              <a:rPr lang="ko-kr" cap="none"/>
              <a:t>평균연봉이 </a:t>
            </a:r>
            <a:r>
              <a:rPr lang="en-us" cap="none"/>
              <a:t>5000</a:t>
            </a:r>
            <a:r>
              <a:rPr lang="ko-kr" cap="none"/>
              <a:t>만보다 큰 그룹은 빼라</a:t>
            </a:r>
            <a:r>
              <a:rPr lang="en-us" cap="none"/>
              <a:t>..</a:t>
            </a:r>
          </a:p>
          <a:p>
            <a:pPr>
              <a:defRPr lang="ko-kr"/>
            </a:pPr>
            <a:r>
              <a:rPr lang="ko-kr" cap="none"/>
              <a:t> 그리고 </a:t>
            </a:r>
            <a:r>
              <a:rPr lang="en-us" cap="none"/>
              <a:t>select</a:t>
            </a:r>
            <a:r>
              <a:rPr lang="ko-kr" cap="none"/>
              <a:t>의 </a:t>
            </a:r>
            <a:r>
              <a:rPr lang="en-us" cap="none"/>
              <a:t>avg</a:t>
            </a:r>
            <a:r>
              <a:rPr lang="ko-kr" cap="none"/>
              <a:t>에서 남은 </a:t>
            </a:r>
            <a:r>
              <a:rPr lang="en-us" cap="none"/>
              <a:t>group</a:t>
            </a:r>
            <a:r>
              <a:rPr lang="ko-kr" cap="none"/>
              <a:t>들의 평균 구하기</a:t>
            </a:r>
          </a:p>
          <a:p>
            <a:pPr>
              <a:defRPr lang="ko-kr"/>
            </a:pPr>
            <a:r>
              <a:rPr lang="ko-kr" cap="none"/>
              <a:t> </a:t>
            </a:r>
          </a:p>
          <a:p>
            <a:pPr>
              <a:defRPr lang="ko-kr"/>
            </a:pPr>
            <a:r>
              <a:rPr lang="ko-kr" cap="none"/>
              <a:t> *</a:t>
            </a:r>
            <a:r>
              <a:rPr lang="en-us" cap="none"/>
              <a:t>/</a:t>
            </a:r>
          </a:p>
          <a:p>
            <a:pPr>
              <a:defRPr lang="ko-kr"/>
            </a:pPr>
            <a:r>
              <a:rPr lang="en-us" cap="none"/>
              <a:t>--</a:t>
            </a:r>
            <a:r>
              <a:rPr lang="ko-kr" cap="none"/>
              <a:t>둘의 차이</a:t>
            </a:r>
          </a:p>
          <a:p>
            <a:pPr>
              <a:defRPr lang="ko-kr"/>
            </a:pPr>
            <a:r>
              <a:rPr lang="en-us" cap="none"/>
              <a:t>--</a:t>
            </a:r>
            <a:r>
              <a:rPr lang="ko-kr" cap="none"/>
              <a:t>연봉이 </a:t>
            </a:r>
            <a:r>
              <a:rPr lang="en-us" cap="none"/>
              <a:t>6000</a:t>
            </a:r>
            <a:r>
              <a:rPr lang="ko-kr" cap="none"/>
              <a:t>만원 이상인 직원들의 직급별 평균 연봉</a:t>
            </a:r>
            <a:r>
              <a:rPr lang="en-us" cap="none"/>
              <a:t>?</a:t>
            </a:r>
          </a:p>
          <a:p>
            <a:pPr>
              <a:defRPr lang="ko-kr"/>
            </a:pPr>
            <a:r>
              <a:rPr lang="en-us" b="1" cap="none"/>
              <a:t>select job_position, avg(salary)</a:t>
            </a:r>
          </a:p>
          <a:p>
            <a:pPr>
              <a:defRPr lang="ko-kr"/>
            </a:pPr>
            <a:r>
              <a:rPr lang="en-us" b="1" cap="none"/>
              <a:t>from employee</a:t>
            </a:r>
          </a:p>
          <a:p>
            <a:pPr>
              <a:defRPr lang="ko-kr"/>
            </a:pPr>
            <a:r>
              <a:rPr lang="en-us" b="1" cap="none"/>
              <a:t>where salary &gt; 6000</a:t>
            </a:r>
            <a:r>
              <a:rPr lang="ko-kr" b="1" cap="none"/>
              <a:t>만</a:t>
            </a:r>
          </a:p>
          <a:p>
            <a:pPr>
              <a:defRPr lang="ko-kr"/>
            </a:pPr>
            <a:r>
              <a:rPr lang="en-us" b="1" cap="none"/>
              <a:t>group by job_position</a:t>
            </a:r>
          </a:p>
          <a:p>
            <a:pPr>
              <a:defRPr lang="ko-kr"/>
            </a:pPr>
            <a:endParaRPr lang="ko-kr" cap="none"/>
          </a:p>
          <a:p>
            <a:pPr>
              <a:defRPr lang="ko-kr"/>
            </a:pPr>
            <a:r>
              <a:rPr lang="en-us" cap="none"/>
              <a:t>--</a:t>
            </a:r>
            <a:r>
              <a:rPr lang="ko-kr" cap="none"/>
              <a:t>직급별 평균 연봉이 </a:t>
            </a:r>
            <a:r>
              <a:rPr lang="en-us" cap="none"/>
              <a:t>6000</a:t>
            </a:r>
            <a:r>
              <a:rPr lang="ko-kr" cap="none"/>
              <a:t>만원 이상인 직급과 평균연봉</a:t>
            </a:r>
            <a:r>
              <a:rPr lang="en-us" cap="none"/>
              <a:t>?</a:t>
            </a:r>
          </a:p>
          <a:p>
            <a:pPr>
              <a:defRPr lang="ko-kr"/>
            </a:pPr>
            <a:r>
              <a:rPr lang="en-us" b="1" cap="none"/>
              <a:t>select  job_position, avg(salary)</a:t>
            </a:r>
          </a:p>
          <a:p>
            <a:pPr>
              <a:defRPr lang="ko-kr"/>
            </a:pPr>
            <a:r>
              <a:rPr lang="en-us" b="1" cap="none"/>
              <a:t>from employee</a:t>
            </a:r>
          </a:p>
          <a:p>
            <a:pPr>
              <a:defRPr lang="ko-kr"/>
            </a:pPr>
            <a:r>
              <a:rPr lang="en-us" b="1" cap="none"/>
              <a:t>group by job_position</a:t>
            </a:r>
          </a:p>
          <a:p>
            <a:pPr>
              <a:defRPr lang="ko-kr"/>
            </a:pPr>
            <a:r>
              <a:rPr lang="en-us" b="1" cap="none"/>
              <a:t>having avg(salary) &gt; 6000</a:t>
            </a:r>
            <a:r>
              <a:rPr lang="ko-kr" b="1" cap="none"/>
              <a:t>만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00F3-BDE7-5BF6-A9B6-4BA34EF85F1E}" type="slidenum">
              <a:t>25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INSERT, UPDATE, DELETE</a:t>
            </a:r>
            <a:r>
              <a:t>는 한테이블 단위로 처리되나</a:t>
            </a:r>
            <a:endParaRPr lang="en-us" cap="none"/>
          </a:p>
          <a:p>
            <a:pPr>
              <a:defRPr lang="ko-kr"/>
            </a:pPr>
            <a:r>
              <a:rPr lang="en-us" cap="none"/>
              <a:t>SELECT</a:t>
            </a:r>
            <a:r>
              <a:t>는 여러</a:t>
            </a:r>
            <a:r>
              <a:rPr lang="en-us" cap="none"/>
              <a:t> </a:t>
            </a:r>
            <a:r>
              <a:t>테이블에 걸쳐 처리된다</a:t>
            </a:r>
            <a:r>
              <a:rPr lang="en-us" cap="none"/>
              <a:t>. </a:t>
            </a:r>
            <a:r>
              <a:t>는 것 언급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select school_name </a:t>
            </a:r>
            <a:r>
              <a:t>학교명</a:t>
            </a:r>
            <a:endParaRPr lang="en-us" cap="none"/>
          </a:p>
          <a:p>
            <a:pPr>
              <a:defRPr lang="ko-kr"/>
            </a:pPr>
            <a:r>
              <a:rPr lang="en-us" cap="none"/>
              <a:t> : school_name </a:t>
            </a:r>
            <a:r>
              <a:t>은 조회할 컬럼명</a:t>
            </a:r>
            <a:endParaRPr lang="en-us" cap="none"/>
          </a:p>
          <a:p>
            <a:pPr>
              <a:defRPr lang="ko-kr"/>
            </a:pPr>
            <a:r>
              <a:rPr lang="en-us" cap="none"/>
              <a:t> : </a:t>
            </a:r>
            <a:r>
              <a:t>학교명 </a:t>
            </a:r>
            <a:r>
              <a:rPr lang="en-us" cap="none"/>
              <a:t>: </a:t>
            </a:r>
            <a:r>
              <a:t>조회결과</a:t>
            </a:r>
            <a:r>
              <a:rPr lang="en-us" cap="none"/>
              <a:t>(ResultSet)</a:t>
            </a:r>
            <a:r>
              <a:t>를 보여 줄때 사용할 컬럼명</a:t>
            </a:r>
            <a:endParaRPr lang="en-us" cap="none"/>
          </a:p>
          <a:p>
            <a:pPr>
              <a:buFont typeface="Arial" pitchFamily="2" charset="0"/>
              <a:buChar char="•"/>
              <a:defRPr lang="ko-kr"/>
            </a:pPr>
            <a:r>
              <a:t> 컬럼이름의 별칭 </a:t>
            </a:r>
            <a:r>
              <a:rPr lang="en-us" cap="none"/>
              <a:t>: </a:t>
            </a:r>
            <a:r>
              <a:t>조회결과를 보여줄 때 사용할 컬럼 별칭</a:t>
            </a:r>
            <a:r>
              <a:rPr lang="en-us" cap="none"/>
              <a:t>(</a:t>
            </a:r>
            <a:r>
              <a:t>이름</a:t>
            </a:r>
            <a:r>
              <a:rPr lang="en-us" cap="none"/>
              <a:t>) </a:t>
            </a:r>
            <a:r>
              <a:t>지정</a:t>
            </a:r>
            <a:endParaRPr lang="en-us" cap="none"/>
          </a:p>
          <a:p>
            <a:pPr>
              <a:buFont typeface="Arial" pitchFamily="2" charset="0"/>
              <a:buChar char="•"/>
              <a:defRPr lang="ko-kr"/>
            </a:pPr>
            <a:r>
              <a:rPr lang="en-us" cap="none"/>
              <a:t> table</a:t>
            </a:r>
            <a:r>
              <a:t>의 별칭 </a:t>
            </a:r>
            <a:r>
              <a:rPr lang="en-us" cap="none"/>
              <a:t>: sql</a:t>
            </a:r>
            <a:r>
              <a:t>문 내에서 </a:t>
            </a:r>
            <a:r>
              <a:rPr lang="en-us" cap="none"/>
              <a:t>table </a:t>
            </a:r>
            <a:r>
              <a:t>이름 대신 사용할 별칭 지정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5E3F-71E7-5BA8-A9B6-87FD10F85FD2}" type="slidenum">
              <a:t>26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행단위로 이루어진다</a:t>
            </a:r>
            <a:r>
              <a:rPr lang="en-us" cap="none"/>
              <a:t>. = </a:t>
            </a:r>
            <a:r>
              <a:t>모든 행의 조회값에 적용된다</a:t>
            </a:r>
            <a:r>
              <a:rPr lang="en-us" cap="none"/>
              <a:t>.</a:t>
            </a:r>
          </a:p>
          <a:p>
            <a:pPr>
              <a:buFontTx/>
              <a:buChar char="-"/>
              <a:defRPr lang="ko-kr"/>
            </a:pPr>
            <a:r>
              <a:rPr lang="en-us" cap="none"/>
              <a:t>DBMS </a:t>
            </a:r>
            <a:r>
              <a:t>별로 문자열 합치는 것은 다르다</a:t>
            </a:r>
            <a:r>
              <a:rPr lang="en-us" cap="none"/>
              <a:t>.</a:t>
            </a:r>
          </a:p>
          <a:p>
            <a:pPr>
              <a:buNone/>
              <a:defRPr lang="ko-kr"/>
            </a:pPr>
            <a:r>
              <a:rPr lang="en-us" cap="none"/>
              <a:t>  </a:t>
            </a:r>
            <a:r>
              <a:rPr lang="en-us" b="1" cap="none"/>
              <a:t>mysql</a:t>
            </a:r>
            <a:r>
              <a:rPr lang="en-us" cap="none"/>
              <a:t> : concat() </a:t>
            </a:r>
            <a:r>
              <a:t>함수 이용 </a:t>
            </a:r>
            <a:r>
              <a:rPr lang="en-us" cap="none"/>
              <a:t>: SELECT CONCAT('s','u','m') total </a:t>
            </a:r>
          </a:p>
          <a:p>
            <a:pPr>
              <a:buNone/>
              <a:defRPr lang="ko-kr"/>
            </a:pPr>
            <a:r>
              <a:rPr lang="en-us" cap="none"/>
              <a:t>  </a:t>
            </a:r>
            <a:r>
              <a:rPr lang="en-us" b="1" cap="none"/>
              <a:t>mssql</a:t>
            </a:r>
            <a:r>
              <a:rPr lang="en-us" cap="none"/>
              <a:t> : + </a:t>
            </a:r>
            <a:r>
              <a:rPr lang="ko-kr" cap="none"/>
              <a:t>로 연결 </a:t>
            </a:r>
            <a:r>
              <a:rPr lang="en-us" cap="none"/>
              <a:t>: select 's'+'u'+'m' total</a:t>
            </a:r>
          </a:p>
          <a:p>
            <a:pPr>
              <a:buNone/>
              <a:defRPr lang="ko-kr"/>
            </a:pPr>
            <a:r>
              <a:rPr lang="en-us" cap="none"/>
              <a:t>  </a:t>
            </a:r>
            <a:r>
              <a:rPr lang="ko-kr" b="1" cap="none"/>
              <a:t>오라클</a:t>
            </a:r>
            <a:r>
              <a:rPr lang="ko-kr" cap="none"/>
              <a:t> </a:t>
            </a:r>
            <a:r>
              <a:rPr lang="en-us" cap="none"/>
              <a:t>: || </a:t>
            </a:r>
            <a:r>
              <a:rPr lang="ko-kr" cap="none"/>
              <a:t>로 연결 </a:t>
            </a:r>
            <a:r>
              <a:rPr lang="en-us" cap="none"/>
              <a:t>: select 's'||'u'||'m' total from dual</a:t>
            </a:r>
          </a:p>
          <a:p>
            <a:pPr>
              <a:buNone/>
              <a:defRPr lang="ko-kr"/>
            </a:pPr>
            <a:endParaRPr lang="en-us" cap="none"/>
          </a:p>
          <a:p>
            <a:pPr>
              <a:defRPr lang="ko-kr"/>
            </a:pPr>
            <a:r>
              <a:rPr lang="ko-kr" b="1" cap="none"/>
              <a:t>나머지 연산은 </a:t>
            </a:r>
            <a:r>
              <a:rPr lang="en-us" b="1" cap="none"/>
              <a:t>mod() </a:t>
            </a:r>
            <a:r>
              <a:rPr lang="ko-kr" b="1" cap="none"/>
              <a:t>함수 사용</a:t>
            </a:r>
            <a:r>
              <a:rPr lang="en-us" b="1" cap="none"/>
              <a:t>. mod(100,30)</a:t>
            </a:r>
            <a:endParaRPr lang="ko-kr" b="1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2A52-1CE7-5BDC-A9B6-EA8964F85FBF}" type="slidenum">
              <a:rPr lang="en-us" cap="none"/>
              <a:t>27</a:t>
            </a:fld>
            <a:endParaRPr lang="en-us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like </a:t>
            </a:r>
            <a:r>
              <a:t>에서 부분일치로 </a:t>
            </a:r>
            <a:r>
              <a:rPr lang="en-us" cap="none"/>
              <a:t>% </a:t>
            </a:r>
            <a:r>
              <a:t>자체를 조회하고 싶은경우는 </a:t>
            </a:r>
            <a:endParaRPr lang="en-us" cap="none"/>
          </a:p>
          <a:p>
            <a:pPr>
              <a:defRPr lang="ko-kr"/>
            </a:pPr>
            <a:r>
              <a:rPr lang="en-us" cap="none"/>
              <a:t>like ‘%#%’ ESCAPE ‘#’  -&gt; %</a:t>
            </a:r>
            <a:r>
              <a:t>로 끝나는 문자열 인데 이때 문자로 쓸 와일드카드문자</a:t>
            </a:r>
            <a:r>
              <a:rPr lang="en-us" cap="none"/>
              <a:t>(%</a:t>
            </a:r>
            <a:r>
              <a:t>나 </a:t>
            </a:r>
            <a:r>
              <a:rPr lang="en-us" cap="none"/>
              <a:t>_) </a:t>
            </a:r>
            <a:r>
              <a:t>앞에 특수 기호를 넣고 </a:t>
            </a:r>
            <a:r>
              <a:rPr lang="en-us" cap="none"/>
              <a:t>ESCAPE </a:t>
            </a:r>
            <a:r>
              <a:t>키워드를 이용해 뭘 이스케이프문자 표시 문자로 썼다라고 표시한다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ko-kr" b="1" cap="none"/>
              <a:t>즉 위는 </a:t>
            </a:r>
            <a:r>
              <a:rPr lang="en-us" b="1" cap="none"/>
              <a:t>#</a:t>
            </a:r>
            <a:r>
              <a:rPr lang="ko-kr" b="1" cap="none"/>
              <a:t>를 이스케이프 문자로 썼다고 표시하고 </a:t>
            </a:r>
            <a:r>
              <a:rPr lang="en-us" b="1" cap="none"/>
              <a:t>LIKE</a:t>
            </a:r>
            <a:r>
              <a:rPr lang="ko-kr" b="1" cap="none"/>
              <a:t>에서 </a:t>
            </a:r>
            <a:r>
              <a:rPr lang="en-us" b="1" cap="none"/>
              <a:t>#% </a:t>
            </a:r>
            <a:r>
              <a:rPr lang="ko-kr" b="1" cap="none"/>
              <a:t>로 </a:t>
            </a:r>
            <a:r>
              <a:rPr lang="en-us" b="1" cap="none"/>
              <a:t>%</a:t>
            </a:r>
            <a:r>
              <a:rPr lang="ko-kr" b="1" cap="none"/>
              <a:t>가 문자다</a:t>
            </a:r>
            <a:r>
              <a:rPr lang="en-us" b="1" cap="none"/>
              <a:t>(</a:t>
            </a:r>
            <a:r>
              <a:rPr lang="ko-kr" b="1" cap="none"/>
              <a:t>와일드카드가아니다</a:t>
            </a:r>
            <a:r>
              <a:rPr lang="en-us" b="1" cap="none"/>
              <a:t>) </a:t>
            </a:r>
            <a:r>
              <a:rPr lang="ko-kr" b="1" cap="none"/>
              <a:t>라고 표시한 것</a:t>
            </a:r>
            <a:r>
              <a:rPr lang="en-us" b="1" cap="none"/>
              <a:t>.</a:t>
            </a:r>
          </a:p>
          <a:p>
            <a:pPr>
              <a:defRPr lang="ko-kr"/>
            </a:pPr>
            <a:endParaRPr lang="en-us" b="1" cap="none"/>
          </a:p>
          <a:p>
            <a:pPr>
              <a:buFontTx/>
              <a:buChar char="-"/>
              <a:defRPr lang="ko-kr"/>
            </a:pPr>
            <a:r>
              <a:rPr lang="ko-kr" cap="none"/>
              <a:t> 같지 않다는 </a:t>
            </a:r>
            <a:r>
              <a:rPr lang="en-us" cap="none"/>
              <a:t>&lt;&gt; </a:t>
            </a:r>
            <a:r>
              <a:rPr lang="ko-kr" cap="none"/>
              <a:t>나 </a:t>
            </a:r>
            <a:r>
              <a:rPr lang="en-us" cap="none"/>
              <a:t>!= </a:t>
            </a:r>
            <a:r>
              <a:rPr lang="ko-kr" cap="none"/>
              <a:t>를 쓰는데  </a:t>
            </a:r>
            <a:r>
              <a:rPr lang="en-us" b="1" cap="none"/>
              <a:t>SQL </a:t>
            </a:r>
            <a:r>
              <a:rPr lang="ko-kr" b="1" cap="none"/>
              <a:t>표준은 </a:t>
            </a:r>
            <a:r>
              <a:rPr lang="en-us" b="1" cap="none"/>
              <a:t>&lt;&gt; </a:t>
            </a:r>
            <a:r>
              <a:rPr lang="ko-kr" cap="none"/>
              <a:t>이다</a:t>
            </a:r>
            <a:r>
              <a:rPr lang="en-us" cap="none"/>
              <a:t>. (</a:t>
            </a:r>
            <a:r>
              <a:rPr lang="ko-kr" cap="none"/>
              <a:t>오라클은 둘 다 사용 가능</a:t>
            </a:r>
            <a:r>
              <a:rPr lang="en-us" cap="none"/>
              <a:t>)</a:t>
            </a:r>
          </a:p>
          <a:p>
            <a:pPr>
              <a:buFontTx/>
              <a:buChar char="-"/>
              <a:defRPr lang="ko-kr"/>
            </a:pPr>
            <a:r>
              <a:rPr lang="en-us" cap="none"/>
              <a:t> null </a:t>
            </a:r>
            <a:r>
              <a:rPr lang="ko-kr" cap="none"/>
              <a:t>비교는 </a:t>
            </a:r>
            <a:r>
              <a:rPr lang="en-us" cap="none"/>
              <a:t>is null </a:t>
            </a:r>
            <a:r>
              <a:rPr lang="ko-kr" cap="none"/>
              <a:t>로 한다</a:t>
            </a:r>
            <a:r>
              <a:rPr lang="en-us" cap="none"/>
              <a:t>. </a:t>
            </a:r>
            <a:r>
              <a:rPr lang="en-us" b="1" cap="none"/>
              <a:t>Update </a:t>
            </a:r>
            <a:r>
              <a:rPr lang="ko-kr" b="1" cap="none"/>
              <a:t>할 때 </a:t>
            </a:r>
            <a:r>
              <a:rPr lang="en-us" b="1" cap="none"/>
              <a:t>null</a:t>
            </a:r>
            <a:r>
              <a:rPr lang="ko-kr" b="1" cap="none"/>
              <a:t>로 변경할 때는 컬럼</a:t>
            </a:r>
            <a:r>
              <a:rPr lang="en-us" b="1" cap="none"/>
              <a:t>=null </a:t>
            </a:r>
            <a:r>
              <a:rPr lang="ko-kr" b="1" cap="none"/>
              <a:t>이다</a:t>
            </a:r>
            <a:r>
              <a:rPr lang="en-us" b="1" cap="none"/>
              <a:t>.</a:t>
            </a:r>
            <a:r>
              <a:rPr lang="en-us" cap="none"/>
              <a:t> </a:t>
            </a:r>
            <a:r>
              <a:rPr lang="ko-kr" cap="none"/>
              <a:t>이거 이야기 한다</a:t>
            </a:r>
            <a:r>
              <a:rPr lang="en-us" cap="none"/>
              <a:t>.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4435-7BE7-5BB2-A9B6-8DE70AF85FD8}" type="slidenum">
              <a:t>28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- </a:t>
            </a:r>
            <a:r>
              <a:rPr lang="ko-kr" b="1" cap="none"/>
              <a:t>동등비교</a:t>
            </a:r>
            <a:endParaRPr lang="en-us" cap="none"/>
          </a:p>
          <a:p>
            <a:pPr>
              <a:defRPr lang="ko-kr"/>
            </a:pPr>
            <a:r>
              <a:rPr lang="en-us" cap="none"/>
              <a:t>SELECT          CASE weight WHEN 10 THEN '</a:t>
            </a:r>
            <a:r>
              <a:t>십</a:t>
            </a:r>
            <a:r>
              <a:rPr lang="en-us" cap="none"/>
              <a:t>'				   </a:t>
            </a:r>
          </a:p>
          <a:p>
            <a:pPr>
              <a:defRPr lang="ko-kr"/>
            </a:pPr>
            <a:r>
              <a:rPr lang="en-us" cap="none"/>
              <a:t>                   WHEN 20 THEN '</a:t>
            </a:r>
            <a:r>
              <a:t>이십</a:t>
            </a:r>
            <a:r>
              <a:rPr lang="en-us" cap="none"/>
              <a:t>'                   </a:t>
            </a:r>
          </a:p>
          <a:p>
            <a:pPr>
              <a:defRPr lang="ko-kr"/>
            </a:pPr>
            <a:r>
              <a:rPr lang="en-us" cap="none"/>
              <a:t>	 ELSE '</a:t>
            </a:r>
            <a:r>
              <a:t>사이</a:t>
            </a:r>
            <a:r>
              <a:rPr lang="en-us" cap="none"/>
              <a:t>' END  </a:t>
            </a:r>
          </a:p>
          <a:p>
            <a:pPr>
              <a:defRPr lang="ko-kr"/>
            </a:pPr>
            <a:r>
              <a:rPr lang="en-us" cap="none"/>
              <a:t>FROM TEST5;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- </a:t>
            </a:r>
            <a:r>
              <a:rPr lang="ko-kr" b="1" cap="none"/>
              <a:t>조건비교</a:t>
            </a:r>
            <a:endParaRPr lang="en-us" cap="none"/>
          </a:p>
          <a:p>
            <a:pPr>
              <a:defRPr lang="ko-kr"/>
            </a:pPr>
            <a:r>
              <a:rPr lang="en-us" cap="none"/>
              <a:t>SELECT 	CASE WHEN age &lt;= 10 THEN '</a:t>
            </a:r>
            <a:r>
              <a:t>어린이</a:t>
            </a:r>
            <a:r>
              <a:rPr lang="en-us" cap="none"/>
              <a:t>’</a:t>
            </a:r>
          </a:p>
          <a:p>
            <a:pPr>
              <a:defRPr lang="ko-kr"/>
            </a:pPr>
            <a:r>
              <a:rPr lang="en-us" cap="none"/>
              <a:t>	        WHEN age &lt;= 20 THEN '</a:t>
            </a:r>
            <a:r>
              <a:t>청소년</a:t>
            </a:r>
            <a:r>
              <a:rPr lang="en-us" cap="none"/>
              <a:t>'			 </a:t>
            </a:r>
          </a:p>
          <a:p>
            <a:pPr>
              <a:defRPr lang="ko-kr"/>
            </a:pPr>
            <a:r>
              <a:rPr lang="en-us" cap="none"/>
              <a:t>	        ELSE '</a:t>
            </a:r>
            <a:r>
              <a:t>성인</a:t>
            </a:r>
            <a:r>
              <a:rPr lang="en-us" cap="none"/>
              <a:t>' END AS age</a:t>
            </a:r>
          </a:p>
          <a:p>
            <a:pPr>
              <a:defRPr lang="ko-kr"/>
            </a:pPr>
            <a:r>
              <a:rPr lang="en-us" cap="none"/>
              <a:t>FROM test5;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SELECT CASE 2 WHEN 1 THEN 'ONE' WHEN 5 THEN 'FIVE' END;</a:t>
            </a:r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2B4D-03E7-5BDD-A9B6-F58865F85FA0}" type="slidenum">
              <a:rPr lang="en-us" cap="none"/>
              <a:t>32</a:t>
            </a:fld>
            <a:endParaRPr lang="en-us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BIT_LENGTH() : </a:t>
            </a:r>
            <a:r>
              <a:t>메모리 </a:t>
            </a:r>
            <a:r>
              <a:rPr lang="en-us" cap="none"/>
              <a:t>BIT</a:t>
            </a:r>
            <a:r>
              <a:t> 크기 반환 </a:t>
            </a:r>
            <a:r>
              <a:rPr lang="en-us" cap="none"/>
              <a:t>(</a:t>
            </a:r>
            <a:r>
              <a:t>한글</a:t>
            </a:r>
            <a:r>
              <a:rPr lang="en-us" cap="none"/>
              <a:t> </a:t>
            </a:r>
            <a:r>
              <a:t>한글자 </a:t>
            </a:r>
            <a:r>
              <a:rPr lang="en-us" cap="none"/>
              <a:t>24bit(3</a:t>
            </a:r>
            <a:r>
              <a:t>바이트</a:t>
            </a:r>
            <a:r>
              <a:rPr lang="en-us" cap="none"/>
              <a:t>), </a:t>
            </a:r>
            <a:r>
              <a:t>영문 한글자 </a:t>
            </a:r>
            <a:r>
              <a:rPr lang="en-us" cap="none"/>
              <a:t>8bit(1</a:t>
            </a:r>
            <a:r>
              <a:t>바이트</a:t>
            </a:r>
            <a:r>
              <a:rPr lang="en-us" cap="none"/>
              <a:t>)))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b="1" cap="none"/>
              <a:t>LENGTH(): </a:t>
            </a:r>
            <a:r>
              <a:rPr lang="ko-kr" b="1" cap="none"/>
              <a:t>메모리 </a:t>
            </a:r>
            <a:r>
              <a:rPr lang="en-us" b="1" cap="none"/>
              <a:t>BYTE </a:t>
            </a:r>
            <a:r>
              <a:rPr lang="ko-kr" b="1" cap="none"/>
              <a:t>크기반환 </a:t>
            </a:r>
            <a:r>
              <a:rPr lang="en-us" cap="none"/>
              <a:t>(</a:t>
            </a:r>
            <a:r>
              <a:t>한글</a:t>
            </a:r>
            <a:r>
              <a:rPr lang="en-us" cap="none"/>
              <a:t>: 3BYTE, </a:t>
            </a:r>
            <a:r>
              <a:t>영어</a:t>
            </a:r>
            <a:r>
              <a:rPr lang="en-us" cap="none"/>
              <a:t>: 1BYTE)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ko-kr" b="1" cap="none">
                <a:solidFill>
                  <a:srgbClr val="FF0000"/>
                </a:solidFill>
              </a:rPr>
              <a:t>강조</a:t>
            </a:r>
            <a:r>
              <a:rPr lang="en-us" b="1" cap="none">
                <a:solidFill>
                  <a:srgbClr val="FF0000"/>
                </a:solidFill>
              </a:rPr>
              <a:t>: </a:t>
            </a:r>
            <a:r>
              <a:rPr lang="ko-kr" b="1" cap="none">
                <a:solidFill>
                  <a:srgbClr val="FF0000"/>
                </a:solidFill>
              </a:rPr>
              <a:t>글자수는 </a:t>
            </a:r>
            <a:r>
              <a:rPr lang="en-us" b="1" cap="none">
                <a:solidFill>
                  <a:srgbClr val="FF0000"/>
                </a:solidFill>
              </a:rPr>
              <a:t>CHAR_LENGTH()</a:t>
            </a:r>
            <a:r>
              <a:rPr lang="ko-kr" b="1" cap="none">
                <a:solidFill>
                  <a:srgbClr val="FF0000"/>
                </a:solidFill>
              </a:rPr>
              <a:t>를 사용한다</a:t>
            </a:r>
            <a:r>
              <a:rPr lang="en-us" b="1" cap="none">
                <a:solidFill>
                  <a:srgbClr val="FF0000"/>
                </a:solidFill>
              </a:rPr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endParaRPr lang="ko-kr" b="1" cap="none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427E-30E7-5BB4-A9B6-C6E10CF85F93}" type="slidenum">
              <a:rPr lang="en-us" cap="none"/>
              <a:t>33</a:t>
            </a:fld>
            <a:endParaRPr lang="en-us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SELECT RPAD('ABCDEFG', 5, '-’);  : R</a:t>
            </a:r>
            <a:r>
              <a:t>이든 </a:t>
            </a:r>
            <a:r>
              <a:rPr lang="en-us" cap="none"/>
              <a:t>L</a:t>
            </a:r>
            <a:r>
              <a:t>이든 </a:t>
            </a:r>
            <a:r>
              <a:rPr lang="en-us" cap="none"/>
              <a:t>‘ABCDE’ </a:t>
            </a:r>
            <a:r>
              <a:t>를 출력한다</a:t>
            </a:r>
            <a:r>
              <a:rPr lang="en-us" cap="none"/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select </a:t>
            </a:r>
            <a:r>
              <a:rPr lang="en-us" b="1" cap="none"/>
              <a:t>substring_index</a:t>
            </a:r>
            <a:r>
              <a:rPr lang="en-us" cap="none"/>
              <a:t>('www.abc.com', '.', -1);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. </a:t>
            </a:r>
            <a:r>
              <a:t>을</a:t>
            </a:r>
            <a:r>
              <a:rPr lang="en-us" cap="none"/>
              <a:t> </a:t>
            </a:r>
            <a:r>
              <a:t>기준으로 토큰화한 다음에 양수가 들어가면 앞에서 양수개수</a:t>
            </a:r>
            <a:r>
              <a:rPr lang="en-us" cap="none"/>
              <a:t>, </a:t>
            </a:r>
            <a:r>
              <a:t>음수는 뒤에서부터 개수만큼</a:t>
            </a:r>
            <a:endParaRPr lang="en-us" cap="none"/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1</a:t>
            </a:r>
            <a:r>
              <a:t> </a:t>
            </a:r>
            <a:r>
              <a:rPr lang="en-us" cap="none"/>
              <a:t>:</a:t>
            </a:r>
            <a:r>
              <a:t> </a:t>
            </a:r>
            <a:r>
              <a:rPr lang="en-us" cap="none"/>
              <a:t>www,</a:t>
            </a:r>
            <a:r>
              <a:t> </a:t>
            </a:r>
            <a:r>
              <a:rPr lang="en-us" cap="none"/>
              <a:t>2:</a:t>
            </a:r>
            <a:r>
              <a:t> </a:t>
            </a:r>
            <a:r>
              <a:rPr lang="en-us" cap="none"/>
              <a:t>www.abc,</a:t>
            </a:r>
            <a:r>
              <a:t> </a:t>
            </a:r>
            <a:r>
              <a:rPr lang="en-us" cap="none"/>
              <a:t>3.</a:t>
            </a:r>
            <a:r>
              <a:t> </a:t>
            </a:r>
            <a:r>
              <a:rPr lang="en-us" cap="none"/>
              <a:t>www.abc.com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-1: com, -2: abc.com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494F-01E7-5BBF-A9B6-F7EA07F85FA2}" type="slidenum">
              <a:rPr lang="en-us" cap="none"/>
              <a:t>34</a:t>
            </a:fld>
            <a:endParaRPr lang="en-us" cap="non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Trunc() : </a:t>
            </a:r>
            <a:r>
              <a:t>소수점 이하에서 절삭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141C-52E7-5BE2-A9B6-A4B75AF85FF1}" type="slidenum">
              <a:t>36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YEAR…, HOUR… </a:t>
            </a:r>
            <a:r>
              <a:t>함수는 날짜</a:t>
            </a:r>
            <a:r>
              <a:rPr lang="en-us" cap="none"/>
              <a:t>, </a:t>
            </a:r>
            <a:r>
              <a:t>시간</a:t>
            </a:r>
            <a:r>
              <a:rPr lang="en-us" cap="none"/>
              <a:t>, </a:t>
            </a:r>
            <a:r>
              <a:rPr lang="ko-kr" b="1" cap="none"/>
              <a:t>일시 도 받을 수 있다</a:t>
            </a:r>
            <a:r>
              <a:rPr lang="en-us" b="1" cap="none"/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select date('2010/10/20 13:22:10’);</a:t>
            </a:r>
            <a:endParaRPr lang="en-us" b="1" cap="none"/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2010-10-20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select time('2010/10/20 13:22:10’);</a:t>
            </a:r>
            <a:endParaRPr lang="en-us" b="1" cap="none"/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13:22:10 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757D-33E7-5B83-A9B6-C5D63BF85F90}" type="slidenum">
              <a:rPr lang="en-us" cap="none"/>
              <a:t>37</a:t>
            </a:fld>
            <a:endParaRPr lang="en-us" cap="non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171450" indent="-171450">
              <a:buFont typeface="Arial" pitchFamily="2" charset="0"/>
              <a:buChar char="•"/>
              <a:defRPr lang="ko-kr"/>
            </a:pPr>
            <a:r>
              <a:t>날짜에 더할</a:t>
            </a:r>
            <a:r>
              <a:rPr lang="en-us" cap="none"/>
              <a:t>/</a:t>
            </a:r>
            <a:r>
              <a:t>뺄 곳에 정수를 넣으면 </a:t>
            </a:r>
            <a:r>
              <a:rPr lang="en-us" cap="none"/>
              <a:t>day</a:t>
            </a:r>
            <a:r>
              <a:t>기준으로 계산한다</a:t>
            </a:r>
            <a:r>
              <a:rPr lang="en-us" cap="none"/>
              <a:t>.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SELECT subdate('2010-10-20', ‘10’);  2010-10-10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t>단위는 기준이 </a:t>
            </a:r>
            <a:r>
              <a:rPr lang="en-us" cap="none"/>
              <a:t>day</a:t>
            </a:r>
            <a:r>
              <a:t>이면 날짜 관련된 것만 넣을 수 있다</a:t>
            </a:r>
            <a:r>
              <a:rPr lang="en-us" cap="none"/>
              <a:t>. </a:t>
            </a:r>
            <a:r>
              <a:t>시간이면 시간 관련된 것만 넣을 수 있다</a:t>
            </a:r>
            <a:r>
              <a:rPr lang="en-us" cap="none"/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b="1" cap="none"/>
              <a:t>addtime</a:t>
            </a:r>
            <a:r>
              <a:rPr lang="ko-kr" b="1" cap="none"/>
              <a:t>은 </a:t>
            </a:r>
            <a:r>
              <a:rPr lang="en-us" b="1" cap="none"/>
              <a:t>adddate</a:t>
            </a:r>
            <a:r>
              <a:rPr lang="ko-kr" b="1" cap="none"/>
              <a:t>에서 시간 부분만 뺀 것 개념</a:t>
            </a:r>
            <a:r>
              <a:rPr lang="en-us" b="1" cap="none"/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b="1" cap="none"/>
              <a:t>timestampdiff : </a:t>
            </a:r>
            <a:r>
              <a:rPr lang="ko-kr" b="1" cap="none"/>
              <a:t>기준을 </a:t>
            </a:r>
            <a:r>
              <a:rPr lang="en-us" b="1" cap="none"/>
              <a:t>year</a:t>
            </a:r>
            <a:r>
              <a:rPr lang="ko-kr" b="1" cap="none"/>
              <a:t>로 하면 진짜 </a:t>
            </a:r>
            <a:r>
              <a:rPr lang="en-us" b="1" cap="none"/>
              <a:t>12</a:t>
            </a:r>
            <a:r>
              <a:rPr lang="ko-kr" b="1" cap="none"/>
              <a:t>개월 이상 지나야 </a:t>
            </a:r>
            <a:r>
              <a:rPr lang="en-us" b="1" cap="none"/>
              <a:t>1</a:t>
            </a:r>
            <a:r>
              <a:rPr lang="ko-kr" b="1" cap="none"/>
              <a:t>년이 반환된다</a:t>
            </a:r>
            <a:r>
              <a:rPr lang="en-us" b="1" cap="none"/>
              <a:t>.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ko-kr" b="1" cap="none"/>
              <a:t>앞의 것이 나중이면 음수 반환</a:t>
            </a:r>
            <a:endParaRPr lang="en-us" b="1" cap="none"/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t>기준일시는 날짜</a:t>
            </a:r>
            <a:r>
              <a:rPr lang="en-us" cap="none"/>
              <a:t>+</a:t>
            </a:r>
            <a:r>
              <a:t>시간 또는 함수에 맞게 날짜나 시간만 받을 수있다</a:t>
            </a:r>
            <a:r>
              <a:rPr lang="en-us" cap="none"/>
              <a:t>.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datediff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select datediff(now(), '2022/04/10 13:22:10’);  now</a:t>
            </a:r>
            <a:r>
              <a:t>가 </a:t>
            </a:r>
            <a:r>
              <a:rPr lang="en-us" cap="none"/>
              <a:t>4.14</a:t>
            </a:r>
            <a:r>
              <a:t> 이었음</a:t>
            </a:r>
            <a:r>
              <a:rPr lang="en-us" cap="none"/>
              <a:t>. =&gt; 4</a:t>
            </a:r>
          </a:p>
          <a:p>
            <a:pPr marL="171450" indent="-171450">
              <a:buFont typeface="Arial" pitchFamily="2" charset="0"/>
              <a:buChar char="•"/>
              <a:defRPr lang="ko-kr"/>
            </a:pPr>
            <a:r>
              <a:rPr lang="en-us" cap="none"/>
              <a:t>timediff</a:t>
            </a:r>
          </a:p>
          <a:p>
            <a:pPr marL="628650" lvl="1" indent="-171450">
              <a:buFont typeface="Arial" pitchFamily="2" charset="0"/>
              <a:buChar char="•"/>
              <a:defRPr lang="ko-kr"/>
            </a:pPr>
            <a:r>
              <a:rPr lang="en-us" cap="none"/>
              <a:t>select timediff('2022/04/14 15:20:10', '2022/04/14 15:00:00’);   00:20:10 </a:t>
            </a:r>
            <a:r>
              <a:t>로 나옴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4EAF-E1E7-5BB8-A9B6-17ED00F85F42}" type="slidenum">
              <a:rPr lang="en-us" cap="none"/>
              <a:t>38</a:t>
            </a:fld>
            <a:endParaRPr lang="en-us" cap="non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ko-kr"/>
            </a:pPr>
            <a:r>
              <a:rPr lang="en-us" b="1" cap="none"/>
              <a:t>select SUBSTRING('</a:t>
            </a:r>
            <a:r>
              <a:rPr lang="ko-kr" b="1" cap="none"/>
              <a:t>일월화수목금토</a:t>
            </a:r>
            <a:r>
              <a:rPr lang="en-us" b="1" cap="none"/>
              <a:t>', DAYOFWEEK(now()), 1);  dayofweek()</a:t>
            </a:r>
            <a:r>
              <a:rPr lang="ko-kr" b="1" cap="none"/>
              <a:t>은</a:t>
            </a:r>
            <a:r>
              <a:rPr lang="en-us" b="1" cap="none"/>
              <a:t> </a:t>
            </a:r>
            <a:r>
              <a:rPr lang="ko-kr" b="1" cap="none"/>
              <a:t>요일을 정수로</a:t>
            </a:r>
            <a:r>
              <a:rPr lang="en-us" b="1" cap="none"/>
              <a:t>. 1: </a:t>
            </a:r>
            <a:r>
              <a:rPr lang="ko-kr" b="1" cap="none"/>
              <a:t>일요일</a:t>
            </a:r>
            <a:r>
              <a:rPr lang="en-us" b="1" cap="none"/>
              <a:t>, 7: </a:t>
            </a:r>
            <a:r>
              <a:rPr lang="ko-kr" b="1" cap="none"/>
              <a:t>토요일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select case dayofweek(now()) when 1 then '</a:t>
            </a:r>
            <a:r>
              <a:t>일</a:t>
            </a:r>
            <a:r>
              <a:rPr lang="en-us" cap="none"/>
              <a:t>’</a:t>
            </a:r>
          </a:p>
          <a:p>
            <a:pPr>
              <a:defRPr lang="ko-kr"/>
            </a:pPr>
            <a:r>
              <a:rPr lang="en-us" cap="none"/>
              <a:t>		 when 2 then '</a:t>
            </a:r>
            <a:r>
              <a:t>월</a:t>
            </a:r>
            <a:r>
              <a:rPr lang="en-us" cap="none"/>
              <a:t>'</a:t>
            </a:r>
          </a:p>
          <a:p>
            <a:pPr lvl="1">
              <a:defRPr lang="ko-kr"/>
            </a:pPr>
            <a:r>
              <a:rPr lang="en-us" cap="none"/>
              <a:t>                             when 3 then '</a:t>
            </a:r>
            <a:r>
              <a:t>화</a:t>
            </a:r>
            <a:r>
              <a:rPr lang="en-us" cap="none"/>
              <a:t>'</a:t>
            </a:r>
          </a:p>
          <a:p>
            <a:pPr lvl="1">
              <a:defRPr lang="ko-kr"/>
            </a:pPr>
            <a:r>
              <a:rPr lang="en-us" cap="none"/>
              <a:t>                             when 4 then '</a:t>
            </a:r>
            <a:r>
              <a:t>수</a:t>
            </a:r>
            <a:r>
              <a:rPr lang="en-us" cap="none"/>
              <a:t>'</a:t>
            </a:r>
          </a:p>
          <a:p>
            <a:pPr lvl="1">
              <a:defRPr lang="ko-kr"/>
            </a:pPr>
            <a:r>
              <a:rPr lang="en-us" cap="none"/>
              <a:t>                             when 5 then '</a:t>
            </a:r>
            <a:r>
              <a:t>목</a:t>
            </a:r>
            <a:r>
              <a:rPr lang="en-us" cap="none"/>
              <a:t>'</a:t>
            </a:r>
          </a:p>
          <a:p>
            <a:pPr lvl="1">
              <a:defRPr lang="ko-kr"/>
            </a:pPr>
            <a:r>
              <a:rPr lang="en-us" cap="none"/>
              <a:t>                             when 6 then '</a:t>
            </a:r>
            <a:r>
              <a:t>금</a:t>
            </a:r>
            <a:r>
              <a:rPr lang="en-us" cap="none"/>
              <a:t>'</a:t>
            </a:r>
          </a:p>
          <a:p>
            <a:pPr lvl="1">
              <a:defRPr lang="ko-kr"/>
            </a:pPr>
            <a:r>
              <a:rPr lang="en-us" cap="none"/>
              <a:t>                             when 7 then '</a:t>
            </a:r>
            <a:r>
              <a:t>토</a:t>
            </a:r>
            <a:r>
              <a:rPr lang="en-us" cap="none"/>
              <a:t>' end as dayofweek;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35CD-83E7-5BC3-A9B6-75967BF85F20}" type="slidenum">
              <a:rPr lang="en-us" cap="none"/>
              <a:t>39</a:t>
            </a:fld>
            <a:endParaRPr lang="en-us" cap="non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t>요일 단어는 영어단어로 나온다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74A7-E9E7-5B82-A9B6-1FD73AF85F4A}" type="slidenum">
              <a:rPr lang="en-us" cap="none"/>
              <a:t>40</a:t>
            </a:fld>
            <a:endParaRPr lang="en-us" cap="non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decima</a:t>
            </a:r>
            <a:r>
              <a:t>은 크기 지정할 수 있다</a:t>
            </a:r>
            <a:r>
              <a:rPr lang="en-us" cap="none"/>
              <a:t>. (</a:t>
            </a:r>
            <a:r>
              <a:t>총자릿수</a:t>
            </a:r>
            <a:r>
              <a:rPr lang="en-us" cap="none"/>
              <a:t>, </a:t>
            </a:r>
            <a:r>
              <a:t>소수점부분 자릿수</a:t>
            </a:r>
            <a:r>
              <a:rPr lang="en-us" cap="none"/>
              <a:t>)</a:t>
            </a:r>
          </a:p>
          <a:p>
            <a:pPr>
              <a:defRPr lang="ko-kr"/>
            </a:pPr>
            <a:r>
              <a:rPr lang="en-us" cap="none"/>
              <a:t>  select cast(20 as decimal(5,1));</a:t>
            </a:r>
          </a:p>
          <a:p>
            <a:pPr>
              <a:defRPr lang="ko-kr"/>
            </a:pPr>
            <a:r>
              <a:rPr lang="en-us" cap="none"/>
              <a:t>binary</a:t>
            </a:r>
            <a:r>
              <a:t>는 </a:t>
            </a:r>
            <a:r>
              <a:rPr lang="en-us" cap="none"/>
              <a:t>blob, binary string</a:t>
            </a:r>
            <a:r>
              <a:t>으로 변환된다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ko-kr" b="1" cap="none"/>
              <a:t>타입에 </a:t>
            </a:r>
            <a:r>
              <a:rPr lang="en-us" b="1" cap="none"/>
              <a:t>length </a:t>
            </a:r>
            <a:r>
              <a:rPr lang="ko-kr" b="1" cap="none"/>
              <a:t>지정할 수 있다</a:t>
            </a:r>
            <a:r>
              <a:rPr lang="en-us" b="1" cap="none"/>
              <a:t>. </a:t>
            </a:r>
            <a:r>
              <a:rPr lang="ko-kr" b="1" cap="none"/>
              <a:t>그럼 그 </a:t>
            </a:r>
            <a:r>
              <a:rPr lang="en-us" b="1" cap="none"/>
              <a:t>length</a:t>
            </a:r>
            <a:r>
              <a:rPr lang="ko-kr" b="1" cap="none"/>
              <a:t>에 맞춰 변환된다</a:t>
            </a:r>
            <a:r>
              <a:rPr lang="en-us" b="1" cap="none"/>
              <a:t>.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31A2-ECE7-5BC7-A9B6-1A927FF85F4F}" type="slidenum">
              <a:rPr lang="en-us" cap="none"/>
              <a:t>41</a:t>
            </a:fld>
            <a:endParaRPr lang="en-us" cap="non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D/Hw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IEQAAB/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select count(distinct age) from test5;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Q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fld id="{0A0E627E-30E7-5B94-A9B6-C6C12CF85F93}" type="slidenum">
              <a:t>42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select	coalesce(name, '</a:t>
            </a:r>
            <a:r>
              <a:t>총계</a:t>
            </a:r>
            <a:r>
              <a:rPr lang="en-us" cap="none"/>
              <a:t>’), </a:t>
            </a:r>
          </a:p>
          <a:p>
            <a:pPr>
              <a:defRPr lang="ko-kr"/>
            </a:pPr>
            <a:r>
              <a:rPr lang="en-us" cap="none"/>
              <a:t>	avg(tall) from test5</a:t>
            </a:r>
          </a:p>
          <a:p>
            <a:pPr>
              <a:defRPr lang="ko-kr"/>
            </a:pPr>
            <a:r>
              <a:rPr lang="en-us" cap="none"/>
              <a:t>group by name</a:t>
            </a:r>
          </a:p>
          <a:p>
            <a:pPr>
              <a:defRPr lang="ko-kr"/>
            </a:pPr>
            <a:r>
              <a:rPr lang="en-us" cap="none"/>
              <a:t>with rollup;</a:t>
            </a:r>
          </a:p>
          <a:p>
            <a:pPr marL="171450" indent="-171450">
              <a:buFontTx/>
              <a:buChar char="-"/>
              <a:defRPr lang="ko-kr"/>
            </a:pPr>
            <a:r>
              <a:rPr lang="ko-kr" b="1" cap="none"/>
              <a:t>계 컬럼</a:t>
            </a:r>
            <a:r>
              <a:t>은 </a:t>
            </a:r>
            <a:r>
              <a:rPr lang="en-us" cap="none"/>
              <a:t>null </a:t>
            </a:r>
          </a:p>
          <a:p>
            <a:pPr marL="628650" lvl="1" indent="-171450">
              <a:buFontTx/>
              <a:buChar char="-"/>
              <a:defRPr lang="ko-kr"/>
            </a:pPr>
            <a:r>
              <a:rPr lang="en-us" cap="none"/>
              <a:t>coalesce(</a:t>
            </a:r>
            <a:r>
              <a:t>값</a:t>
            </a:r>
            <a:r>
              <a:rPr lang="en-us" cap="none"/>
              <a:t>, </a:t>
            </a:r>
            <a:r>
              <a:t>기본값</a:t>
            </a:r>
            <a:r>
              <a:rPr lang="en-us" cap="none"/>
              <a:t>): </a:t>
            </a:r>
            <a:r>
              <a:t>값이 </a:t>
            </a:r>
            <a:r>
              <a:rPr lang="en-us" cap="none"/>
              <a:t>null </a:t>
            </a:r>
            <a:r>
              <a:t>이면 </a:t>
            </a:r>
            <a:r>
              <a:rPr lang="ko-kr" b="1" cap="none"/>
              <a:t>기본값</a:t>
            </a:r>
            <a:r>
              <a:t>을 </a:t>
            </a:r>
            <a:r>
              <a:rPr lang="en-us" cap="none"/>
              <a:t>null</a:t>
            </a:r>
            <a:r>
              <a:t>이 아니면 </a:t>
            </a:r>
            <a:r>
              <a:rPr lang="ko-kr" b="1" cap="none"/>
              <a:t>값</a:t>
            </a:r>
            <a:r>
              <a:t>을 반환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7153-1DE7-5B87-A9B6-EBD23FF85FBE}" type="slidenum">
              <a:rPr lang="en-us" cap="none"/>
              <a:t>43</a:t>
            </a:fld>
            <a:endParaRPr lang="en-us" cap="non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constraint fk_tx_t1 foreign key (t1_id) references t1(id),</a:t>
            </a:r>
          </a:p>
          <a:p>
            <a:pPr>
              <a:defRPr lang="ko-kr"/>
            </a:pPr>
            <a:r>
              <a:rPr lang="en-us" cap="none"/>
              <a:t>-- </a:t>
            </a:r>
            <a:r>
              <a:rPr lang="en-us" b="1" cap="none"/>
              <a:t> </a:t>
            </a:r>
            <a:r>
              <a:rPr lang="ko-kr" b="1" cap="none"/>
              <a:t>부모 </a:t>
            </a:r>
            <a:r>
              <a:rPr lang="en-us" b="1" cap="none"/>
              <a:t>PK </a:t>
            </a:r>
            <a:r>
              <a:rPr lang="ko-kr" b="1" cap="none"/>
              <a:t>컬럼명 반드시 지정해야 한다</a:t>
            </a:r>
            <a:r>
              <a:rPr lang="en-us" b="1" cap="none"/>
              <a:t>.</a:t>
            </a:r>
            <a:endParaRPr lang="en-us" cap="none"/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6C27-69E7-5B9A-A9B6-9FCF22F85FCA}" type="slidenum">
              <a:rPr lang="en-us" cap="none"/>
              <a:t>46</a:t>
            </a:fld>
            <a:endParaRPr lang="en-us" cap="none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constraint fk_tx_t1 foreign key (t1_id) references t1(id),</a:t>
            </a:r>
          </a:p>
          <a:p>
            <a:pPr>
              <a:defRPr lang="ko-kr"/>
            </a:pPr>
            <a:r>
              <a:rPr lang="en-us" cap="none"/>
              <a:t>-- </a:t>
            </a:r>
            <a:r>
              <a:rPr lang="en-us" b="1" cap="none"/>
              <a:t> </a:t>
            </a:r>
            <a:r>
              <a:rPr lang="ko-kr" b="1" cap="none"/>
              <a:t>부모 </a:t>
            </a:r>
            <a:r>
              <a:rPr lang="en-us" b="1" cap="none"/>
              <a:t>PK </a:t>
            </a:r>
            <a:r>
              <a:rPr lang="ko-kr" b="1" cap="none"/>
              <a:t>컬럼명 반드시 지정해야 한다</a:t>
            </a:r>
            <a:r>
              <a:rPr lang="en-us" b="1" cap="none"/>
              <a:t>.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on update, on delete </a:t>
            </a:r>
            <a:r>
              <a:t>설정은 한 </a:t>
            </a:r>
            <a:r>
              <a:rPr lang="en-us" cap="none"/>
              <a:t>fk</a:t>
            </a:r>
            <a:r>
              <a:t> 설정에 다 적용할 수 있다</a:t>
            </a:r>
            <a:r>
              <a:rPr lang="en-us" cap="none"/>
              <a:t>.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2CC1-8FE7-5BDA-A9B6-798F62F85F2C}" type="slidenum">
              <a:rPr lang="en-us" cap="none"/>
              <a:t>47</a:t>
            </a:fld>
            <a:endParaRPr lang="en-us" cap="none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ANSI-JOIN</a:t>
            </a: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SELECT  e.employee_name, d.department_name</a:t>
            </a:r>
          </a:p>
          <a:p>
            <a:pPr>
              <a:defRPr lang="ko-kr"/>
            </a:pPr>
            <a:r>
              <a:rPr lang="en-us" cap="none"/>
              <a:t>FROM     employee e join on department d ON e.department_id = d.department_id</a:t>
            </a:r>
          </a:p>
          <a:p>
            <a:pPr>
              <a:defRPr lang="ko-kr"/>
            </a:pPr>
            <a:r>
              <a:rPr lang="en-us" cap="none"/>
              <a:t>WHERE  e.employee_id = 121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2FE5-ABE7-5BD9-A9B6-5D8C61F85F08}" type="slidenum">
              <a:rPr lang="en-us" cap="none"/>
              <a:t>51</a:t>
            </a:fld>
            <a:endParaRPr lang="en-us" cap="none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C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wIAADgEAADWJwAAUBkAABAAAAAmAAAACAAAAAEAAAAAAAAA"/>
              </a:ext>
            </a:extLst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AEg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b="1" cap="none"/>
              <a:t>select e.employee_id, e.employee_name, d.department_name</a:t>
            </a:r>
          </a:p>
          <a:p>
            <a:pPr>
              <a:defRPr lang="ko-kr"/>
            </a:pPr>
            <a:r>
              <a:rPr lang="en-us" b="1" cap="none"/>
              <a:t>from employee e left join department d on e.department_id = d.department_id –</a:t>
            </a:r>
            <a:r>
              <a:rPr lang="ko-kr" b="1" cap="none"/>
              <a:t>왼쪽기준 </a:t>
            </a:r>
            <a:r>
              <a:rPr lang="en-us" b="1" cap="none"/>
              <a:t>(</a:t>
            </a:r>
            <a:r>
              <a:rPr lang="ko-kr" b="1" cap="none"/>
              <a:t>나</a:t>
            </a:r>
            <a:r>
              <a:rPr lang="en-us" b="1" cap="none"/>
              <a:t> </a:t>
            </a:r>
            <a:r>
              <a:rPr lang="ko-kr" b="1" cap="none"/>
              <a:t>왼쪽것은 볼거고 오른쪽은 있으면 붙이고 없으면 말아라 의 의미</a:t>
            </a:r>
            <a:r>
              <a:rPr lang="en-us" b="1" cap="none"/>
              <a:t>)</a:t>
            </a:r>
            <a:endParaRPr lang="ko-kr" b="1" cap="none"/>
          </a:p>
          <a:p>
            <a:pPr>
              <a:defRPr lang="ko-kr"/>
            </a:pPr>
            <a:r>
              <a:rPr lang="en-us" b="1" cap="none"/>
              <a:t>where e.employee_id = 123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lang="en-us" cap="none"/>
              <a:t>full outer join</a:t>
            </a:r>
            <a:r>
              <a:t>은 </a:t>
            </a:r>
            <a:r>
              <a:rPr lang="en-us" cap="none"/>
              <a:t>union</a:t>
            </a:r>
            <a:r>
              <a:t>을 이용한다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  <a:p>
            <a:pPr algn="l">
              <a:defRPr lang="ko-kr"/>
            </a:pPr>
            <a:r>
              <a:rPr lang="en-us" sz="1800" cap="none">
                <a:solidFill>
                  <a:srgbClr val="000000"/>
                </a:solidFill>
                <a:latin typeface="Tahoma" pitchFamily="2" charset="0"/>
                <a:ea typeface="Corbel" pitchFamily="2" charset="0"/>
                <a:cs typeface="Corbel" pitchFamily="2" charset="0"/>
              </a:rPr>
              <a:t>select *</a:t>
            </a:r>
          </a:p>
          <a:p>
            <a:pPr algn="l">
              <a:defRPr lang="ko-kr"/>
            </a:pPr>
            <a:r>
              <a:rPr lang="en-us" sz="1800" cap="none">
                <a:solidFill>
                  <a:srgbClr val="000000"/>
                </a:solidFill>
                <a:latin typeface="Tahoma" pitchFamily="2" charset="0"/>
                <a:ea typeface="Corbel" pitchFamily="2" charset="0"/>
                <a:cs typeface="Corbel" pitchFamily="2" charset="0"/>
              </a:rPr>
              <a:t>from A left join B</a:t>
            </a:r>
          </a:p>
          <a:p>
            <a:pPr algn="l">
              <a:defRPr lang="ko-kr"/>
            </a:pPr>
            <a:r>
              <a:rPr lang="en-us" sz="1800" cap="none">
                <a:solidFill>
                  <a:srgbClr val="FF0000"/>
                </a:solidFill>
                <a:latin typeface="Tahoma" pitchFamily="2" charset="0"/>
                <a:ea typeface="Corbel" pitchFamily="2" charset="0"/>
                <a:cs typeface="Corbel" pitchFamily="2" charset="0"/>
              </a:rPr>
              <a:t>union</a:t>
            </a:r>
            <a:endParaRPr lang="en-us" sz="1800" cap="none">
              <a:solidFill>
                <a:srgbClr val="000000"/>
              </a:solidFill>
              <a:latin typeface="Tahoma" pitchFamily="2" charset="0"/>
              <a:ea typeface="Corbel" pitchFamily="2" charset="0"/>
              <a:cs typeface="Corbel" pitchFamily="2" charset="0"/>
            </a:endParaRPr>
          </a:p>
          <a:p>
            <a:pPr algn="l">
              <a:defRPr lang="ko-kr"/>
            </a:pPr>
            <a:r>
              <a:rPr lang="en-us" sz="1800" cap="none">
                <a:solidFill>
                  <a:srgbClr val="000000"/>
                </a:solidFill>
                <a:latin typeface="Tahoma" pitchFamily="2" charset="0"/>
                <a:ea typeface="Corbel" pitchFamily="2" charset="0"/>
                <a:cs typeface="Corbel" pitchFamily="2" charset="0"/>
              </a:rPr>
              <a:t>select *</a:t>
            </a:r>
          </a:p>
          <a:p>
            <a:pPr algn="l">
              <a:defRPr lang="ko-kr"/>
            </a:pPr>
            <a:r>
              <a:rPr lang="en-us" sz="1800" cap="none">
                <a:solidFill>
                  <a:srgbClr val="000000"/>
                </a:solidFill>
                <a:latin typeface="Tahoma" pitchFamily="2" charset="0"/>
                <a:ea typeface="Corbel" pitchFamily="2" charset="0"/>
                <a:cs typeface="Corbel" pitchFamily="2" charset="0"/>
              </a:rPr>
              <a:t>from A right join B;</a:t>
            </a:r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PjgAABAAAAAmAAAACAAAAAEAAAAAAAAA"/>
              </a:ext>
            </a:extLst>
          </p:cNvSpPr>
          <p:nvPr>
            <p:ph type="sldNum" sz="quarter" idx="10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ko-kr"/>
            </a:pPr>
            <a:fld id="{0A0E3212-5CE7-5BC4-A9B6-AA917CF85FFF}" type="slidenum">
              <a:t>52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Cjd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GgAAAAAAAA"/>
              </a:ext>
            </a:extLst>
          </p:cNvSpPr>
          <p:nvPr>
            <p:ph type="ctrTitle"/>
          </p:nvPr>
        </p:nvSpPr>
        <p:spPr>
          <a:xfrm>
            <a:off x="1522730" y="1905000"/>
            <a:ext cx="9144000" cy="26670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ko-kr" sz="5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" name="부제목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P///wk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gfAACdQQAA+CUAABAAAAAmAAAACAAAAAGAAACAHwAA"/>
              </a:ext>
            </a:extLst>
          </p:cNvSpPr>
          <p:nvPr>
            <p:ph type="subTitle" idx="1"/>
          </p:nvPr>
        </p:nvSpPr>
        <p:spPr>
          <a:xfrm>
            <a:off x="1522730" y="5105400"/>
            <a:ext cx="9143365" cy="1066800"/>
          </a:xfrm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ko-kr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 algn="ctr">
              <a:buNone/>
              <a:defRPr lang="ko-kr" cap="none">
                <a:solidFill>
                  <a:srgbClr val="FFFFFF"/>
                </a:solidFill>
              </a:defRPr>
            </a:lvl2pPr>
            <a:lvl3pPr marL="914400" indent="0" algn="ctr">
              <a:buNone/>
              <a:defRPr lang="ko-kr" cap="none">
                <a:solidFill>
                  <a:srgbClr val="FFFFFF"/>
                </a:solidFill>
              </a:defRPr>
            </a:lvl3pPr>
            <a:lvl4pPr marL="1371600" indent="0" algn="ctr">
              <a:buNone/>
              <a:defRPr lang="ko-kr" cap="none">
                <a:solidFill>
                  <a:srgbClr val="FFFFFF"/>
                </a:solidFill>
              </a:defRPr>
            </a:lvl4pPr>
            <a:lvl5pPr marL="1828800" indent="0" algn="ctr">
              <a:buNone/>
              <a:defRPr lang="ko-kr" cap="none">
                <a:solidFill>
                  <a:srgbClr val="FFFFFF"/>
                </a:solidFill>
              </a:defRPr>
            </a:lvl5pPr>
            <a:lvl6pPr marL="2286000" indent="0" algn="ctr">
              <a:buNone/>
              <a:defRPr lang="ko-kr" cap="none">
                <a:solidFill>
                  <a:srgbClr val="FFFFFF"/>
                </a:solidFill>
              </a:defRPr>
            </a:lvl6pPr>
            <a:lvl7pPr marL="2743200" indent="0" algn="ctr">
              <a:buNone/>
              <a:defRPr lang="ko-kr" cap="none">
                <a:solidFill>
                  <a:srgbClr val="FFFFFF"/>
                </a:solidFill>
              </a:defRPr>
            </a:lvl7pPr>
            <a:lvl8pPr marL="3200400" indent="0" algn="ctr">
              <a:buNone/>
              <a:defRPr lang="ko-kr" cap="none">
                <a:solidFill>
                  <a:srgbClr val="FFFFFF"/>
                </a:solidFill>
              </a:defRPr>
            </a:lvl8pPr>
            <a:lvl9pPr marL="3657600" indent="0" algn="ctr">
              <a:buNone/>
              <a:defRPr lang="ko-kr" cap="none">
                <a:solidFill>
                  <a:srgbClr val="FFFFFF"/>
                </a:solidFill>
              </a:defRPr>
            </a:lvl9pPr>
          </a:lstStyle>
          <a:p>
            <a:pPr>
              <a:defRPr lang="ko-kr"/>
            </a:pPr>
            <a:r>
              <a:t>마스터 부제목 스타일 편집</a:t>
            </a:r>
          </a:p>
        </p:txBody>
      </p:sp>
      <p:grpSp>
        <p:nvGrpSpPr>
          <p:cNvPr id="4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NQc4wQfAAAAVAAAAAAAAAAAAAAAAAAAAAAAAAAAAAAAAAAAAAAAAAAAAAAAAAAAAAAAAAAAAAAAAAAAAAAAAAAAAAAAAAAAAAAAAAAAAAAAAAAAAAAAAAAAAAAAAAAAACEAAAAYAAAAFAAAAMAJAAAQHQAA2T4AAHUdAAAQAAAAJgAAAAgAAAD/////AAAAAA=="/>
              </a:ext>
            </a:extLst>
          </p:cNvGrpSpPr>
          <p:nvPr/>
        </p:nvGrpSpPr>
        <p:grpSpPr>
          <a:xfrm>
            <a:off x="1584960" y="4724400"/>
            <a:ext cx="8631555" cy="64135"/>
            <a:chOff x="1584960" y="4724400"/>
            <a:chExt cx="8631555" cy="64135"/>
          </a:xfrm>
        </p:grpSpPr>
        <p:sp>
          <p:nvSpPr>
            <p:cNvPr id="127" name="자유형 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z0AADkdAADZPgAARR0AAAAAAAAmAAAACAAAAP//////////"/>
                </a:ext>
              </a:extLst>
            </p:cNvSpPr>
            <p:nvPr/>
          </p:nvSpPr>
          <p:spPr>
            <a:xfrm>
              <a:off x="9984105" y="4750435"/>
              <a:ext cx="232410" cy="7620"/>
            </a:xfrm>
            <a:custGeom>
              <a:avLst/>
              <a:gdLst/>
              <a:ahLst/>
              <a:cxnLst/>
              <a:rect l="0" t="0" r="232410" b="7620"/>
              <a:pathLst>
                <a:path w="232410" h="7620">
                  <a:moveTo>
                    <a:pt x="20003" y="4763"/>
                  </a:moveTo>
                  <a:cubicBezTo>
                    <a:pt x="40005" y="4763"/>
                    <a:pt x="56198" y="6668"/>
                    <a:pt x="49530" y="6668"/>
                  </a:cubicBezTo>
                  <a:cubicBezTo>
                    <a:pt x="89535" y="5715"/>
                    <a:pt x="89535" y="7620"/>
                    <a:pt x="95250" y="4763"/>
                  </a:cubicBezTo>
                  <a:cubicBezTo>
                    <a:pt x="120968" y="3810"/>
                    <a:pt x="147638" y="5715"/>
                    <a:pt x="119062" y="6668"/>
                  </a:cubicBezTo>
                  <a:lnTo>
                    <a:pt x="192405" y="5715"/>
                  </a:lnTo>
                  <a:lnTo>
                    <a:pt x="148590" y="4763"/>
                  </a:lnTo>
                  <a:cubicBezTo>
                    <a:pt x="160020" y="1905"/>
                    <a:pt x="219075" y="5715"/>
                    <a:pt x="232410" y="2858"/>
                  </a:cubicBezTo>
                  <a:lnTo>
                    <a:pt x="153353" y="2858"/>
                  </a:lnTo>
                  <a:lnTo>
                    <a:pt x="157163" y="1905"/>
                  </a:lnTo>
                  <a:cubicBezTo>
                    <a:pt x="139065" y="2858"/>
                    <a:pt x="103823" y="1905"/>
                    <a:pt x="91440" y="1905"/>
                  </a:cubicBezTo>
                  <a:cubicBezTo>
                    <a:pt x="93345" y="953"/>
                    <a:pt x="92393" y="953"/>
                    <a:pt x="105728" y="953"/>
                  </a:cubicBezTo>
                  <a:cubicBezTo>
                    <a:pt x="9525" y="0"/>
                    <a:pt x="80010" y="4763"/>
                    <a:pt x="0" y="4763"/>
                  </a:cubicBezTo>
                  <a:cubicBezTo>
                    <a:pt x="4763" y="4763"/>
                    <a:pt x="11430" y="4763"/>
                    <a:pt x="20003" y="47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6" name="자유형 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8DP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zwAADEdAACAPQAAQh0AAAAAAAAmAAAACAAAAP//////////"/>
                </a:ext>
              </a:extLst>
            </p:cNvSpPr>
            <p:nvPr/>
          </p:nvSpPr>
          <p:spPr>
            <a:xfrm>
              <a:off x="9768205" y="4745355"/>
              <a:ext cx="229235" cy="10795"/>
            </a:xfrm>
            <a:custGeom>
              <a:avLst/>
              <a:gdLst/>
              <a:ahLst/>
              <a:cxnLst/>
              <a:rect l="0" t="0" r="229235" b="10795"/>
              <a:pathLst>
                <a:path w="229235" h="10795">
                  <a:moveTo>
                    <a:pt x="154091" y="3598"/>
                  </a:moveTo>
                  <a:lnTo>
                    <a:pt x="120800" y="6297"/>
                  </a:lnTo>
                  <a:lnTo>
                    <a:pt x="64680" y="5397"/>
                  </a:lnTo>
                  <a:cubicBezTo>
                    <a:pt x="63729" y="6297"/>
                    <a:pt x="22828" y="7196"/>
                    <a:pt x="50412" y="8096"/>
                  </a:cubicBezTo>
                  <a:cubicBezTo>
                    <a:pt x="56119" y="8096"/>
                    <a:pt x="66582" y="7196"/>
                    <a:pt x="75143" y="8096"/>
                  </a:cubicBezTo>
                  <a:cubicBezTo>
                    <a:pt x="69436" y="9895"/>
                    <a:pt x="0" y="8096"/>
                    <a:pt x="17121" y="9895"/>
                  </a:cubicBezTo>
                  <a:cubicBezTo>
                    <a:pt x="61826" y="9895"/>
                    <a:pt x="68485" y="10795"/>
                    <a:pt x="96069" y="8995"/>
                  </a:cubicBezTo>
                  <a:cubicBezTo>
                    <a:pt x="136970" y="9895"/>
                    <a:pt x="166456" y="9895"/>
                    <a:pt x="185480" y="10795"/>
                  </a:cubicBezTo>
                  <a:cubicBezTo>
                    <a:pt x="197845" y="10795"/>
                    <a:pt x="198797" y="9895"/>
                    <a:pt x="214967" y="9895"/>
                  </a:cubicBezTo>
                  <a:lnTo>
                    <a:pt x="204504" y="9895"/>
                  </a:lnTo>
                  <a:lnTo>
                    <a:pt x="202601" y="6297"/>
                  </a:lnTo>
                  <a:cubicBezTo>
                    <a:pt x="189285" y="7196"/>
                    <a:pt x="177871" y="6297"/>
                    <a:pt x="163603" y="6297"/>
                  </a:cubicBezTo>
                  <a:lnTo>
                    <a:pt x="229235" y="3598"/>
                  </a:lnTo>
                  <a:cubicBezTo>
                    <a:pt x="208308" y="899"/>
                    <a:pt x="143628" y="1799"/>
                    <a:pt x="116995" y="0"/>
                  </a:cubicBezTo>
                  <a:cubicBezTo>
                    <a:pt x="149335" y="3598"/>
                    <a:pt x="91313" y="1799"/>
                    <a:pt x="154091" y="3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5" name="자유형 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j0AAEAdAABrPQAAQB0AAAAAAAAmAAAACAAAAP//////////"/>
                </a:ext>
              </a:extLst>
            </p:cNvSpPr>
            <p:nvPr/>
          </p:nvSpPr>
          <p:spPr>
            <a:xfrm>
              <a:off x="9983470" y="4754880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0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4" name="자유형 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B4AAEodAAD0HwAAVB0AAAAAAAAmAAAACAAAAP//////////"/>
                </a:ext>
              </a:extLst>
            </p:cNvSpPr>
            <p:nvPr/>
          </p:nvSpPr>
          <p:spPr>
            <a:xfrm>
              <a:off x="4983480" y="4761230"/>
              <a:ext cx="210820" cy="6350"/>
            </a:xfrm>
            <a:custGeom>
              <a:avLst/>
              <a:gdLst/>
              <a:ahLst/>
              <a:cxnLst/>
              <a:rect l="0" t="0" r="210820" b="6350"/>
              <a:pathLst>
                <a:path w="210820" h="6350">
                  <a:moveTo>
                    <a:pt x="73122" y="4536"/>
                  </a:moveTo>
                  <a:cubicBezTo>
                    <a:pt x="58878" y="4536"/>
                    <a:pt x="55079" y="4536"/>
                    <a:pt x="53180" y="5443"/>
                  </a:cubicBezTo>
                  <a:lnTo>
                    <a:pt x="210820" y="5443"/>
                  </a:lnTo>
                  <a:cubicBezTo>
                    <a:pt x="205122" y="4536"/>
                    <a:pt x="160489" y="3629"/>
                    <a:pt x="189928" y="2721"/>
                  </a:cubicBezTo>
                  <a:cubicBezTo>
                    <a:pt x="176633" y="1814"/>
                    <a:pt x="135798" y="2721"/>
                    <a:pt x="130101" y="3629"/>
                  </a:cubicBezTo>
                  <a:lnTo>
                    <a:pt x="141496" y="2721"/>
                  </a:lnTo>
                  <a:cubicBezTo>
                    <a:pt x="104460" y="4536"/>
                    <a:pt x="79770" y="907"/>
                    <a:pt x="103511" y="0"/>
                  </a:cubicBezTo>
                  <a:lnTo>
                    <a:pt x="100662" y="0"/>
                  </a:lnTo>
                  <a:lnTo>
                    <a:pt x="0" y="6350"/>
                  </a:lnTo>
                  <a:cubicBezTo>
                    <a:pt x="37036" y="6350"/>
                    <a:pt x="28489" y="4536"/>
                    <a:pt x="73122" y="45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3" name="자유형 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gsAAE0dAABOCwAATx0AAAAAAAAmAAAACAAAAP//////////"/>
                </a:ext>
              </a:extLst>
            </p:cNvSpPr>
            <p:nvPr/>
          </p:nvSpPr>
          <p:spPr>
            <a:xfrm>
              <a:off x="1814830" y="4763135"/>
              <a:ext cx="22860" cy="1270"/>
            </a:xfrm>
            <a:custGeom>
              <a:avLst/>
              <a:gdLst/>
              <a:ahLst/>
              <a:cxnLst/>
              <a:rect l="0" t="0" r="22860" b="1270"/>
              <a:pathLst>
                <a:path w="22860" h="1270">
                  <a:moveTo>
                    <a:pt x="0" y="1270"/>
                  </a:moveTo>
                  <a:cubicBezTo>
                    <a:pt x="20003" y="0"/>
                    <a:pt x="22860" y="0"/>
                    <a:pt x="20003" y="0"/>
                  </a:cubicBezTo>
                  <a:lnTo>
                    <a:pt x="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2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R4AAFcdAACDHgAAWh0AAAAAAAAmAAAACAAAAP//////////"/>
                </a:ext>
              </a:extLst>
            </p:cNvSpPr>
            <p:nvPr/>
          </p:nvSpPr>
          <p:spPr>
            <a:xfrm>
              <a:off x="4928235" y="4769485"/>
              <a:ext cx="31750" cy="1905"/>
            </a:xfrm>
            <a:custGeom>
              <a:avLst/>
              <a:gdLst/>
              <a:ahLst/>
              <a:cxnLst/>
              <a:rect l="0" t="0" r="31750" b="1905"/>
              <a:pathLst>
                <a:path w="31750" h="1905">
                  <a:moveTo>
                    <a:pt x="31750" y="0"/>
                  </a:moveTo>
                  <a:lnTo>
                    <a:pt x="0" y="1905"/>
                  </a:lnTo>
                  <a:cubicBezTo>
                    <a:pt x="13470" y="952"/>
                    <a:pt x="24053" y="952"/>
                    <a:pt x="3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1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R8AACgdAADcHwAAKh0AAAAAAAAmAAAACAAAAP//////////"/>
                </a:ext>
              </a:extLst>
            </p:cNvSpPr>
            <p:nvPr/>
          </p:nvSpPr>
          <p:spPr>
            <a:xfrm>
              <a:off x="5164455" y="4739640"/>
              <a:ext cx="14605" cy="1270"/>
            </a:xfrm>
            <a:custGeom>
              <a:avLst/>
              <a:gdLst/>
              <a:ahLst/>
              <a:cxnLst/>
              <a:rect l="0" t="0" r="14605" b="1270"/>
              <a:pathLst>
                <a:path w="14605" h="1270">
                  <a:moveTo>
                    <a:pt x="14605" y="0"/>
                  </a:moveTo>
                  <a:cubicBezTo>
                    <a:pt x="14605" y="0"/>
                    <a:pt x="14605" y="0"/>
                    <a:pt x="14605" y="0"/>
                  </a:cubicBezTo>
                  <a:lnTo>
                    <a:pt x="0" y="1270"/>
                  </a:lnTo>
                  <a:lnTo>
                    <a:pt x="146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0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xoAAGQdAAAbGgAAZB0AAAAAAAAmAAAACAAAAP//////////"/>
                </a:ext>
              </a:extLst>
            </p:cNvSpPr>
            <p:nvPr/>
          </p:nvSpPr>
          <p:spPr>
            <a:xfrm>
              <a:off x="4233545" y="4777740"/>
              <a:ext cx="10160" cy="0"/>
            </a:xfrm>
            <a:custGeom>
              <a:avLst/>
              <a:gdLst/>
              <a:ahLst/>
              <a:cxnLst/>
              <a:rect l="0" t="0" r="10160" b="0"/>
              <a:pathLst>
                <a:path w="10160">
                  <a:moveTo>
                    <a:pt x="10160" y="0"/>
                  </a:moveTo>
                  <a:lnTo>
                    <a:pt x="0" y="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9" name="자유형 1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SEAABYdAAB8IgAAIx0AAAAAAAAmAAAACAAAAP//////////"/>
                </a:ext>
              </a:extLst>
            </p:cNvSpPr>
            <p:nvPr/>
          </p:nvSpPr>
          <p:spPr>
            <a:xfrm>
              <a:off x="5441315" y="4728210"/>
              <a:ext cx="164465" cy="8255"/>
            </a:xfrm>
            <a:custGeom>
              <a:avLst/>
              <a:gdLst/>
              <a:ahLst/>
              <a:cxnLst/>
              <a:rect l="0" t="0" r="164465" b="8255"/>
              <a:pathLst>
                <a:path w="164465" h="8255">
                  <a:moveTo>
                    <a:pt x="164465" y="0"/>
                  </a:moveTo>
                  <a:lnTo>
                    <a:pt x="94115" y="1834"/>
                  </a:lnTo>
                  <a:cubicBezTo>
                    <a:pt x="103622" y="1834"/>
                    <a:pt x="70349" y="1834"/>
                    <a:pt x="84609" y="917"/>
                  </a:cubicBezTo>
                  <a:cubicBezTo>
                    <a:pt x="79855" y="917"/>
                    <a:pt x="54187" y="917"/>
                    <a:pt x="60842" y="1834"/>
                  </a:cubicBezTo>
                  <a:lnTo>
                    <a:pt x="75102" y="1834"/>
                  </a:lnTo>
                  <a:cubicBezTo>
                    <a:pt x="38977" y="4586"/>
                    <a:pt x="60842" y="5503"/>
                    <a:pt x="0" y="7337"/>
                  </a:cubicBezTo>
                  <a:cubicBezTo>
                    <a:pt x="38026" y="8255"/>
                    <a:pt x="54187" y="7337"/>
                    <a:pt x="74151" y="6420"/>
                  </a:cubicBezTo>
                  <a:lnTo>
                    <a:pt x="93165" y="5503"/>
                  </a:lnTo>
                  <a:lnTo>
                    <a:pt x="151155" y="1834"/>
                  </a:lnTo>
                  <a:lnTo>
                    <a:pt x="164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8" name="자유형 1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Rlc1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xEAADkdAAAwEQAAOR0AAAAAAAAmAAAACAAAAP//////////"/>
                </a:ext>
              </a:extLst>
            </p:cNvSpPr>
            <p:nvPr/>
          </p:nvSpPr>
          <p:spPr>
            <a:xfrm>
              <a:off x="2793365" y="4750435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0" y="0"/>
                  </a:moveTo>
                  <a:lnTo>
                    <a:pt x="635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7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BEAADgdAABNEQAAOR0AAAAAAAAmAAAACAAAAP//////////"/>
                </a:ext>
              </a:extLst>
            </p:cNvSpPr>
            <p:nvPr/>
          </p:nvSpPr>
          <p:spPr>
            <a:xfrm>
              <a:off x="2794000" y="4749800"/>
              <a:ext cx="18415" cy="635"/>
            </a:xfrm>
            <a:custGeom>
              <a:avLst/>
              <a:gdLst/>
              <a:ahLst/>
              <a:cxnLst/>
              <a:rect l="0" t="0" r="18415" b="635"/>
              <a:pathLst>
                <a:path w="18415" h="635">
                  <a:moveTo>
                    <a:pt x="2907" y="0"/>
                  </a:moveTo>
                  <a:lnTo>
                    <a:pt x="0" y="635"/>
                  </a:lnTo>
                  <a:cubicBezTo>
                    <a:pt x="3876" y="0"/>
                    <a:pt x="18415" y="0"/>
                    <a:pt x="2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6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NRXR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x4AAFQdAACoHgAAVx0AAAAAAAAmAAAACAAAAP//////////"/>
                </a:ext>
              </a:extLst>
            </p:cNvSpPr>
            <p:nvPr/>
          </p:nvSpPr>
          <p:spPr>
            <a:xfrm>
              <a:off x="4959985" y="4767580"/>
              <a:ext cx="23495" cy="1905"/>
            </a:xfrm>
            <a:custGeom>
              <a:avLst/>
              <a:gdLst/>
              <a:ahLst/>
              <a:cxnLst/>
              <a:rect l="0" t="0" r="23495" b="1905"/>
              <a:pathLst>
                <a:path w="23495" h="1905">
                  <a:moveTo>
                    <a:pt x="12217" y="0"/>
                  </a:moveTo>
                  <a:cubicBezTo>
                    <a:pt x="11277" y="0"/>
                    <a:pt x="6578" y="952"/>
                    <a:pt x="0" y="1905"/>
                  </a:cubicBezTo>
                  <a:lnTo>
                    <a:pt x="23495" y="0"/>
                  </a:lnTo>
                  <a:lnTo>
                    <a:pt x="12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5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15xV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h4AAEkdAABpHwAATB0AAAAAAAAmAAAACAAAAP//////////"/>
                </a:ext>
              </a:extLst>
            </p:cNvSpPr>
            <p:nvPr/>
          </p:nvSpPr>
          <p:spPr>
            <a:xfrm>
              <a:off x="5025390" y="4760595"/>
              <a:ext cx="80645" cy="1905"/>
            </a:xfrm>
            <a:custGeom>
              <a:avLst/>
              <a:gdLst/>
              <a:ahLst/>
              <a:cxnLst/>
              <a:rect l="0" t="0" r="80645" b="1905"/>
              <a:pathLst>
                <a:path w="80645" h="1905">
                  <a:moveTo>
                    <a:pt x="0" y="1905"/>
                  </a:moveTo>
                  <a:lnTo>
                    <a:pt x="58823" y="952"/>
                  </a:lnTo>
                  <a:lnTo>
                    <a:pt x="80645" y="0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4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SF4Z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xgAAFMdAABRHgAAcx0AAAAAAAAmAAAACAAAAP//////////"/>
                </a:ext>
              </a:extLst>
            </p:cNvSpPr>
            <p:nvPr/>
          </p:nvSpPr>
          <p:spPr>
            <a:xfrm>
              <a:off x="3979545" y="4766945"/>
              <a:ext cx="948690" cy="20320"/>
            </a:xfrm>
            <a:custGeom>
              <a:avLst/>
              <a:gdLst/>
              <a:ahLst/>
              <a:cxnLst/>
              <a:rect l="0" t="0" r="948690" b="20320"/>
              <a:pathLst>
                <a:path w="948690" h="20320">
                  <a:moveTo>
                    <a:pt x="357188" y="11485"/>
                  </a:moveTo>
                  <a:cubicBezTo>
                    <a:pt x="235267" y="12369"/>
                    <a:pt x="387668" y="8835"/>
                    <a:pt x="331470" y="7951"/>
                  </a:cubicBezTo>
                  <a:cubicBezTo>
                    <a:pt x="297180" y="8835"/>
                    <a:pt x="284798" y="9718"/>
                    <a:pt x="263843" y="10602"/>
                  </a:cubicBezTo>
                  <a:cubicBezTo>
                    <a:pt x="360998" y="8835"/>
                    <a:pt x="250508" y="15019"/>
                    <a:pt x="348615" y="14136"/>
                  </a:cubicBezTo>
                  <a:cubicBezTo>
                    <a:pt x="335280" y="16786"/>
                    <a:pt x="278130" y="16786"/>
                    <a:pt x="244793" y="16786"/>
                  </a:cubicBezTo>
                  <a:cubicBezTo>
                    <a:pt x="207645" y="14136"/>
                    <a:pt x="278130" y="15019"/>
                    <a:pt x="286703" y="12369"/>
                  </a:cubicBezTo>
                  <a:cubicBezTo>
                    <a:pt x="246698" y="12369"/>
                    <a:pt x="254318" y="13252"/>
                    <a:pt x="237173" y="14136"/>
                  </a:cubicBezTo>
                  <a:cubicBezTo>
                    <a:pt x="175260" y="14136"/>
                    <a:pt x="109538" y="17670"/>
                    <a:pt x="72390" y="14136"/>
                  </a:cubicBezTo>
                  <a:cubicBezTo>
                    <a:pt x="27623" y="15019"/>
                    <a:pt x="30480" y="15903"/>
                    <a:pt x="4763" y="17670"/>
                  </a:cubicBezTo>
                  <a:cubicBezTo>
                    <a:pt x="0" y="20320"/>
                    <a:pt x="71438" y="18553"/>
                    <a:pt x="88583" y="20320"/>
                  </a:cubicBezTo>
                  <a:cubicBezTo>
                    <a:pt x="84773" y="20320"/>
                    <a:pt x="78105" y="20320"/>
                    <a:pt x="80010" y="19437"/>
                  </a:cubicBezTo>
                  <a:lnTo>
                    <a:pt x="119063" y="20320"/>
                  </a:lnTo>
                  <a:cubicBezTo>
                    <a:pt x="81915" y="19437"/>
                    <a:pt x="123825" y="17670"/>
                    <a:pt x="143828" y="17670"/>
                  </a:cubicBezTo>
                  <a:cubicBezTo>
                    <a:pt x="157163" y="17670"/>
                    <a:pt x="185738" y="16786"/>
                    <a:pt x="181928" y="17670"/>
                  </a:cubicBezTo>
                  <a:lnTo>
                    <a:pt x="160020" y="18553"/>
                  </a:lnTo>
                  <a:cubicBezTo>
                    <a:pt x="188595" y="19437"/>
                    <a:pt x="221933" y="16786"/>
                    <a:pt x="251460" y="17670"/>
                  </a:cubicBezTo>
                  <a:cubicBezTo>
                    <a:pt x="252412" y="18553"/>
                    <a:pt x="241935" y="18553"/>
                    <a:pt x="240030" y="19437"/>
                  </a:cubicBezTo>
                  <a:cubicBezTo>
                    <a:pt x="272415" y="17670"/>
                    <a:pt x="304800" y="17670"/>
                    <a:pt x="353378" y="15903"/>
                  </a:cubicBezTo>
                  <a:lnTo>
                    <a:pt x="324803" y="18553"/>
                  </a:lnTo>
                  <a:cubicBezTo>
                    <a:pt x="363855" y="15903"/>
                    <a:pt x="452438" y="16786"/>
                    <a:pt x="513397" y="17670"/>
                  </a:cubicBezTo>
                  <a:cubicBezTo>
                    <a:pt x="506730" y="17670"/>
                    <a:pt x="494348" y="16786"/>
                    <a:pt x="501968" y="16786"/>
                  </a:cubicBezTo>
                  <a:cubicBezTo>
                    <a:pt x="537210" y="15903"/>
                    <a:pt x="564833" y="17670"/>
                    <a:pt x="547688" y="18553"/>
                  </a:cubicBezTo>
                  <a:cubicBezTo>
                    <a:pt x="582930" y="16786"/>
                    <a:pt x="681990" y="20320"/>
                    <a:pt x="729615" y="17670"/>
                  </a:cubicBezTo>
                  <a:lnTo>
                    <a:pt x="948690" y="4417"/>
                  </a:lnTo>
                  <a:cubicBezTo>
                    <a:pt x="941070" y="4417"/>
                    <a:pt x="931545" y="5301"/>
                    <a:pt x="922973" y="5301"/>
                  </a:cubicBezTo>
                  <a:cubicBezTo>
                    <a:pt x="902970" y="2650"/>
                    <a:pt x="892493" y="3534"/>
                    <a:pt x="926783" y="883"/>
                  </a:cubicBezTo>
                  <a:cubicBezTo>
                    <a:pt x="892493" y="2650"/>
                    <a:pt x="905828" y="4417"/>
                    <a:pt x="854393" y="4417"/>
                  </a:cubicBezTo>
                  <a:cubicBezTo>
                    <a:pt x="874395" y="2650"/>
                    <a:pt x="880110" y="0"/>
                    <a:pt x="830580" y="0"/>
                  </a:cubicBezTo>
                  <a:cubicBezTo>
                    <a:pt x="706755" y="2650"/>
                    <a:pt x="624840" y="8835"/>
                    <a:pt x="509588" y="12369"/>
                  </a:cubicBezTo>
                  <a:cubicBezTo>
                    <a:pt x="504825" y="10602"/>
                    <a:pt x="414338" y="11485"/>
                    <a:pt x="370523" y="11485"/>
                  </a:cubicBezTo>
                  <a:cubicBezTo>
                    <a:pt x="386715" y="9718"/>
                    <a:pt x="420053" y="8835"/>
                    <a:pt x="453390" y="7951"/>
                  </a:cubicBezTo>
                  <a:lnTo>
                    <a:pt x="368618" y="7951"/>
                  </a:lnTo>
                  <a:lnTo>
                    <a:pt x="357188" y="11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3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7odm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xwAAFsdAABzHAAAWx0AAAAAAAAmAAAACAAAAP//////////"/>
                </a:ext>
              </a:extLst>
            </p:cNvSpPr>
            <p:nvPr/>
          </p:nvSpPr>
          <p:spPr>
            <a:xfrm>
              <a:off x="4614545" y="4772025"/>
              <a:ext cx="10160" cy="0"/>
            </a:xfrm>
            <a:custGeom>
              <a:avLst/>
              <a:gdLst/>
              <a:ahLst/>
              <a:cxnLst/>
              <a:rect l="0" t="0" r="10160" b="0"/>
              <a:pathLst>
                <a:path w="10160">
                  <a:moveTo>
                    <a:pt x="10160" y="0"/>
                  </a:moveTo>
                  <a:lnTo>
                    <a:pt x="0" y="0"/>
                  </a:lnTo>
                  <a:cubicBezTo>
                    <a:pt x="1016" y="0"/>
                    <a:pt x="4064" y="0"/>
                    <a:pt x="10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2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seox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hsAAGAdAABXGwAAYB0AAAAAAAAmAAAACAAAAP//////////"/>
                </a:ext>
              </a:extLst>
            </p:cNvSpPr>
            <p:nvPr/>
          </p:nvSpPr>
          <p:spPr>
            <a:xfrm>
              <a:off x="4433570" y="4775200"/>
              <a:ext cx="10795" cy="0"/>
            </a:xfrm>
            <a:custGeom>
              <a:avLst/>
              <a:gdLst/>
              <a:ahLst/>
              <a:cxnLst/>
              <a:rect l="0" t="0" r="10795" b="0"/>
              <a:pathLst>
                <a:path w="10795">
                  <a:moveTo>
                    <a:pt x="9895" y="0"/>
                  </a:moveTo>
                  <a:cubicBezTo>
                    <a:pt x="10795" y="0"/>
                    <a:pt x="9895" y="0"/>
                    <a:pt x="10795" y="0"/>
                  </a:cubicBezTo>
                  <a:lnTo>
                    <a:pt x="0" y="0"/>
                  </a:lnTo>
                  <a:lnTo>
                    <a:pt x="98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1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FEg+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B4AAEwdAACIHgAATR0AAAAAAAAmAAAACAAAAP//////////"/>
                </a:ext>
              </a:extLst>
            </p:cNvSpPr>
            <p:nvPr/>
          </p:nvSpPr>
          <p:spPr>
            <a:xfrm>
              <a:off x="4940300" y="4762500"/>
              <a:ext cx="22860" cy="635"/>
            </a:xfrm>
            <a:custGeom>
              <a:avLst/>
              <a:gdLst/>
              <a:ahLst/>
              <a:cxnLst/>
              <a:rect l="0" t="0" r="22860" b="635"/>
              <a:pathLst>
                <a:path w="22860" h="635">
                  <a:moveTo>
                    <a:pt x="2858" y="635"/>
                  </a:moveTo>
                  <a:lnTo>
                    <a:pt x="22860" y="0"/>
                  </a:lnTo>
                  <a:lnTo>
                    <a:pt x="7620" y="635"/>
                  </a:lnTo>
                  <a:cubicBezTo>
                    <a:pt x="1905" y="635"/>
                    <a:pt x="0" y="635"/>
                    <a:pt x="2858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0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JG7x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iR4AAFMdAACYHgAAVB0AAAAAAAAmAAAACAAAAP//////////"/>
                </a:ext>
              </a:extLst>
            </p:cNvSpPr>
            <p:nvPr/>
          </p:nvSpPr>
          <p:spPr>
            <a:xfrm>
              <a:off x="4963795" y="4766945"/>
              <a:ext cx="9525" cy="635"/>
            </a:xfrm>
            <a:custGeom>
              <a:avLst/>
              <a:gdLst/>
              <a:ahLst/>
              <a:cxnLst/>
              <a:rect l="0" t="0" r="9525" b="635"/>
              <a:pathLst>
                <a:path w="9525" h="635">
                  <a:moveTo>
                    <a:pt x="3810" y="0"/>
                  </a:moveTo>
                  <a:lnTo>
                    <a:pt x="0" y="635"/>
                  </a:lnTo>
                  <a:lnTo>
                    <a:pt x="8572" y="635"/>
                  </a:lnTo>
                  <a:cubicBezTo>
                    <a:pt x="9525" y="0"/>
                    <a:pt x="8572" y="0"/>
                    <a:pt x="3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9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txy3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xcAAE0dAADOFwAATx0AAAAAAAAmAAAACAAAAP//////////"/>
                </a:ext>
              </a:extLst>
            </p:cNvSpPr>
            <p:nvPr/>
          </p:nvSpPr>
          <p:spPr>
            <a:xfrm>
              <a:off x="3857625" y="4763135"/>
              <a:ext cx="12065" cy="1270"/>
            </a:xfrm>
            <a:custGeom>
              <a:avLst/>
              <a:gdLst/>
              <a:ahLst/>
              <a:cxnLst/>
              <a:rect l="0" t="0" r="12065" b="1270"/>
              <a:pathLst>
                <a:path w="12065" h="1270">
                  <a:moveTo>
                    <a:pt x="12065" y="0"/>
                  </a:moveTo>
                  <a:lnTo>
                    <a:pt x="0" y="1270"/>
                  </a:lnTo>
                  <a:cubicBezTo>
                    <a:pt x="7424" y="1270"/>
                    <a:pt x="10208" y="1270"/>
                    <a:pt x="12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8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MPqc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BkAAFQdAAChHAAAYR0AAAAAAAAmAAAACAAAAP//////////"/>
                </a:ext>
              </a:extLst>
            </p:cNvSpPr>
            <p:nvPr/>
          </p:nvSpPr>
          <p:spPr>
            <a:xfrm>
              <a:off x="4119880" y="4767580"/>
              <a:ext cx="534035" cy="8255"/>
            </a:xfrm>
            <a:custGeom>
              <a:avLst/>
              <a:gdLst/>
              <a:ahLst/>
              <a:cxnLst/>
              <a:rect l="0" t="0" r="534035" b="8255"/>
              <a:pathLst>
                <a:path w="534035" h="8255">
                  <a:moveTo>
                    <a:pt x="80914" y="8255"/>
                  </a:moveTo>
                  <a:cubicBezTo>
                    <a:pt x="123751" y="8255"/>
                    <a:pt x="85674" y="5503"/>
                    <a:pt x="146597" y="5503"/>
                  </a:cubicBezTo>
                  <a:lnTo>
                    <a:pt x="128511" y="5503"/>
                  </a:lnTo>
                  <a:cubicBezTo>
                    <a:pt x="171348" y="4586"/>
                    <a:pt x="247502" y="4586"/>
                    <a:pt x="298907" y="4586"/>
                  </a:cubicBezTo>
                  <a:cubicBezTo>
                    <a:pt x="293195" y="5503"/>
                    <a:pt x="330321" y="5503"/>
                    <a:pt x="324609" y="7337"/>
                  </a:cubicBezTo>
                  <a:cubicBezTo>
                    <a:pt x="358879" y="7337"/>
                    <a:pt x="394100" y="6420"/>
                    <a:pt x="412187" y="4586"/>
                  </a:cubicBezTo>
                  <a:cubicBezTo>
                    <a:pt x="434081" y="5503"/>
                    <a:pt x="467399" y="3668"/>
                    <a:pt x="495005" y="4586"/>
                  </a:cubicBezTo>
                  <a:cubicBezTo>
                    <a:pt x="482630" y="3668"/>
                    <a:pt x="534035" y="917"/>
                    <a:pt x="466447" y="2751"/>
                  </a:cubicBezTo>
                  <a:cubicBezTo>
                    <a:pt x="472159" y="2751"/>
                    <a:pt x="468351" y="1834"/>
                    <a:pt x="474063" y="1834"/>
                  </a:cubicBezTo>
                  <a:cubicBezTo>
                    <a:pt x="430274" y="917"/>
                    <a:pt x="413139" y="2751"/>
                    <a:pt x="376013" y="2751"/>
                  </a:cubicBezTo>
                  <a:cubicBezTo>
                    <a:pt x="354119" y="1834"/>
                    <a:pt x="412187" y="1834"/>
                    <a:pt x="391244" y="917"/>
                  </a:cubicBezTo>
                  <a:cubicBezTo>
                    <a:pt x="344600" y="1834"/>
                    <a:pt x="245598" y="0"/>
                    <a:pt x="248454" y="3668"/>
                  </a:cubicBezTo>
                  <a:cubicBezTo>
                    <a:pt x="214185" y="4586"/>
                    <a:pt x="209425" y="3668"/>
                    <a:pt x="199906" y="2751"/>
                  </a:cubicBezTo>
                  <a:cubicBezTo>
                    <a:pt x="145645" y="6420"/>
                    <a:pt x="0" y="917"/>
                    <a:pt x="951" y="6420"/>
                  </a:cubicBezTo>
                  <a:cubicBezTo>
                    <a:pt x="19990" y="6420"/>
                    <a:pt x="52356" y="6420"/>
                    <a:pt x="80914" y="5503"/>
                  </a:cubicBezTo>
                  <a:lnTo>
                    <a:pt x="80914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7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rSuV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h0AAE8dAAD4HQAATx0AAAAAAAAmAAAACAAAAP//////////"/>
                </a:ext>
              </a:extLst>
            </p:cNvSpPr>
            <p:nvPr/>
          </p:nvSpPr>
          <p:spPr>
            <a:xfrm>
              <a:off x="4862830" y="4764405"/>
              <a:ext cx="8890" cy="0"/>
            </a:xfrm>
            <a:custGeom>
              <a:avLst/>
              <a:gdLst/>
              <a:ahLst/>
              <a:cxnLst/>
              <a:rect l="0" t="0" r="8890" b="0"/>
              <a:pathLst>
                <a:path w="8890">
                  <a:moveTo>
                    <a:pt x="8890" y="0"/>
                  </a:moveTo>
                  <a:lnTo>
                    <a:pt x="0" y="0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6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sny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DB4AAFcdAABGIQAAax0AAAAAAAAmAAAACAAAAP//////////"/>
                </a:ext>
              </a:extLst>
            </p:cNvSpPr>
            <p:nvPr/>
          </p:nvSpPr>
          <p:spPr>
            <a:xfrm>
              <a:off x="4884420" y="4769485"/>
              <a:ext cx="524510" cy="12700"/>
            </a:xfrm>
            <a:custGeom>
              <a:avLst/>
              <a:gdLst/>
              <a:ahLst/>
              <a:cxnLst/>
              <a:rect l="0" t="0" r="524510" b="12700"/>
              <a:pathLst>
                <a:path w="524510" h="12700">
                  <a:moveTo>
                    <a:pt x="471202" y="9071"/>
                  </a:moveTo>
                  <a:lnTo>
                    <a:pt x="438837" y="8164"/>
                  </a:lnTo>
                  <a:cubicBezTo>
                    <a:pt x="446452" y="9071"/>
                    <a:pt x="458827" y="9071"/>
                    <a:pt x="471202" y="9071"/>
                  </a:cubicBezTo>
                  <a:close/>
                  <a:moveTo>
                    <a:pt x="524510" y="8164"/>
                  </a:moveTo>
                  <a:lnTo>
                    <a:pt x="506423" y="11793"/>
                  </a:lnTo>
                  <a:cubicBezTo>
                    <a:pt x="404568" y="12700"/>
                    <a:pt x="368395" y="11793"/>
                    <a:pt x="279866" y="11793"/>
                  </a:cubicBezTo>
                  <a:cubicBezTo>
                    <a:pt x="273202" y="10886"/>
                    <a:pt x="283673" y="10886"/>
                    <a:pt x="289385" y="10886"/>
                  </a:cubicBezTo>
                  <a:cubicBezTo>
                    <a:pt x="226558" y="11793"/>
                    <a:pt x="133269" y="10886"/>
                    <a:pt x="88529" y="12700"/>
                  </a:cubicBezTo>
                  <a:cubicBezTo>
                    <a:pt x="68539" y="12700"/>
                    <a:pt x="16183" y="11793"/>
                    <a:pt x="36173" y="10886"/>
                  </a:cubicBezTo>
                  <a:cubicBezTo>
                    <a:pt x="26654" y="10886"/>
                    <a:pt x="15231" y="10886"/>
                    <a:pt x="3808" y="10886"/>
                  </a:cubicBezTo>
                  <a:cubicBezTo>
                    <a:pt x="952" y="9979"/>
                    <a:pt x="28558" y="10886"/>
                    <a:pt x="29510" y="9979"/>
                  </a:cubicBezTo>
                  <a:cubicBezTo>
                    <a:pt x="20942" y="9979"/>
                    <a:pt x="17135" y="9071"/>
                    <a:pt x="15231" y="9979"/>
                  </a:cubicBezTo>
                  <a:cubicBezTo>
                    <a:pt x="30462" y="9071"/>
                    <a:pt x="0" y="5443"/>
                    <a:pt x="69490" y="5443"/>
                  </a:cubicBezTo>
                  <a:cubicBezTo>
                    <a:pt x="96144" y="8164"/>
                    <a:pt x="20942" y="6350"/>
                    <a:pt x="37125" y="9071"/>
                  </a:cubicBezTo>
                  <a:cubicBezTo>
                    <a:pt x="59971" y="9071"/>
                    <a:pt x="57115" y="8164"/>
                    <a:pt x="59019" y="7257"/>
                  </a:cubicBezTo>
                  <a:cubicBezTo>
                    <a:pt x="88529" y="7257"/>
                    <a:pt x="87577" y="8164"/>
                    <a:pt x="85673" y="9071"/>
                  </a:cubicBezTo>
                  <a:cubicBezTo>
                    <a:pt x="97096" y="8164"/>
                    <a:pt x="134221" y="9071"/>
                    <a:pt x="149452" y="8164"/>
                  </a:cubicBezTo>
                  <a:cubicBezTo>
                    <a:pt x="205616" y="7257"/>
                    <a:pt x="146596" y="9979"/>
                    <a:pt x="183721" y="9979"/>
                  </a:cubicBezTo>
                  <a:lnTo>
                    <a:pt x="204664" y="7257"/>
                  </a:lnTo>
                  <a:lnTo>
                    <a:pt x="266539" y="7257"/>
                  </a:lnTo>
                  <a:cubicBezTo>
                    <a:pt x="355068" y="6350"/>
                    <a:pt x="253212" y="1814"/>
                    <a:pt x="355068" y="0"/>
                  </a:cubicBezTo>
                  <a:cubicBezTo>
                    <a:pt x="341741" y="1814"/>
                    <a:pt x="382673" y="4536"/>
                    <a:pt x="430270" y="5443"/>
                  </a:cubicBezTo>
                  <a:cubicBezTo>
                    <a:pt x="401712" y="5443"/>
                    <a:pt x="349356" y="7257"/>
                    <a:pt x="313183" y="6350"/>
                  </a:cubicBezTo>
                  <a:cubicBezTo>
                    <a:pt x="364587" y="9071"/>
                    <a:pt x="241789" y="7257"/>
                    <a:pt x="268443" y="9979"/>
                  </a:cubicBezTo>
                  <a:cubicBezTo>
                    <a:pt x="294144" y="8164"/>
                    <a:pt x="336981" y="8164"/>
                    <a:pt x="370298" y="8164"/>
                  </a:cubicBezTo>
                  <a:lnTo>
                    <a:pt x="358875" y="9071"/>
                  </a:lnTo>
                  <a:cubicBezTo>
                    <a:pt x="394096" y="9071"/>
                    <a:pt x="420750" y="6350"/>
                    <a:pt x="470250" y="7257"/>
                  </a:cubicBezTo>
                  <a:cubicBezTo>
                    <a:pt x="494048" y="7257"/>
                    <a:pt x="489289" y="8164"/>
                    <a:pt x="485481" y="8164"/>
                  </a:cubicBezTo>
                  <a:cubicBezTo>
                    <a:pt x="505472" y="8164"/>
                    <a:pt x="524510" y="7257"/>
                    <a:pt x="524510" y="8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5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NpUE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DoAADIdAABPOgAANB0AAAAAAAAmAAAACAAAAP//////////"/>
                </a:ext>
              </a:extLst>
            </p:cNvSpPr>
            <p:nvPr/>
          </p:nvSpPr>
          <p:spPr>
            <a:xfrm>
              <a:off x="9469120" y="4745990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0" y="0"/>
                  </a:moveTo>
                  <a:lnTo>
                    <a:pt x="9525" y="1270"/>
                  </a:lnTo>
                  <a:cubicBezTo>
                    <a:pt x="7620" y="1270"/>
                    <a:pt x="3810" y="127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4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ZTG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CgAACgdAACtKAAAKB0AAAAAAAAmAAAACAAAAP//////////"/>
                </a:ext>
              </a:extLst>
            </p:cNvSpPr>
            <p:nvPr/>
          </p:nvSpPr>
          <p:spPr>
            <a:xfrm>
              <a:off x="6593840" y="4739640"/>
              <a:ext cx="18415" cy="0"/>
            </a:xfrm>
            <a:custGeom>
              <a:avLst/>
              <a:gdLst/>
              <a:ahLst/>
              <a:cxnLst/>
              <a:rect l="0" t="0" r="18415" b="0"/>
              <a:pathLst>
                <a:path w="18415">
                  <a:moveTo>
                    <a:pt x="0" y="0"/>
                  </a:moveTo>
                  <a:lnTo>
                    <a:pt x="184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3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uxyc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ysAABYdAABRKwAAFx0AAAAAAAAmAAAACAAAAP//////////"/>
                </a:ext>
              </a:extLst>
            </p:cNvSpPr>
            <p:nvPr/>
          </p:nvSpPr>
          <p:spPr>
            <a:xfrm>
              <a:off x="7014845" y="4728210"/>
              <a:ext cx="26670" cy="635"/>
            </a:xfrm>
            <a:custGeom>
              <a:avLst/>
              <a:gdLst/>
              <a:ahLst/>
              <a:cxnLst/>
              <a:rect l="0" t="0" r="26670" b="635"/>
              <a:pathLst>
                <a:path w="26670" h="635">
                  <a:moveTo>
                    <a:pt x="0" y="635"/>
                  </a:moveTo>
                  <a:lnTo>
                    <a:pt x="26670" y="0"/>
                  </a:lnTo>
                  <a:cubicBezTo>
                    <a:pt x="16192" y="0"/>
                    <a:pt x="7620" y="635"/>
                    <a:pt x="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2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M/fD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DgAADEdAADfOAAAMR0AAAAAAAAmAAAACAAAAP//////////"/>
                </a:ext>
              </a:extLst>
            </p:cNvSpPr>
            <p:nvPr/>
          </p:nvSpPr>
          <p:spPr>
            <a:xfrm>
              <a:off x="9240520" y="474535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4445" y="0"/>
                  </a:moveTo>
                  <a:lnTo>
                    <a:pt x="3556" y="0"/>
                  </a:lnTo>
                  <a:lnTo>
                    <a:pt x="0" y="0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1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gOvW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TAAACQdAABxMAAAJB0AAAAAAAAmAAAACAAAAP//////////"/>
                </a:ext>
              </a:extLst>
            </p:cNvSpPr>
            <p:nvPr/>
          </p:nvSpPr>
          <p:spPr>
            <a:xfrm>
              <a:off x="7859395" y="4737100"/>
              <a:ext cx="15240" cy="0"/>
            </a:xfrm>
            <a:custGeom>
              <a:avLst/>
              <a:gdLst/>
              <a:ahLst/>
              <a:cxnLst/>
              <a:rect l="0" t="0" r="15240" b="0"/>
              <a:pathLst>
                <a:path w="15240">
                  <a:moveTo>
                    <a:pt x="0" y="0"/>
                  </a:moveTo>
                  <a:cubicBezTo>
                    <a:pt x="3810" y="0"/>
                    <a:pt x="8573" y="0"/>
                    <a:pt x="15240" y="0"/>
                  </a:cubicBezTo>
                  <a:cubicBezTo>
                    <a:pt x="14288" y="0"/>
                    <a:pt x="857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0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TuXk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ysAABcdAAAmKwAAFx0AAAAAAAAmAAAACAAAAP//////////"/>
                </a:ext>
              </a:extLst>
            </p:cNvSpPr>
            <p:nvPr/>
          </p:nvSpPr>
          <p:spPr>
            <a:xfrm>
              <a:off x="7009765" y="472884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0" y="0"/>
                  </a:moveTo>
                  <a:lnTo>
                    <a:pt x="1778" y="0"/>
                  </a:lnTo>
                  <a:lnTo>
                    <a:pt x="4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9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Uv5A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ycAABodAABrJwAAGh0AAAAAAAAmAAAACAAAAP//////////"/>
                </a:ext>
              </a:extLst>
            </p:cNvSpPr>
            <p:nvPr/>
          </p:nvSpPr>
          <p:spPr>
            <a:xfrm>
              <a:off x="6395085" y="4730750"/>
              <a:ext cx="12700" cy="0"/>
            </a:xfrm>
            <a:custGeom>
              <a:avLst/>
              <a:gdLst/>
              <a:ahLst/>
              <a:cxnLst/>
              <a:rect l="0" t="0" r="12700" b="0"/>
              <a:pathLst>
                <a:path w="12700">
                  <a:moveTo>
                    <a:pt x="12700" y="0"/>
                  </a:moveTo>
                  <a:lnTo>
                    <a:pt x="0" y="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8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icAACcdAACVJwAAKB0AAAAAAAAmAAAACAAAAP//////////"/>
                </a:ext>
              </a:extLst>
            </p:cNvSpPr>
            <p:nvPr/>
          </p:nvSpPr>
          <p:spPr>
            <a:xfrm>
              <a:off x="6422390" y="4739005"/>
              <a:ext cx="12065" cy="635"/>
            </a:xfrm>
            <a:custGeom>
              <a:avLst/>
              <a:gdLst/>
              <a:ahLst/>
              <a:cxnLst/>
              <a:rect l="0" t="0" r="12065" b="635"/>
              <a:pathLst>
                <a:path w="12065" h="635">
                  <a:moveTo>
                    <a:pt x="12065" y="0"/>
                  </a:moveTo>
                  <a:lnTo>
                    <a:pt x="0" y="635"/>
                  </a:lnTo>
                  <a:lnTo>
                    <a:pt x="120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7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vsV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yMAACAdAACXIwAAIB0AAAAAAAAmAAAACAAAAP//////////"/>
                </a:ext>
              </a:extLst>
            </p:cNvSpPr>
            <p:nvPr/>
          </p:nvSpPr>
          <p:spPr>
            <a:xfrm>
              <a:off x="5760085" y="4734560"/>
              <a:ext cx="25400" cy="0"/>
            </a:xfrm>
            <a:custGeom>
              <a:avLst/>
              <a:gdLst/>
              <a:ahLst/>
              <a:cxnLst/>
              <a:rect l="0" t="0" r="25400" b="0"/>
              <a:pathLst>
                <a:path w="25400">
                  <a:moveTo>
                    <a:pt x="25400" y="0"/>
                  </a:moveTo>
                  <a:lnTo>
                    <a:pt x="0" y="0"/>
                  </a:lnTo>
                  <a:cubicBezTo>
                    <a:pt x="12700" y="0"/>
                    <a:pt x="19538" y="0"/>
                    <a:pt x="25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6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E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ScAACQdAAAtJwAAJh0AAAAAAAAmAAAACAAAAP//////////"/>
                </a:ext>
              </a:extLst>
            </p:cNvSpPr>
            <p:nvPr/>
          </p:nvSpPr>
          <p:spPr>
            <a:xfrm>
              <a:off x="6363335" y="473710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4064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40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5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Z/LU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TsAAEMdAAA+OwAAQx0AAAAAAAAmAAAACAAAAP//////////"/>
                </a:ext>
              </a:extLst>
            </p:cNvSpPr>
            <p:nvPr/>
          </p:nvSpPr>
          <p:spPr>
            <a:xfrm>
              <a:off x="9627235" y="4756785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3175" y="0"/>
                  </a:moveTo>
                  <a:lnTo>
                    <a:pt x="1058" y="0"/>
                  </a:lnTo>
                  <a:lnTo>
                    <a:pt x="0" y="0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4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jsAADwdAADCOwAAPB0AAAAAAAAmAAAACAAAAP//////////"/>
                </a:ext>
              </a:extLst>
            </p:cNvSpPr>
            <p:nvPr/>
          </p:nvSpPr>
          <p:spPr>
            <a:xfrm>
              <a:off x="9691370" y="4752340"/>
              <a:ext cx="22860" cy="0"/>
            </a:xfrm>
            <a:custGeom>
              <a:avLst/>
              <a:gdLst/>
              <a:ahLst/>
              <a:cxnLst/>
              <a:rect l="0" t="0" r="22860" b="0"/>
              <a:pathLst>
                <a:path w="22860">
                  <a:moveTo>
                    <a:pt x="0" y="0"/>
                  </a:moveTo>
                  <a:lnTo>
                    <a:pt x="22860" y="0"/>
                  </a:lnTo>
                  <a:cubicBezTo>
                    <a:pt x="14288" y="0"/>
                    <a:pt x="57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3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LlDj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IAACsdAADHMgAALh0AAAAAAAAmAAAACAAAAP//////////"/>
                </a:ext>
              </a:extLst>
            </p:cNvSpPr>
            <p:nvPr/>
          </p:nvSpPr>
          <p:spPr>
            <a:xfrm>
              <a:off x="8226425" y="4741545"/>
              <a:ext cx="27940" cy="1905"/>
            </a:xfrm>
            <a:custGeom>
              <a:avLst/>
              <a:gdLst/>
              <a:ahLst/>
              <a:cxnLst/>
              <a:rect l="0" t="0" r="27940" b="1905"/>
              <a:pathLst>
                <a:path w="27940" h="1905">
                  <a:moveTo>
                    <a:pt x="0" y="952"/>
                  </a:moveTo>
                  <a:cubicBezTo>
                    <a:pt x="6744" y="952"/>
                    <a:pt x="22159" y="1905"/>
                    <a:pt x="14452" y="1905"/>
                  </a:cubicBezTo>
                  <a:cubicBezTo>
                    <a:pt x="27940" y="1905"/>
                    <a:pt x="26977" y="0"/>
                    <a:pt x="0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2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TlI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djoAAF4dAACSOgAAYB0AAAAAAAAmAAAACAAAAP//////////"/>
                </a:ext>
              </a:extLst>
            </p:cNvSpPr>
            <p:nvPr/>
          </p:nvSpPr>
          <p:spPr>
            <a:xfrm>
              <a:off x="9503410" y="4773930"/>
              <a:ext cx="17780" cy="1270"/>
            </a:xfrm>
            <a:custGeom>
              <a:avLst/>
              <a:gdLst/>
              <a:ahLst/>
              <a:cxnLst/>
              <a:rect l="0" t="0" r="17780" b="1270"/>
              <a:pathLst>
                <a:path w="17780" h="1270">
                  <a:moveTo>
                    <a:pt x="2963" y="1270"/>
                  </a:moveTo>
                  <a:cubicBezTo>
                    <a:pt x="6914" y="1270"/>
                    <a:pt x="12841" y="0"/>
                    <a:pt x="17780" y="0"/>
                  </a:cubicBezTo>
                  <a:cubicBezTo>
                    <a:pt x="7902" y="0"/>
                    <a:pt x="0" y="1270"/>
                    <a:pt x="2963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1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Sccj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joAAF0dAAClOgAAXh0AAAAAAAAmAAAACAAAAP//////////"/>
                </a:ext>
              </a:extLst>
            </p:cNvSpPr>
            <p:nvPr/>
          </p:nvSpPr>
          <p:spPr>
            <a:xfrm>
              <a:off x="9521190" y="4773295"/>
              <a:ext cx="12065" cy="635"/>
            </a:xfrm>
            <a:custGeom>
              <a:avLst/>
              <a:gdLst/>
              <a:ahLst/>
              <a:cxnLst/>
              <a:rect l="0" t="0" r="12065" b="635"/>
              <a:pathLst>
                <a:path w="12065" h="635">
                  <a:moveTo>
                    <a:pt x="0" y="635"/>
                  </a:moveTo>
                  <a:lnTo>
                    <a:pt x="12065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0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OP60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zEAAFMdAACPMQAAVB0AAAAAAAAmAAAACAAAAP//////////"/>
                </a:ext>
              </a:extLst>
            </p:cNvSpPr>
            <p:nvPr/>
          </p:nvSpPr>
          <p:spPr>
            <a:xfrm>
              <a:off x="8048625" y="4766945"/>
              <a:ext cx="7620" cy="635"/>
            </a:xfrm>
            <a:custGeom>
              <a:avLst/>
              <a:gdLst/>
              <a:ahLst/>
              <a:cxnLst/>
              <a:rect l="0" t="0" r="7620" b="635"/>
              <a:pathLst>
                <a:path w="7620" h="635">
                  <a:moveTo>
                    <a:pt x="7620" y="635"/>
                  </a:moveTo>
                  <a:cubicBezTo>
                    <a:pt x="5715" y="0"/>
                    <a:pt x="2858" y="0"/>
                    <a:pt x="0" y="0"/>
                  </a:cubicBezTo>
                  <a:cubicBezTo>
                    <a:pt x="953" y="0"/>
                    <a:pt x="3810" y="635"/>
                    <a:pt x="762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9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KEUh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zsAAC8dAACmPAAAPh0AAAAAAAAmAAAACAAAAP//////////"/>
                </a:ext>
              </a:extLst>
            </p:cNvSpPr>
            <p:nvPr/>
          </p:nvSpPr>
          <p:spPr>
            <a:xfrm>
              <a:off x="9633585" y="4744085"/>
              <a:ext cx="225425" cy="9525"/>
            </a:xfrm>
            <a:custGeom>
              <a:avLst/>
              <a:gdLst/>
              <a:ahLst/>
              <a:cxnLst/>
              <a:rect l="0" t="0" r="225425" b="9525"/>
              <a:pathLst>
                <a:path w="225425" h="9525">
                  <a:moveTo>
                    <a:pt x="97429" y="9525"/>
                  </a:moveTo>
                  <a:cubicBezTo>
                    <a:pt x="102205" y="8572"/>
                    <a:pt x="198679" y="7620"/>
                    <a:pt x="117488" y="6667"/>
                  </a:cubicBezTo>
                  <a:cubicBezTo>
                    <a:pt x="120354" y="3810"/>
                    <a:pt x="169068" y="5715"/>
                    <a:pt x="191038" y="5715"/>
                  </a:cubicBezTo>
                  <a:cubicBezTo>
                    <a:pt x="175755" y="4762"/>
                    <a:pt x="198679" y="3810"/>
                    <a:pt x="193903" y="2857"/>
                  </a:cubicBezTo>
                  <a:cubicBezTo>
                    <a:pt x="183396" y="3810"/>
                    <a:pt x="170979" y="3810"/>
                    <a:pt x="152830" y="3810"/>
                  </a:cubicBezTo>
                  <a:cubicBezTo>
                    <a:pt x="145188" y="2857"/>
                    <a:pt x="171934" y="1905"/>
                    <a:pt x="192948" y="2857"/>
                  </a:cubicBezTo>
                  <a:cubicBezTo>
                    <a:pt x="167158" y="952"/>
                    <a:pt x="225425" y="952"/>
                    <a:pt x="189127" y="0"/>
                  </a:cubicBezTo>
                  <a:cubicBezTo>
                    <a:pt x="110802" y="0"/>
                    <a:pt x="54445" y="0"/>
                    <a:pt x="0" y="3810"/>
                  </a:cubicBezTo>
                  <a:cubicBezTo>
                    <a:pt x="43938" y="2857"/>
                    <a:pt x="94563" y="2857"/>
                    <a:pt x="130861" y="3810"/>
                  </a:cubicBezTo>
                  <a:lnTo>
                    <a:pt x="115578" y="5715"/>
                  </a:lnTo>
                  <a:cubicBezTo>
                    <a:pt x="74504" y="3810"/>
                    <a:pt x="48714" y="4762"/>
                    <a:pt x="7641" y="4762"/>
                  </a:cubicBezTo>
                  <a:lnTo>
                    <a:pt x="99339" y="6667"/>
                  </a:lnTo>
                  <a:cubicBezTo>
                    <a:pt x="142323" y="8572"/>
                    <a:pt x="113667" y="8572"/>
                    <a:pt x="80236" y="8572"/>
                  </a:cubicBezTo>
                  <a:cubicBezTo>
                    <a:pt x="87877" y="8572"/>
                    <a:pt x="95519" y="8572"/>
                    <a:pt x="97429" y="9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8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Lzo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DsAAFcdAACDOwAAVx0AAAAAAAAmAAAACAAAAP//////////"/>
                </a:ext>
              </a:extLst>
            </p:cNvSpPr>
            <p:nvPr/>
          </p:nvSpPr>
          <p:spPr>
            <a:xfrm>
              <a:off x="9669780" y="476948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0" y="0"/>
                  </a:moveTo>
                  <a:lnTo>
                    <a:pt x="889" y="0"/>
                  </a:lnTo>
                  <a:lnTo>
                    <a:pt x="4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7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iMAAF4dAACfIwAAYB0AAAAAAAAmAAAACAAAAP//////////"/>
                </a:ext>
              </a:extLst>
            </p:cNvSpPr>
            <p:nvPr/>
          </p:nvSpPr>
          <p:spPr>
            <a:xfrm>
              <a:off x="5782310" y="477393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7337" y="0"/>
                  </a:moveTo>
                  <a:lnTo>
                    <a:pt x="0" y="1270"/>
                  </a:lnTo>
                  <a:cubicBezTo>
                    <a:pt x="6420" y="0"/>
                    <a:pt x="8255" y="0"/>
                    <a:pt x="7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6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TsAAEcdAAAlOwAARx0AAAAAAAAmAAAACAAAAP//////////"/>
                </a:ext>
              </a:extLst>
            </p:cNvSpPr>
            <p:nvPr/>
          </p:nvSpPr>
          <p:spPr>
            <a:xfrm>
              <a:off x="9614535" y="475932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5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yQAAF4dAADTJAAAXh0AAAAAAAAmAAAACAAAAP//////////"/>
                </a:ext>
              </a:extLst>
            </p:cNvSpPr>
            <p:nvPr/>
          </p:nvSpPr>
          <p:spPr>
            <a:xfrm>
              <a:off x="5983605" y="477393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2540" y="0"/>
                  </a:moveTo>
                  <a:lnTo>
                    <a:pt x="0" y="0"/>
                  </a:lnTo>
                  <a:cubicBezTo>
                    <a:pt x="1270" y="0"/>
                    <a:pt x="1270" y="0"/>
                    <a:pt x="25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4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CUAABodAAAkJQAAHB0AAAAAAAAmAAAACAAAAP//////////"/>
                </a:ext>
              </a:extLst>
            </p:cNvSpPr>
            <p:nvPr/>
          </p:nvSpPr>
          <p:spPr>
            <a:xfrm>
              <a:off x="6032500" y="473075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1270"/>
                  </a:moveTo>
                  <a:cubicBezTo>
                    <a:pt x="5080" y="1270"/>
                    <a:pt x="5080" y="1270"/>
                    <a:pt x="4064" y="0"/>
                  </a:cubicBezTo>
                  <a:cubicBezTo>
                    <a:pt x="0" y="1270"/>
                    <a:pt x="2032" y="1270"/>
                    <a:pt x="508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3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0yQAAF4dAADTJAAAXh0AAAAAAAAmAAAACAAAAP//////////"/>
                </a:ext>
              </a:extLst>
            </p:cNvSpPr>
            <p:nvPr/>
          </p:nvSpPr>
          <p:spPr>
            <a:xfrm>
              <a:off x="5986145" y="477393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2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CoAAFAdAACrKgAAUR0AAAAAAAAmAAAACAAAAP//////////"/>
                </a:ext>
              </a:extLst>
            </p:cNvSpPr>
            <p:nvPr/>
          </p:nvSpPr>
          <p:spPr>
            <a:xfrm>
              <a:off x="6926580" y="4765040"/>
              <a:ext cx="9525" cy="635"/>
            </a:xfrm>
            <a:custGeom>
              <a:avLst/>
              <a:gdLst/>
              <a:ahLst/>
              <a:cxnLst/>
              <a:rect l="0" t="0" r="9525" b="635"/>
              <a:pathLst>
                <a:path w="9525" h="635">
                  <a:moveTo>
                    <a:pt x="9525" y="635"/>
                  </a:moveTo>
                  <a:lnTo>
                    <a:pt x="1905" y="0"/>
                  </a:lnTo>
                  <a:cubicBezTo>
                    <a:pt x="0" y="0"/>
                    <a:pt x="1905" y="0"/>
                    <a:pt x="9525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1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ykAAEwdAACEKQAATB0AAAAAAAAmAAAACAAAAP//////////"/>
                </a:ext>
              </a:extLst>
            </p:cNvSpPr>
            <p:nvPr/>
          </p:nvSpPr>
          <p:spPr>
            <a:xfrm>
              <a:off x="6745605" y="4762500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3175" y="0"/>
                  </a:moveTo>
                  <a:lnTo>
                    <a:pt x="0" y="0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0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IAAB4dAABWMgAAHh0AAAAAAAAmAAAACAAAAP//////////"/>
                </a:ext>
              </a:extLst>
            </p:cNvSpPr>
            <p:nvPr/>
          </p:nvSpPr>
          <p:spPr>
            <a:xfrm>
              <a:off x="8160385" y="4733290"/>
              <a:ext cx="22225" cy="0"/>
            </a:xfrm>
            <a:custGeom>
              <a:avLst/>
              <a:gdLst/>
              <a:ahLst/>
              <a:cxnLst/>
              <a:rect l="0" t="0" r="22225" b="0"/>
              <a:pathLst>
                <a:path w="22225">
                  <a:moveTo>
                    <a:pt x="22225" y="0"/>
                  </a:moveTo>
                  <a:lnTo>
                    <a:pt x="0" y="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9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iQAAF4dAADPJAAAYB0AAAAAAAAmAAAACAAAAP//////////"/>
                </a:ext>
              </a:extLst>
            </p:cNvSpPr>
            <p:nvPr/>
          </p:nvSpPr>
          <p:spPr>
            <a:xfrm>
              <a:off x="5975350" y="477393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8255" y="0"/>
                  </a:moveTo>
                  <a:lnTo>
                    <a:pt x="0" y="1270"/>
                  </a:lnTo>
                  <a:cubicBezTo>
                    <a:pt x="4586" y="0"/>
                    <a:pt x="7337" y="0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8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Bny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SwAAEAdAABuLAAAQh0AAAAAAAAmAAAACAAAAP//////////"/>
                </a:ext>
              </a:extLst>
            </p:cNvSpPr>
            <p:nvPr/>
          </p:nvSpPr>
          <p:spPr>
            <a:xfrm>
              <a:off x="7216775" y="4754880"/>
              <a:ext cx="5715" cy="1270"/>
            </a:xfrm>
            <a:custGeom>
              <a:avLst/>
              <a:gdLst/>
              <a:ahLst/>
              <a:cxnLst/>
              <a:rect l="0" t="0" r="5715" b="1270"/>
              <a:pathLst>
                <a:path w="5715" h="1270">
                  <a:moveTo>
                    <a:pt x="5715" y="0"/>
                  </a:moveTo>
                  <a:lnTo>
                    <a:pt x="0" y="1270"/>
                  </a:lnTo>
                  <a:lnTo>
                    <a:pt x="3810" y="1270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7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CwAADwdAACmLQAARh0AAAAAAAAmAAAACAAAAP//////////"/>
                </a:ext>
              </a:extLst>
            </p:cNvSpPr>
            <p:nvPr/>
          </p:nvSpPr>
          <p:spPr>
            <a:xfrm>
              <a:off x="7188200" y="4752340"/>
              <a:ext cx="232410" cy="6350"/>
            </a:xfrm>
            <a:custGeom>
              <a:avLst/>
              <a:gdLst/>
              <a:ahLst/>
              <a:cxnLst/>
              <a:rect l="0" t="0" r="232410" b="6350"/>
              <a:pathLst>
                <a:path w="232410" h="6350">
                  <a:moveTo>
                    <a:pt x="132398" y="4536"/>
                  </a:moveTo>
                  <a:cubicBezTo>
                    <a:pt x="128588" y="4536"/>
                    <a:pt x="127635" y="5443"/>
                    <a:pt x="125730" y="5443"/>
                  </a:cubicBezTo>
                  <a:cubicBezTo>
                    <a:pt x="160973" y="4536"/>
                    <a:pt x="224790" y="5443"/>
                    <a:pt x="232410" y="3629"/>
                  </a:cubicBezTo>
                  <a:cubicBezTo>
                    <a:pt x="220980" y="3629"/>
                    <a:pt x="159068" y="1814"/>
                    <a:pt x="169545" y="907"/>
                  </a:cubicBezTo>
                  <a:cubicBezTo>
                    <a:pt x="144780" y="1814"/>
                    <a:pt x="109538" y="0"/>
                    <a:pt x="96203" y="0"/>
                  </a:cubicBezTo>
                  <a:cubicBezTo>
                    <a:pt x="136208" y="1814"/>
                    <a:pt x="100013" y="1814"/>
                    <a:pt x="73343" y="2721"/>
                  </a:cubicBezTo>
                  <a:cubicBezTo>
                    <a:pt x="48578" y="1814"/>
                    <a:pt x="78105" y="907"/>
                    <a:pt x="57150" y="907"/>
                  </a:cubicBezTo>
                  <a:lnTo>
                    <a:pt x="0" y="907"/>
                  </a:lnTo>
                  <a:lnTo>
                    <a:pt x="49530" y="907"/>
                  </a:lnTo>
                  <a:lnTo>
                    <a:pt x="34290" y="2721"/>
                  </a:lnTo>
                  <a:lnTo>
                    <a:pt x="39053" y="2721"/>
                  </a:lnTo>
                  <a:cubicBezTo>
                    <a:pt x="122873" y="1814"/>
                    <a:pt x="46673" y="6350"/>
                    <a:pt x="132398" y="45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6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CwAAEUdAAD9LAAARR0AAAAAAAAmAAAACAAAAP//////////"/>
                </a:ext>
              </a:extLst>
            </p:cNvSpPr>
            <p:nvPr/>
          </p:nvSpPr>
          <p:spPr>
            <a:xfrm>
              <a:off x="7299960" y="4758055"/>
              <a:ext cx="13335" cy="0"/>
            </a:xfrm>
            <a:custGeom>
              <a:avLst/>
              <a:gdLst/>
              <a:ahLst/>
              <a:cxnLst/>
              <a:rect l="0" t="0" r="13335" b="0"/>
              <a:pathLst>
                <a:path w="13335">
                  <a:moveTo>
                    <a:pt x="13335" y="0"/>
                  </a:moveTo>
                  <a:lnTo>
                    <a:pt x="0" y="0"/>
                  </a:lnTo>
                  <a:cubicBezTo>
                    <a:pt x="7620" y="0"/>
                    <a:pt x="10477" y="0"/>
                    <a:pt x="133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C8AAEkdAAAxLwAASh0AAAAAAAAmAAAACAAAAP//////////"/>
                </a:ext>
              </a:extLst>
            </p:cNvSpPr>
            <p:nvPr/>
          </p:nvSpPr>
          <p:spPr>
            <a:xfrm>
              <a:off x="7655560" y="4760595"/>
              <a:ext cx="15875" cy="635"/>
            </a:xfrm>
            <a:custGeom>
              <a:avLst/>
              <a:gdLst/>
              <a:ahLst/>
              <a:cxnLst/>
              <a:rect l="0" t="0" r="15875" b="635"/>
              <a:pathLst>
                <a:path w="15875" h="635">
                  <a:moveTo>
                    <a:pt x="0" y="635"/>
                  </a:moveTo>
                  <a:lnTo>
                    <a:pt x="15875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x8AAEkdAAD7HwAATB0AAAAAAAAmAAAACAAAAP//////////"/>
                </a:ext>
              </a:extLst>
            </p:cNvSpPr>
            <p:nvPr/>
          </p:nvSpPr>
          <p:spPr>
            <a:xfrm>
              <a:off x="5147945" y="4760595"/>
              <a:ext cx="50800" cy="1905"/>
            </a:xfrm>
            <a:custGeom>
              <a:avLst/>
              <a:gdLst/>
              <a:ahLst/>
              <a:cxnLst/>
              <a:rect l="0" t="0" r="50800" b="1905"/>
              <a:pathLst>
                <a:path w="50800" h="1905">
                  <a:moveTo>
                    <a:pt x="0" y="0"/>
                  </a:moveTo>
                  <a:cubicBezTo>
                    <a:pt x="1917" y="952"/>
                    <a:pt x="50800" y="1905"/>
                    <a:pt x="49842" y="0"/>
                  </a:cubicBezTo>
                  <a:lnTo>
                    <a:pt x="57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tjQAAD8dAADWNAAAPx0AAAAAAAAmAAAACAAAAP//////////"/>
                </a:ext>
              </a:extLst>
            </p:cNvSpPr>
            <p:nvPr/>
          </p:nvSpPr>
          <p:spPr>
            <a:xfrm>
              <a:off x="8568690" y="4754245"/>
              <a:ext cx="20320" cy="0"/>
            </a:xfrm>
            <a:custGeom>
              <a:avLst/>
              <a:gdLst/>
              <a:ahLst/>
              <a:cxnLst/>
              <a:rect l="0" t="0" r="20320" b="0"/>
              <a:pathLst>
                <a:path w="20320">
                  <a:moveTo>
                    <a:pt x="20320" y="0"/>
                  </a:moveTo>
                  <a:lnTo>
                    <a:pt x="2903" y="0"/>
                  </a:lnTo>
                  <a:lnTo>
                    <a:pt x="0" y="0"/>
                  </a:lnTo>
                  <a:cubicBezTo>
                    <a:pt x="3870" y="0"/>
                    <a:pt x="14514" y="0"/>
                    <a:pt x="20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y0AADwdAABbLQAAPh0AAAAAAAAmAAAACAAAAP//////////"/>
                </a:ext>
              </a:extLst>
            </p:cNvSpPr>
            <p:nvPr/>
          </p:nvSpPr>
          <p:spPr>
            <a:xfrm>
              <a:off x="7357745" y="4752340"/>
              <a:ext cx="15240" cy="1270"/>
            </a:xfrm>
            <a:custGeom>
              <a:avLst/>
              <a:gdLst/>
              <a:ahLst/>
              <a:cxnLst/>
              <a:rect l="0" t="0" r="15240" b="1270"/>
              <a:pathLst>
                <a:path w="15240" h="1270">
                  <a:moveTo>
                    <a:pt x="15240" y="0"/>
                  </a:moveTo>
                  <a:cubicBezTo>
                    <a:pt x="5715" y="0"/>
                    <a:pt x="1905" y="1270"/>
                    <a:pt x="0" y="1270"/>
                  </a:cubicBezTo>
                  <a:cubicBezTo>
                    <a:pt x="5715" y="1270"/>
                    <a:pt x="11430" y="1270"/>
                    <a:pt x="15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jQAAEUdAAA0NQAARx0AAAAAAAAmAAAACAAAAP//////////"/>
                </a:ext>
              </a:extLst>
            </p:cNvSpPr>
            <p:nvPr/>
          </p:nvSpPr>
          <p:spPr>
            <a:xfrm>
              <a:off x="8591550" y="4758055"/>
              <a:ext cx="57150" cy="1270"/>
            </a:xfrm>
            <a:custGeom>
              <a:avLst/>
              <a:gdLst/>
              <a:ahLst/>
              <a:cxnLst/>
              <a:rect l="0" t="0" r="57150" b="1270"/>
              <a:pathLst>
                <a:path w="57150" h="1270">
                  <a:moveTo>
                    <a:pt x="0" y="0"/>
                  </a:moveTo>
                  <a:cubicBezTo>
                    <a:pt x="6668" y="0"/>
                    <a:pt x="17145" y="635"/>
                    <a:pt x="18098" y="1270"/>
                  </a:cubicBezTo>
                  <a:cubicBezTo>
                    <a:pt x="32385" y="1270"/>
                    <a:pt x="42863" y="635"/>
                    <a:pt x="57150" y="635"/>
                  </a:cubicBezTo>
                  <a:cubicBezTo>
                    <a:pt x="40958" y="635"/>
                    <a:pt x="21908" y="635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DUAAEYdAAA1NQAARh0AAAAAAAAmAAAACAAAAP//////////"/>
                </a:ext>
              </a:extLst>
            </p:cNvSpPr>
            <p:nvPr/>
          </p:nvSpPr>
          <p:spPr>
            <a:xfrm>
              <a:off x="8648700" y="4758690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635" y="0"/>
                  </a:moveTo>
                  <a:lnTo>
                    <a:pt x="0" y="0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kAABAdAAATPAAAZR0AAAAAAAAmAAAACAAAAP//////////"/>
                </a:ext>
              </a:extLst>
            </p:cNvSpPr>
            <p:nvPr/>
          </p:nvSpPr>
          <p:spPr>
            <a:xfrm>
              <a:off x="1584960" y="4724400"/>
              <a:ext cx="8180705" cy="53975"/>
            </a:xfrm>
            <a:custGeom>
              <a:avLst/>
              <a:gdLst/>
              <a:ahLst/>
              <a:cxnLst/>
              <a:rect l="0" t="0" r="8180705" b="53975"/>
              <a:pathLst>
                <a:path w="8180705" h="53975">
                  <a:moveTo>
                    <a:pt x="4043708" y="12594"/>
                  </a:moveTo>
                  <a:lnTo>
                    <a:pt x="4041805" y="12594"/>
                  </a:lnTo>
                  <a:lnTo>
                    <a:pt x="4043708" y="12594"/>
                  </a:lnTo>
                  <a:close/>
                  <a:moveTo>
                    <a:pt x="5044165" y="26987"/>
                  </a:moveTo>
                  <a:lnTo>
                    <a:pt x="4988954" y="27887"/>
                  </a:lnTo>
                  <a:lnTo>
                    <a:pt x="4994665" y="27887"/>
                  </a:lnTo>
                  <a:lnTo>
                    <a:pt x="4940407" y="28786"/>
                  </a:lnTo>
                  <a:cubicBezTo>
                    <a:pt x="4973723" y="29686"/>
                    <a:pt x="4995617" y="31485"/>
                    <a:pt x="4948974" y="32385"/>
                  </a:cubicBezTo>
                  <a:cubicBezTo>
                    <a:pt x="4952781" y="32385"/>
                    <a:pt x="4939455" y="31485"/>
                    <a:pt x="4955637" y="30585"/>
                  </a:cubicBezTo>
                  <a:cubicBezTo>
                    <a:pt x="4924224" y="29686"/>
                    <a:pt x="4855687" y="28786"/>
                    <a:pt x="4873773" y="31485"/>
                  </a:cubicBezTo>
                  <a:cubicBezTo>
                    <a:pt x="4933743" y="28786"/>
                    <a:pt x="4887100" y="35083"/>
                    <a:pt x="4934695" y="32385"/>
                  </a:cubicBezTo>
                  <a:cubicBezTo>
                    <a:pt x="4908994" y="34184"/>
                    <a:pt x="4884244" y="34184"/>
                    <a:pt x="4860446" y="34184"/>
                  </a:cubicBezTo>
                  <a:cubicBezTo>
                    <a:pt x="4885196" y="33284"/>
                    <a:pt x="4854735" y="31485"/>
                    <a:pt x="4817610" y="30585"/>
                  </a:cubicBezTo>
                  <a:cubicBezTo>
                    <a:pt x="4801428" y="31485"/>
                    <a:pt x="4756688" y="30585"/>
                    <a:pt x="4730035" y="31485"/>
                  </a:cubicBezTo>
                  <a:cubicBezTo>
                    <a:pt x="4739554" y="33284"/>
                    <a:pt x="4715756" y="34184"/>
                    <a:pt x="4760496" y="34184"/>
                  </a:cubicBezTo>
                  <a:cubicBezTo>
                    <a:pt x="4744313" y="35083"/>
                    <a:pt x="4718612" y="35083"/>
                    <a:pt x="4691007" y="34184"/>
                  </a:cubicBezTo>
                  <a:cubicBezTo>
                    <a:pt x="4702429" y="34184"/>
                    <a:pt x="4721468" y="34184"/>
                    <a:pt x="4720516" y="33284"/>
                  </a:cubicBezTo>
                  <a:cubicBezTo>
                    <a:pt x="4702429" y="31485"/>
                    <a:pt x="4680536" y="31485"/>
                    <a:pt x="4669113" y="31485"/>
                  </a:cubicBezTo>
                  <a:lnTo>
                    <a:pt x="4641507" y="31485"/>
                  </a:lnTo>
                  <a:cubicBezTo>
                    <a:pt x="4644363" y="31485"/>
                    <a:pt x="4646267" y="31485"/>
                    <a:pt x="4648171" y="32385"/>
                  </a:cubicBezTo>
                  <a:lnTo>
                    <a:pt x="4617710" y="33284"/>
                  </a:lnTo>
                  <a:cubicBezTo>
                    <a:pt x="4658642" y="32385"/>
                    <a:pt x="4636748" y="34184"/>
                    <a:pt x="4635796" y="35083"/>
                  </a:cubicBezTo>
                  <a:cubicBezTo>
                    <a:pt x="4636748" y="33284"/>
                    <a:pt x="4609142" y="35083"/>
                    <a:pt x="4594864" y="35083"/>
                  </a:cubicBezTo>
                  <a:lnTo>
                    <a:pt x="4626277" y="36882"/>
                  </a:lnTo>
                  <a:cubicBezTo>
                    <a:pt x="4611046" y="37782"/>
                    <a:pt x="4573922" y="35983"/>
                    <a:pt x="4581537" y="37782"/>
                  </a:cubicBezTo>
                  <a:cubicBezTo>
                    <a:pt x="4646267" y="38682"/>
                    <a:pt x="4671016" y="37782"/>
                    <a:pt x="4730035" y="37782"/>
                  </a:cubicBezTo>
                  <a:lnTo>
                    <a:pt x="4706237" y="35983"/>
                  </a:lnTo>
                  <a:cubicBezTo>
                    <a:pt x="4772871" y="35083"/>
                    <a:pt x="4747169" y="38682"/>
                    <a:pt x="4821418" y="38682"/>
                  </a:cubicBezTo>
                  <a:cubicBezTo>
                    <a:pt x="4852831" y="36882"/>
                    <a:pt x="4933743" y="37782"/>
                    <a:pt x="4934695" y="35083"/>
                  </a:cubicBezTo>
                  <a:cubicBezTo>
                    <a:pt x="4925176" y="35983"/>
                    <a:pt x="4981339" y="37782"/>
                    <a:pt x="5007040" y="35983"/>
                  </a:cubicBezTo>
                  <a:cubicBezTo>
                    <a:pt x="5034646" y="34184"/>
                    <a:pt x="5120317" y="33284"/>
                    <a:pt x="5094616" y="32385"/>
                  </a:cubicBezTo>
                  <a:cubicBezTo>
                    <a:pt x="5071770" y="32385"/>
                    <a:pt x="5040357" y="33284"/>
                    <a:pt x="5022271" y="32385"/>
                  </a:cubicBezTo>
                  <a:lnTo>
                    <a:pt x="5066059" y="31485"/>
                  </a:lnTo>
                  <a:lnTo>
                    <a:pt x="5037501" y="29686"/>
                  </a:lnTo>
                  <a:cubicBezTo>
                    <a:pt x="5052732" y="30585"/>
                    <a:pt x="5050828" y="28786"/>
                    <a:pt x="5044165" y="26987"/>
                  </a:cubicBezTo>
                  <a:close/>
                  <a:moveTo>
                    <a:pt x="5228835" y="24288"/>
                  </a:moveTo>
                  <a:cubicBezTo>
                    <a:pt x="5258344" y="28786"/>
                    <a:pt x="5289757" y="32385"/>
                    <a:pt x="5425880" y="31485"/>
                  </a:cubicBezTo>
                  <a:lnTo>
                    <a:pt x="5415409" y="31485"/>
                  </a:lnTo>
                  <a:cubicBezTo>
                    <a:pt x="5483947" y="34184"/>
                    <a:pt x="5548676" y="28786"/>
                    <a:pt x="5631492" y="31485"/>
                  </a:cubicBezTo>
                  <a:cubicBezTo>
                    <a:pt x="5591512" y="32385"/>
                    <a:pt x="5593416" y="32385"/>
                    <a:pt x="5548676" y="35983"/>
                  </a:cubicBezTo>
                  <a:lnTo>
                    <a:pt x="5592464" y="35083"/>
                  </a:lnTo>
                  <a:cubicBezTo>
                    <a:pt x="5580089" y="36882"/>
                    <a:pt x="5622925" y="35983"/>
                    <a:pt x="5655290" y="35983"/>
                  </a:cubicBezTo>
                  <a:lnTo>
                    <a:pt x="5626733" y="38682"/>
                  </a:lnTo>
                  <a:cubicBezTo>
                    <a:pt x="5607695" y="37782"/>
                    <a:pt x="5558196" y="37782"/>
                    <a:pt x="5560099" y="38682"/>
                  </a:cubicBezTo>
                  <a:cubicBezTo>
                    <a:pt x="5570570" y="37782"/>
                    <a:pt x="5494418" y="35083"/>
                    <a:pt x="5453486" y="35983"/>
                  </a:cubicBezTo>
                  <a:cubicBezTo>
                    <a:pt x="5457293" y="37782"/>
                    <a:pt x="5544869" y="36882"/>
                    <a:pt x="5505841" y="39581"/>
                  </a:cubicBezTo>
                  <a:cubicBezTo>
                    <a:pt x="5540109" y="38682"/>
                    <a:pt x="5544869" y="40481"/>
                    <a:pt x="5580089" y="39581"/>
                  </a:cubicBezTo>
                  <a:cubicBezTo>
                    <a:pt x="5545821" y="40481"/>
                    <a:pt x="5571522" y="42280"/>
                    <a:pt x="5546773" y="43180"/>
                  </a:cubicBezTo>
                  <a:lnTo>
                    <a:pt x="5604839" y="42280"/>
                  </a:lnTo>
                  <a:cubicBezTo>
                    <a:pt x="5606743" y="43180"/>
                    <a:pt x="5519167" y="44079"/>
                    <a:pt x="5567715" y="45878"/>
                  </a:cubicBezTo>
                  <a:cubicBezTo>
                    <a:pt x="5591512" y="44979"/>
                    <a:pt x="5654338" y="46778"/>
                    <a:pt x="5655290" y="44079"/>
                  </a:cubicBezTo>
                  <a:lnTo>
                    <a:pt x="5657194" y="44979"/>
                  </a:lnTo>
                  <a:cubicBezTo>
                    <a:pt x="5700982" y="45878"/>
                    <a:pt x="5676232" y="42280"/>
                    <a:pt x="5730491" y="43180"/>
                  </a:cubicBezTo>
                  <a:cubicBezTo>
                    <a:pt x="5731443" y="42280"/>
                    <a:pt x="5720972" y="42280"/>
                    <a:pt x="5700982" y="42280"/>
                  </a:cubicBezTo>
                  <a:cubicBezTo>
                    <a:pt x="5684799" y="42280"/>
                    <a:pt x="5681944" y="44079"/>
                    <a:pt x="5648627" y="44079"/>
                  </a:cubicBezTo>
                  <a:cubicBezTo>
                    <a:pt x="5633396" y="42280"/>
                    <a:pt x="5689559" y="44079"/>
                    <a:pt x="5665761" y="41380"/>
                  </a:cubicBezTo>
                  <a:cubicBezTo>
                    <a:pt x="5654338" y="40481"/>
                    <a:pt x="5576282" y="43180"/>
                    <a:pt x="5601031" y="39581"/>
                  </a:cubicBezTo>
                  <a:lnTo>
                    <a:pt x="5645771" y="40481"/>
                  </a:lnTo>
                  <a:cubicBezTo>
                    <a:pt x="5646723" y="38682"/>
                    <a:pt x="5678136" y="38682"/>
                    <a:pt x="5677184" y="36882"/>
                  </a:cubicBezTo>
                  <a:cubicBezTo>
                    <a:pt x="5704789" y="35983"/>
                    <a:pt x="5729539" y="38682"/>
                    <a:pt x="5757144" y="36882"/>
                  </a:cubicBezTo>
                  <a:cubicBezTo>
                    <a:pt x="5768567" y="35983"/>
                    <a:pt x="5748577" y="33284"/>
                    <a:pt x="5794269" y="34184"/>
                  </a:cubicBezTo>
                  <a:cubicBezTo>
                    <a:pt x="5829490" y="36882"/>
                    <a:pt x="5934200" y="36882"/>
                    <a:pt x="5974180" y="35983"/>
                  </a:cubicBezTo>
                  <a:lnTo>
                    <a:pt x="6008448" y="35083"/>
                  </a:lnTo>
                  <a:cubicBezTo>
                    <a:pt x="6005593" y="34184"/>
                    <a:pt x="5942767" y="35083"/>
                    <a:pt x="5964661" y="34184"/>
                  </a:cubicBezTo>
                  <a:lnTo>
                    <a:pt x="6017968" y="33284"/>
                  </a:lnTo>
                  <a:lnTo>
                    <a:pt x="6014160" y="34184"/>
                  </a:lnTo>
                  <a:cubicBezTo>
                    <a:pt x="6032246" y="34184"/>
                    <a:pt x="6050332" y="33284"/>
                    <a:pt x="6066515" y="33284"/>
                  </a:cubicBezTo>
                  <a:cubicBezTo>
                    <a:pt x="6049380" y="34184"/>
                    <a:pt x="6011304" y="34184"/>
                    <a:pt x="6018919" y="35983"/>
                  </a:cubicBezTo>
                  <a:cubicBezTo>
                    <a:pt x="6043669" y="35983"/>
                    <a:pt x="6047477" y="36882"/>
                    <a:pt x="6070322" y="36882"/>
                  </a:cubicBezTo>
                  <a:cubicBezTo>
                    <a:pt x="6065563" y="36882"/>
                    <a:pt x="6061755" y="36882"/>
                    <a:pt x="6061755" y="36882"/>
                  </a:cubicBezTo>
                  <a:cubicBezTo>
                    <a:pt x="6113158" y="37782"/>
                    <a:pt x="6111255" y="35083"/>
                    <a:pt x="6123629" y="34184"/>
                  </a:cubicBezTo>
                  <a:cubicBezTo>
                    <a:pt x="6175032" y="32385"/>
                    <a:pt x="6072226" y="32385"/>
                    <a:pt x="6078890" y="29686"/>
                  </a:cubicBezTo>
                  <a:lnTo>
                    <a:pt x="6228339" y="29686"/>
                  </a:lnTo>
                  <a:cubicBezTo>
                    <a:pt x="6215013" y="29686"/>
                    <a:pt x="6202638" y="30585"/>
                    <a:pt x="6207397" y="31485"/>
                  </a:cubicBezTo>
                  <a:cubicBezTo>
                    <a:pt x="6243570" y="32385"/>
                    <a:pt x="6208349" y="32385"/>
                    <a:pt x="6259752" y="32385"/>
                  </a:cubicBezTo>
                  <a:cubicBezTo>
                    <a:pt x="6255945" y="29686"/>
                    <a:pt x="6324482" y="31485"/>
                    <a:pt x="6360655" y="29686"/>
                  </a:cubicBezTo>
                  <a:cubicBezTo>
                    <a:pt x="6377789" y="30585"/>
                    <a:pt x="6381597" y="30585"/>
                    <a:pt x="6344472" y="30585"/>
                  </a:cubicBezTo>
                  <a:cubicBezTo>
                    <a:pt x="6348280" y="32385"/>
                    <a:pt x="6397779" y="32385"/>
                    <a:pt x="6415865" y="32385"/>
                  </a:cubicBezTo>
                  <a:lnTo>
                    <a:pt x="6454894" y="31485"/>
                  </a:lnTo>
                  <a:cubicBezTo>
                    <a:pt x="6439663" y="30585"/>
                    <a:pt x="6446327" y="28786"/>
                    <a:pt x="6478691" y="28786"/>
                  </a:cubicBezTo>
                  <a:lnTo>
                    <a:pt x="6480595" y="27887"/>
                  </a:lnTo>
                  <a:cubicBezTo>
                    <a:pt x="6427288" y="27887"/>
                    <a:pt x="6345424" y="25188"/>
                    <a:pt x="6312107" y="26987"/>
                  </a:cubicBezTo>
                  <a:lnTo>
                    <a:pt x="6321626" y="26087"/>
                  </a:lnTo>
                  <a:cubicBezTo>
                    <a:pt x="6260704" y="25188"/>
                    <a:pt x="6189311" y="29686"/>
                    <a:pt x="6160754" y="26087"/>
                  </a:cubicBezTo>
                  <a:cubicBezTo>
                    <a:pt x="6163610" y="25188"/>
                    <a:pt x="6148379" y="26087"/>
                    <a:pt x="6149331" y="24288"/>
                  </a:cubicBezTo>
                  <a:lnTo>
                    <a:pt x="6104591" y="25188"/>
                  </a:lnTo>
                  <a:lnTo>
                    <a:pt x="6114110" y="24288"/>
                  </a:lnTo>
                  <a:lnTo>
                    <a:pt x="6037958" y="25188"/>
                  </a:lnTo>
                  <a:lnTo>
                    <a:pt x="6039861" y="24288"/>
                  </a:lnTo>
                  <a:lnTo>
                    <a:pt x="5952286" y="28786"/>
                  </a:lnTo>
                  <a:cubicBezTo>
                    <a:pt x="5952286" y="29686"/>
                    <a:pt x="5954190" y="29686"/>
                    <a:pt x="5941815" y="30585"/>
                  </a:cubicBezTo>
                  <a:cubicBezTo>
                    <a:pt x="5930392" y="30585"/>
                    <a:pt x="5920873" y="30585"/>
                    <a:pt x="5912306" y="30585"/>
                  </a:cubicBezTo>
                  <a:cubicBezTo>
                    <a:pt x="5912306" y="30585"/>
                    <a:pt x="5912306" y="30585"/>
                    <a:pt x="5912306" y="30585"/>
                  </a:cubicBezTo>
                  <a:cubicBezTo>
                    <a:pt x="5893267" y="30585"/>
                    <a:pt x="5880893" y="28786"/>
                    <a:pt x="5858047" y="28786"/>
                  </a:cubicBezTo>
                  <a:lnTo>
                    <a:pt x="5929440" y="28786"/>
                  </a:lnTo>
                  <a:cubicBezTo>
                    <a:pt x="5935151" y="26987"/>
                    <a:pt x="5928488" y="26087"/>
                    <a:pt x="5894219" y="24288"/>
                  </a:cubicBezTo>
                  <a:cubicBezTo>
                    <a:pt x="5908498" y="24288"/>
                    <a:pt x="5914209" y="23389"/>
                    <a:pt x="5897075" y="23389"/>
                  </a:cubicBezTo>
                  <a:cubicBezTo>
                    <a:pt x="5894219" y="23389"/>
                    <a:pt x="5850432" y="24288"/>
                    <a:pt x="5866614" y="25188"/>
                  </a:cubicBezTo>
                  <a:cubicBezTo>
                    <a:pt x="5799028" y="26087"/>
                    <a:pt x="5690511" y="22489"/>
                    <a:pt x="5587705" y="25188"/>
                  </a:cubicBezTo>
                  <a:cubicBezTo>
                    <a:pt x="5661002" y="23389"/>
                    <a:pt x="5528686" y="22489"/>
                    <a:pt x="5610550" y="22489"/>
                  </a:cubicBezTo>
                  <a:cubicBezTo>
                    <a:pt x="5553436" y="19790"/>
                    <a:pt x="5561051" y="24288"/>
                    <a:pt x="5502985" y="24288"/>
                  </a:cubicBezTo>
                  <a:cubicBezTo>
                    <a:pt x="5498225" y="23389"/>
                    <a:pt x="5534398" y="24288"/>
                    <a:pt x="5547725" y="22489"/>
                  </a:cubicBezTo>
                  <a:cubicBezTo>
                    <a:pt x="5451582" y="21590"/>
                    <a:pt x="5384948" y="26087"/>
                    <a:pt x="5290709" y="26087"/>
                  </a:cubicBezTo>
                  <a:lnTo>
                    <a:pt x="5286901" y="24288"/>
                  </a:lnTo>
                  <a:lnTo>
                    <a:pt x="5228835" y="24288"/>
                  </a:lnTo>
                  <a:close/>
                  <a:moveTo>
                    <a:pt x="6801389" y="28786"/>
                  </a:moveTo>
                  <a:cubicBezTo>
                    <a:pt x="6807100" y="28786"/>
                    <a:pt x="6809004" y="27887"/>
                    <a:pt x="6809004" y="27887"/>
                  </a:cubicBezTo>
                  <a:cubicBezTo>
                    <a:pt x="6690015" y="32385"/>
                    <a:pt x="6592920" y="33284"/>
                    <a:pt x="6529143" y="32385"/>
                  </a:cubicBezTo>
                  <a:cubicBezTo>
                    <a:pt x="6541517" y="34184"/>
                    <a:pt x="6598632" y="35983"/>
                    <a:pt x="6626237" y="36882"/>
                  </a:cubicBezTo>
                  <a:lnTo>
                    <a:pt x="6602440" y="38682"/>
                  </a:lnTo>
                  <a:lnTo>
                    <a:pt x="6587209" y="36882"/>
                  </a:lnTo>
                  <a:lnTo>
                    <a:pt x="6545325" y="38682"/>
                  </a:lnTo>
                  <a:cubicBezTo>
                    <a:pt x="6556748" y="39581"/>
                    <a:pt x="6591017" y="39581"/>
                    <a:pt x="6612911" y="40481"/>
                  </a:cubicBezTo>
                  <a:lnTo>
                    <a:pt x="6707150" y="36882"/>
                  </a:lnTo>
                  <a:lnTo>
                    <a:pt x="6650035" y="35983"/>
                  </a:lnTo>
                  <a:cubicBezTo>
                    <a:pt x="6665266" y="35983"/>
                    <a:pt x="6741418" y="35983"/>
                    <a:pt x="6771879" y="35983"/>
                  </a:cubicBezTo>
                  <a:cubicBezTo>
                    <a:pt x="6772831" y="34184"/>
                    <a:pt x="6720476" y="33284"/>
                    <a:pt x="6713813" y="35083"/>
                  </a:cubicBezTo>
                  <a:cubicBezTo>
                    <a:pt x="6708101" y="33284"/>
                    <a:pt x="6768072" y="34184"/>
                    <a:pt x="6729995" y="32385"/>
                  </a:cubicBezTo>
                  <a:cubicBezTo>
                    <a:pt x="6774735" y="30585"/>
                    <a:pt x="6847080" y="32385"/>
                    <a:pt x="6880397" y="33284"/>
                  </a:cubicBezTo>
                  <a:lnTo>
                    <a:pt x="6886108" y="35083"/>
                  </a:lnTo>
                  <a:cubicBezTo>
                    <a:pt x="6922281" y="36882"/>
                    <a:pt x="6910858" y="32385"/>
                    <a:pt x="6953694" y="34184"/>
                  </a:cubicBezTo>
                  <a:cubicBezTo>
                    <a:pt x="6900387" y="34184"/>
                    <a:pt x="6963213" y="36882"/>
                    <a:pt x="6920377" y="36882"/>
                  </a:cubicBezTo>
                  <a:cubicBezTo>
                    <a:pt x="6933704" y="37782"/>
                    <a:pt x="6920377" y="39581"/>
                    <a:pt x="6963213" y="39581"/>
                  </a:cubicBezTo>
                  <a:cubicBezTo>
                    <a:pt x="6998434" y="35983"/>
                    <a:pt x="7007953" y="41380"/>
                    <a:pt x="7042221" y="38682"/>
                  </a:cubicBezTo>
                  <a:cubicBezTo>
                    <a:pt x="7064115" y="39581"/>
                    <a:pt x="7017472" y="40481"/>
                    <a:pt x="7061260" y="41380"/>
                  </a:cubicBezTo>
                  <a:cubicBezTo>
                    <a:pt x="7112663" y="39581"/>
                    <a:pt x="7109807" y="38682"/>
                    <a:pt x="7112663" y="35983"/>
                  </a:cubicBezTo>
                  <a:cubicBezTo>
                    <a:pt x="7065067" y="35083"/>
                    <a:pt x="7059356" y="38682"/>
                    <a:pt x="7020328" y="37782"/>
                  </a:cubicBezTo>
                  <a:lnTo>
                    <a:pt x="7097432" y="34184"/>
                  </a:lnTo>
                  <a:cubicBezTo>
                    <a:pt x="7083154" y="34184"/>
                    <a:pt x="7072683" y="34184"/>
                    <a:pt x="7064115" y="34184"/>
                  </a:cubicBezTo>
                  <a:cubicBezTo>
                    <a:pt x="7079346" y="34184"/>
                    <a:pt x="7092673" y="33284"/>
                    <a:pt x="7104096" y="32385"/>
                  </a:cubicBezTo>
                  <a:lnTo>
                    <a:pt x="7122182" y="31485"/>
                  </a:lnTo>
                  <a:cubicBezTo>
                    <a:pt x="7078394" y="31485"/>
                    <a:pt x="7039366" y="31485"/>
                    <a:pt x="7032702" y="30585"/>
                  </a:cubicBezTo>
                  <a:lnTo>
                    <a:pt x="7038414" y="28786"/>
                  </a:lnTo>
                  <a:cubicBezTo>
                    <a:pt x="7023183" y="27887"/>
                    <a:pt x="6998434" y="28786"/>
                    <a:pt x="6986059" y="29686"/>
                  </a:cubicBezTo>
                  <a:cubicBezTo>
                    <a:pt x="6947982" y="29686"/>
                    <a:pt x="6908954" y="30585"/>
                    <a:pt x="6900387" y="29686"/>
                  </a:cubicBezTo>
                  <a:lnTo>
                    <a:pt x="6914666" y="28786"/>
                  </a:lnTo>
                  <a:lnTo>
                    <a:pt x="6801389" y="28786"/>
                  </a:lnTo>
                  <a:close/>
                  <a:moveTo>
                    <a:pt x="7409658" y="35083"/>
                  </a:moveTo>
                  <a:lnTo>
                    <a:pt x="7420129" y="35983"/>
                  </a:lnTo>
                  <a:lnTo>
                    <a:pt x="7390620" y="36882"/>
                  </a:lnTo>
                  <a:cubicBezTo>
                    <a:pt x="7338265" y="36882"/>
                    <a:pt x="7295429" y="33284"/>
                    <a:pt x="7247834" y="35983"/>
                  </a:cubicBezTo>
                  <a:cubicBezTo>
                    <a:pt x="7225940" y="35083"/>
                    <a:pt x="7213565" y="33284"/>
                    <a:pt x="7202142" y="32385"/>
                  </a:cubicBezTo>
                  <a:lnTo>
                    <a:pt x="7231651" y="32385"/>
                  </a:lnTo>
                  <a:cubicBezTo>
                    <a:pt x="7364919" y="28786"/>
                    <a:pt x="7301141" y="36882"/>
                    <a:pt x="7409658" y="35083"/>
                  </a:cubicBezTo>
                  <a:close/>
                  <a:moveTo>
                    <a:pt x="4174120" y="38682"/>
                  </a:moveTo>
                  <a:cubicBezTo>
                    <a:pt x="4189351" y="35983"/>
                    <a:pt x="4240754" y="35983"/>
                    <a:pt x="4243609" y="34184"/>
                  </a:cubicBezTo>
                  <a:cubicBezTo>
                    <a:pt x="4247417" y="33284"/>
                    <a:pt x="4235994" y="33284"/>
                    <a:pt x="4223619" y="33284"/>
                  </a:cubicBezTo>
                  <a:lnTo>
                    <a:pt x="4180783" y="32385"/>
                  </a:lnTo>
                  <a:cubicBezTo>
                    <a:pt x="4179831" y="33284"/>
                    <a:pt x="4176976" y="33284"/>
                    <a:pt x="4172216" y="33284"/>
                  </a:cubicBezTo>
                  <a:cubicBezTo>
                    <a:pt x="4187447" y="34184"/>
                    <a:pt x="4196966" y="34184"/>
                    <a:pt x="4191254" y="35983"/>
                  </a:cubicBezTo>
                  <a:cubicBezTo>
                    <a:pt x="4152226" y="33284"/>
                    <a:pt x="4156034" y="37782"/>
                    <a:pt x="4114150" y="37782"/>
                  </a:cubicBezTo>
                  <a:cubicBezTo>
                    <a:pt x="4100823" y="38682"/>
                    <a:pt x="4160793" y="38682"/>
                    <a:pt x="4174120" y="38682"/>
                  </a:cubicBezTo>
                  <a:close/>
                  <a:moveTo>
                    <a:pt x="3930431" y="33284"/>
                  </a:moveTo>
                  <a:lnTo>
                    <a:pt x="3938998" y="31485"/>
                  </a:lnTo>
                  <a:lnTo>
                    <a:pt x="3914249" y="31485"/>
                  </a:lnTo>
                  <a:cubicBezTo>
                    <a:pt x="3917105" y="32385"/>
                    <a:pt x="3919960" y="33284"/>
                    <a:pt x="3930431" y="33284"/>
                  </a:cubicBezTo>
                  <a:close/>
                  <a:moveTo>
                    <a:pt x="3854279" y="31485"/>
                  </a:moveTo>
                  <a:lnTo>
                    <a:pt x="3858086" y="31485"/>
                  </a:lnTo>
                  <a:lnTo>
                    <a:pt x="3831433" y="30585"/>
                  </a:lnTo>
                  <a:cubicBezTo>
                    <a:pt x="3835240" y="31485"/>
                    <a:pt x="3841904" y="31485"/>
                    <a:pt x="3854279" y="31485"/>
                  </a:cubicBezTo>
                  <a:close/>
                  <a:moveTo>
                    <a:pt x="4580585" y="31485"/>
                  </a:moveTo>
                  <a:cubicBezTo>
                    <a:pt x="4576777" y="31485"/>
                    <a:pt x="4572970" y="31485"/>
                    <a:pt x="4571066" y="31485"/>
                  </a:cubicBezTo>
                  <a:lnTo>
                    <a:pt x="4580585" y="31485"/>
                  </a:lnTo>
                  <a:close/>
                  <a:moveTo>
                    <a:pt x="4548220" y="33284"/>
                  </a:moveTo>
                  <a:cubicBezTo>
                    <a:pt x="4585345" y="34184"/>
                    <a:pt x="4576777" y="33284"/>
                    <a:pt x="4582489" y="32385"/>
                  </a:cubicBezTo>
                  <a:lnTo>
                    <a:pt x="4543461" y="32385"/>
                  </a:lnTo>
                  <a:cubicBezTo>
                    <a:pt x="4548220" y="32385"/>
                    <a:pt x="4551076" y="33284"/>
                    <a:pt x="4548220" y="33284"/>
                  </a:cubicBezTo>
                  <a:close/>
                  <a:moveTo>
                    <a:pt x="4501577" y="26087"/>
                  </a:moveTo>
                  <a:lnTo>
                    <a:pt x="4305483" y="26087"/>
                  </a:lnTo>
                  <a:cubicBezTo>
                    <a:pt x="4419712" y="29686"/>
                    <a:pt x="4500625" y="32385"/>
                    <a:pt x="4309291" y="33284"/>
                  </a:cubicBezTo>
                  <a:lnTo>
                    <a:pt x="4296916" y="33284"/>
                  </a:lnTo>
                  <a:cubicBezTo>
                    <a:pt x="4321666" y="34184"/>
                    <a:pt x="4365454" y="34184"/>
                    <a:pt x="4405434" y="33284"/>
                  </a:cubicBezTo>
                  <a:cubicBezTo>
                    <a:pt x="4437799" y="31485"/>
                    <a:pt x="4543461" y="26087"/>
                    <a:pt x="4542509" y="25188"/>
                  </a:cubicBezTo>
                  <a:cubicBezTo>
                    <a:pt x="4531086" y="24288"/>
                    <a:pt x="4513951" y="25188"/>
                    <a:pt x="4493009" y="25188"/>
                  </a:cubicBezTo>
                  <a:lnTo>
                    <a:pt x="4501577" y="26087"/>
                  </a:lnTo>
                  <a:close/>
                  <a:moveTo>
                    <a:pt x="331264" y="35983"/>
                  </a:moveTo>
                  <a:cubicBezTo>
                    <a:pt x="335071" y="35983"/>
                    <a:pt x="336975" y="35983"/>
                    <a:pt x="338879" y="35983"/>
                  </a:cubicBezTo>
                  <a:cubicBezTo>
                    <a:pt x="336975" y="35983"/>
                    <a:pt x="338879" y="35983"/>
                    <a:pt x="331264" y="35983"/>
                  </a:cubicBezTo>
                  <a:close/>
                  <a:moveTo>
                    <a:pt x="3534437" y="35083"/>
                  </a:moveTo>
                  <a:lnTo>
                    <a:pt x="3521110" y="35983"/>
                  </a:lnTo>
                  <a:lnTo>
                    <a:pt x="3527774" y="35083"/>
                  </a:lnTo>
                  <a:lnTo>
                    <a:pt x="3494457" y="35083"/>
                  </a:lnTo>
                  <a:lnTo>
                    <a:pt x="3480178" y="35083"/>
                  </a:lnTo>
                  <a:cubicBezTo>
                    <a:pt x="3482082" y="35083"/>
                    <a:pt x="3483986" y="35083"/>
                    <a:pt x="3484938" y="35083"/>
                  </a:cubicBezTo>
                  <a:lnTo>
                    <a:pt x="3474467" y="34184"/>
                  </a:lnTo>
                  <a:cubicBezTo>
                    <a:pt x="3447813" y="35983"/>
                    <a:pt x="3381180" y="37782"/>
                    <a:pt x="3362142" y="38682"/>
                  </a:cubicBezTo>
                  <a:cubicBezTo>
                    <a:pt x="3336440" y="39581"/>
                    <a:pt x="3305979" y="39581"/>
                    <a:pt x="3285989" y="39581"/>
                  </a:cubicBezTo>
                  <a:cubicBezTo>
                    <a:pt x="3304075" y="39581"/>
                    <a:pt x="3327873" y="39581"/>
                    <a:pt x="3321210" y="38682"/>
                  </a:cubicBezTo>
                  <a:cubicBezTo>
                    <a:pt x="3284085" y="37782"/>
                    <a:pt x="3265999" y="35083"/>
                    <a:pt x="3203173" y="36882"/>
                  </a:cubicBezTo>
                  <a:lnTo>
                    <a:pt x="3240297" y="36882"/>
                  </a:lnTo>
                  <a:lnTo>
                    <a:pt x="3156529" y="40481"/>
                  </a:lnTo>
                  <a:cubicBezTo>
                    <a:pt x="3127972" y="39581"/>
                    <a:pt x="3198413" y="38682"/>
                    <a:pt x="3209836" y="37782"/>
                  </a:cubicBezTo>
                  <a:cubicBezTo>
                    <a:pt x="3145106" y="39581"/>
                    <a:pt x="3090848" y="35083"/>
                    <a:pt x="3061338" y="37782"/>
                  </a:cubicBezTo>
                  <a:cubicBezTo>
                    <a:pt x="3056579" y="35983"/>
                    <a:pt x="3049916" y="33284"/>
                    <a:pt x="3007080" y="33284"/>
                  </a:cubicBezTo>
                  <a:cubicBezTo>
                    <a:pt x="3037541" y="35983"/>
                    <a:pt x="2981378" y="35083"/>
                    <a:pt x="3007080" y="36882"/>
                  </a:cubicBezTo>
                  <a:cubicBezTo>
                    <a:pt x="2991849" y="37782"/>
                    <a:pt x="2959484" y="36882"/>
                    <a:pt x="2956629" y="37782"/>
                  </a:cubicBezTo>
                  <a:lnTo>
                    <a:pt x="2960436" y="36882"/>
                  </a:lnTo>
                  <a:cubicBezTo>
                    <a:pt x="2888091" y="34184"/>
                    <a:pt x="2864293" y="38682"/>
                    <a:pt x="2832880" y="40481"/>
                  </a:cubicBezTo>
                  <a:cubicBezTo>
                    <a:pt x="2746257" y="41380"/>
                    <a:pt x="2706276" y="40481"/>
                    <a:pt x="2634883" y="40481"/>
                  </a:cubicBezTo>
                  <a:cubicBezTo>
                    <a:pt x="2632028" y="39581"/>
                    <a:pt x="2612989" y="35983"/>
                    <a:pt x="2584432" y="35983"/>
                  </a:cubicBezTo>
                  <a:cubicBezTo>
                    <a:pt x="2571105" y="37782"/>
                    <a:pt x="2506376" y="38682"/>
                    <a:pt x="2499712" y="40481"/>
                  </a:cubicBezTo>
                  <a:cubicBezTo>
                    <a:pt x="2551115" y="41380"/>
                    <a:pt x="2541596" y="38682"/>
                    <a:pt x="2572057" y="38682"/>
                  </a:cubicBezTo>
                  <a:cubicBezTo>
                    <a:pt x="2597759" y="40481"/>
                    <a:pt x="2574913" y="40481"/>
                    <a:pt x="2609182" y="41380"/>
                  </a:cubicBezTo>
                  <a:cubicBezTo>
                    <a:pt x="2581576" y="41380"/>
                    <a:pt x="2482578" y="43180"/>
                    <a:pt x="2452117" y="41380"/>
                  </a:cubicBezTo>
                  <a:lnTo>
                    <a:pt x="2462588" y="40481"/>
                  </a:lnTo>
                  <a:cubicBezTo>
                    <a:pt x="2414040" y="39581"/>
                    <a:pt x="2404521" y="35083"/>
                    <a:pt x="2323609" y="37782"/>
                  </a:cubicBezTo>
                  <a:lnTo>
                    <a:pt x="2284581" y="38682"/>
                  </a:lnTo>
                  <a:cubicBezTo>
                    <a:pt x="2286485" y="38682"/>
                    <a:pt x="2286485" y="38682"/>
                    <a:pt x="2287437" y="38682"/>
                  </a:cubicBezTo>
                  <a:cubicBezTo>
                    <a:pt x="2223659" y="38682"/>
                    <a:pt x="2240793" y="35983"/>
                    <a:pt x="2170352" y="37782"/>
                  </a:cubicBezTo>
                  <a:cubicBezTo>
                    <a:pt x="2176063" y="37782"/>
                    <a:pt x="2173207" y="37782"/>
                    <a:pt x="2177967" y="37782"/>
                  </a:cubicBezTo>
                  <a:cubicBezTo>
                    <a:pt x="2137987" y="35983"/>
                    <a:pt x="2098007" y="38682"/>
                    <a:pt x="2067546" y="39581"/>
                  </a:cubicBezTo>
                  <a:cubicBezTo>
                    <a:pt x="2049459" y="37782"/>
                    <a:pt x="2072305" y="37782"/>
                    <a:pt x="2083728" y="35983"/>
                  </a:cubicBezTo>
                  <a:cubicBezTo>
                    <a:pt x="2013287" y="35983"/>
                    <a:pt x="1937134" y="38682"/>
                    <a:pt x="1893346" y="40481"/>
                  </a:cubicBezTo>
                  <a:lnTo>
                    <a:pt x="1847655" y="39581"/>
                  </a:lnTo>
                  <a:cubicBezTo>
                    <a:pt x="1874308" y="38682"/>
                    <a:pt x="1907625" y="36882"/>
                    <a:pt x="1899058" y="35983"/>
                  </a:cubicBezTo>
                  <a:cubicBezTo>
                    <a:pt x="1874308" y="36882"/>
                    <a:pt x="1879068" y="37782"/>
                    <a:pt x="1843847" y="36882"/>
                  </a:cubicBezTo>
                  <a:cubicBezTo>
                    <a:pt x="1849558" y="35983"/>
                    <a:pt x="1864789" y="35083"/>
                    <a:pt x="1880971" y="33284"/>
                  </a:cubicBezTo>
                  <a:cubicBezTo>
                    <a:pt x="1808626" y="31485"/>
                    <a:pt x="1864789" y="37782"/>
                    <a:pt x="1813386" y="34184"/>
                  </a:cubicBezTo>
                  <a:cubicBezTo>
                    <a:pt x="1790540" y="34184"/>
                    <a:pt x="1777213" y="35983"/>
                    <a:pt x="1775310" y="36882"/>
                  </a:cubicBezTo>
                  <a:lnTo>
                    <a:pt x="1733426" y="35083"/>
                  </a:lnTo>
                  <a:cubicBezTo>
                    <a:pt x="1728666" y="36882"/>
                    <a:pt x="1677263" y="36882"/>
                    <a:pt x="1643946" y="37782"/>
                  </a:cubicBezTo>
                  <a:cubicBezTo>
                    <a:pt x="1639187" y="37782"/>
                    <a:pt x="1670600" y="39581"/>
                    <a:pt x="1683926" y="38682"/>
                  </a:cubicBezTo>
                  <a:cubicBezTo>
                    <a:pt x="1681071" y="39581"/>
                    <a:pt x="1644898" y="40481"/>
                    <a:pt x="1622052" y="40481"/>
                  </a:cubicBezTo>
                  <a:cubicBezTo>
                    <a:pt x="1613485" y="36882"/>
                    <a:pt x="1471651" y="41380"/>
                    <a:pt x="1498304" y="36882"/>
                  </a:cubicBezTo>
                  <a:cubicBezTo>
                    <a:pt x="1395498" y="37782"/>
                    <a:pt x="1249856" y="38682"/>
                    <a:pt x="1181318" y="39581"/>
                  </a:cubicBezTo>
                  <a:cubicBezTo>
                    <a:pt x="1159425" y="38682"/>
                    <a:pt x="1113733" y="38682"/>
                    <a:pt x="1140386" y="36882"/>
                  </a:cubicBezTo>
                  <a:cubicBezTo>
                    <a:pt x="1057570" y="36882"/>
                    <a:pt x="1014734" y="40481"/>
                    <a:pt x="931918" y="39581"/>
                  </a:cubicBezTo>
                  <a:cubicBezTo>
                    <a:pt x="925255" y="39581"/>
                    <a:pt x="969043" y="39581"/>
                    <a:pt x="966187" y="38682"/>
                  </a:cubicBezTo>
                  <a:cubicBezTo>
                    <a:pt x="911928" y="39581"/>
                    <a:pt x="868140" y="36882"/>
                    <a:pt x="784372" y="37782"/>
                  </a:cubicBezTo>
                  <a:cubicBezTo>
                    <a:pt x="798651" y="37782"/>
                    <a:pt x="802459" y="36882"/>
                    <a:pt x="804363" y="36882"/>
                  </a:cubicBezTo>
                  <a:cubicBezTo>
                    <a:pt x="806266" y="36882"/>
                    <a:pt x="770094" y="37782"/>
                    <a:pt x="748200" y="38682"/>
                  </a:cubicBezTo>
                  <a:cubicBezTo>
                    <a:pt x="735825" y="37782"/>
                    <a:pt x="764382" y="37782"/>
                    <a:pt x="757719" y="37782"/>
                  </a:cubicBezTo>
                  <a:cubicBezTo>
                    <a:pt x="595894" y="35983"/>
                    <a:pt x="472146" y="40481"/>
                    <a:pt x="311274" y="39581"/>
                  </a:cubicBezTo>
                  <a:cubicBezTo>
                    <a:pt x="357917" y="39581"/>
                    <a:pt x="375052" y="37782"/>
                    <a:pt x="375052" y="36882"/>
                  </a:cubicBezTo>
                  <a:lnTo>
                    <a:pt x="330312" y="36882"/>
                  </a:lnTo>
                  <a:cubicBezTo>
                    <a:pt x="313178" y="37782"/>
                    <a:pt x="278909" y="37782"/>
                    <a:pt x="250352" y="38682"/>
                  </a:cubicBezTo>
                  <a:cubicBezTo>
                    <a:pt x="247496" y="37782"/>
                    <a:pt x="233217" y="37782"/>
                    <a:pt x="247496" y="36882"/>
                  </a:cubicBezTo>
                  <a:cubicBezTo>
                    <a:pt x="158968" y="34184"/>
                    <a:pt x="108517" y="40481"/>
                    <a:pt x="0" y="39581"/>
                  </a:cubicBezTo>
                  <a:lnTo>
                    <a:pt x="131363" y="35083"/>
                  </a:lnTo>
                  <a:lnTo>
                    <a:pt x="98998" y="33284"/>
                  </a:lnTo>
                  <a:lnTo>
                    <a:pt x="157064" y="31485"/>
                  </a:lnTo>
                  <a:cubicBezTo>
                    <a:pt x="122796" y="29686"/>
                    <a:pt x="92335" y="32385"/>
                    <a:pt x="87575" y="30585"/>
                  </a:cubicBezTo>
                  <a:cubicBezTo>
                    <a:pt x="95190" y="30585"/>
                    <a:pt x="113277" y="30585"/>
                    <a:pt x="113277" y="29686"/>
                  </a:cubicBezTo>
                  <a:cubicBezTo>
                    <a:pt x="79960" y="28786"/>
                    <a:pt x="78056" y="30585"/>
                    <a:pt x="52354" y="30585"/>
                  </a:cubicBezTo>
                  <a:cubicBezTo>
                    <a:pt x="118988" y="26987"/>
                    <a:pt x="247496" y="27887"/>
                    <a:pt x="316985" y="26987"/>
                  </a:cubicBezTo>
                  <a:cubicBezTo>
                    <a:pt x="328408" y="26987"/>
                    <a:pt x="308418" y="27887"/>
                    <a:pt x="306514" y="27887"/>
                  </a:cubicBezTo>
                  <a:cubicBezTo>
                    <a:pt x="334120" y="27887"/>
                    <a:pt x="351254" y="28786"/>
                    <a:pt x="387426" y="28786"/>
                  </a:cubicBezTo>
                  <a:cubicBezTo>
                    <a:pt x="409320" y="26987"/>
                    <a:pt x="370292" y="26987"/>
                    <a:pt x="353158" y="26987"/>
                  </a:cubicBezTo>
                  <a:cubicBezTo>
                    <a:pt x="355062" y="26087"/>
                    <a:pt x="363629" y="26087"/>
                    <a:pt x="383619" y="26087"/>
                  </a:cubicBezTo>
                  <a:cubicBezTo>
                    <a:pt x="388378" y="27887"/>
                    <a:pt x="491184" y="26987"/>
                    <a:pt x="516886" y="28786"/>
                  </a:cubicBezTo>
                  <a:cubicBezTo>
                    <a:pt x="621596" y="28786"/>
                    <a:pt x="499752" y="24288"/>
                    <a:pt x="602558" y="25188"/>
                  </a:cubicBezTo>
                  <a:lnTo>
                    <a:pt x="633019" y="26987"/>
                  </a:lnTo>
                  <a:cubicBezTo>
                    <a:pt x="692037" y="26087"/>
                    <a:pt x="769142" y="24288"/>
                    <a:pt x="835776" y="25188"/>
                  </a:cubicBezTo>
                  <a:lnTo>
                    <a:pt x="822449" y="25188"/>
                  </a:lnTo>
                  <a:cubicBezTo>
                    <a:pt x="812930" y="26087"/>
                    <a:pt x="828160" y="26087"/>
                    <a:pt x="834824" y="26987"/>
                  </a:cubicBezTo>
                  <a:cubicBezTo>
                    <a:pt x="886227" y="27887"/>
                    <a:pt x="931918" y="25188"/>
                    <a:pt x="962379" y="26987"/>
                  </a:cubicBezTo>
                  <a:cubicBezTo>
                    <a:pt x="1020446" y="25188"/>
                    <a:pt x="1116589" y="23389"/>
                    <a:pt x="1183222" y="22489"/>
                  </a:cubicBezTo>
                  <a:cubicBezTo>
                    <a:pt x="1201309" y="25188"/>
                    <a:pt x="1096599" y="25188"/>
                    <a:pt x="1068993" y="26987"/>
                  </a:cubicBezTo>
                  <a:lnTo>
                    <a:pt x="1129915" y="26987"/>
                  </a:lnTo>
                  <a:cubicBezTo>
                    <a:pt x="1091839" y="26987"/>
                    <a:pt x="1077560" y="27887"/>
                    <a:pt x="1054715" y="28786"/>
                  </a:cubicBezTo>
                  <a:cubicBezTo>
                    <a:pt x="1108021" y="29686"/>
                    <a:pt x="1125156" y="26987"/>
                    <a:pt x="1175607" y="26987"/>
                  </a:cubicBezTo>
                  <a:cubicBezTo>
                    <a:pt x="1171799" y="26987"/>
                    <a:pt x="1178463" y="27887"/>
                    <a:pt x="1201309" y="27887"/>
                  </a:cubicBezTo>
                  <a:lnTo>
                    <a:pt x="1207972" y="26087"/>
                  </a:lnTo>
                  <a:cubicBezTo>
                    <a:pt x="1207972" y="26087"/>
                    <a:pt x="1210828" y="26087"/>
                    <a:pt x="1218443" y="26087"/>
                  </a:cubicBezTo>
                  <a:lnTo>
                    <a:pt x="1306970" y="25188"/>
                  </a:lnTo>
                  <a:cubicBezTo>
                    <a:pt x="1287932" y="24288"/>
                    <a:pt x="1286980" y="23389"/>
                    <a:pt x="1264135" y="23389"/>
                  </a:cubicBezTo>
                  <a:cubicBezTo>
                    <a:pt x="1272702" y="24288"/>
                    <a:pt x="1252712" y="24288"/>
                    <a:pt x="1229866" y="24288"/>
                  </a:cubicBezTo>
                  <a:cubicBezTo>
                    <a:pt x="1249856" y="23389"/>
                    <a:pt x="1207972" y="23389"/>
                    <a:pt x="1207972" y="22489"/>
                  </a:cubicBezTo>
                  <a:cubicBezTo>
                    <a:pt x="1254615" y="22489"/>
                    <a:pt x="1310778" y="22489"/>
                    <a:pt x="1341239" y="21590"/>
                  </a:cubicBezTo>
                  <a:lnTo>
                    <a:pt x="1350758" y="23389"/>
                  </a:lnTo>
                  <a:lnTo>
                    <a:pt x="1471651" y="23389"/>
                  </a:lnTo>
                  <a:lnTo>
                    <a:pt x="1462132" y="24288"/>
                  </a:lnTo>
                  <a:cubicBezTo>
                    <a:pt x="1514487" y="24288"/>
                    <a:pt x="1566842" y="23389"/>
                    <a:pt x="1613485" y="25188"/>
                  </a:cubicBezTo>
                  <a:cubicBezTo>
                    <a:pt x="1661081" y="23389"/>
                    <a:pt x="1720099" y="21590"/>
                    <a:pt x="1759127" y="19790"/>
                  </a:cubicBezTo>
                  <a:cubicBezTo>
                    <a:pt x="1779117" y="17991"/>
                    <a:pt x="1897154" y="22489"/>
                    <a:pt x="1950461" y="18891"/>
                  </a:cubicBezTo>
                  <a:cubicBezTo>
                    <a:pt x="1953317" y="19790"/>
                    <a:pt x="1913336" y="20690"/>
                    <a:pt x="1895250" y="21590"/>
                  </a:cubicBezTo>
                  <a:cubicBezTo>
                    <a:pt x="1930471" y="21590"/>
                    <a:pt x="1959028" y="19790"/>
                    <a:pt x="1970451" y="21590"/>
                  </a:cubicBezTo>
                  <a:cubicBezTo>
                    <a:pt x="1890491" y="20690"/>
                    <a:pt x="1974259" y="23389"/>
                    <a:pt x="1939038" y="24288"/>
                  </a:cubicBezTo>
                  <a:cubicBezTo>
                    <a:pt x="1976162" y="24288"/>
                    <a:pt x="2015191" y="23389"/>
                    <a:pt x="2033277" y="22489"/>
                  </a:cubicBezTo>
                  <a:cubicBezTo>
                    <a:pt x="1973307" y="22489"/>
                    <a:pt x="2054219" y="19790"/>
                    <a:pt x="1993297" y="20690"/>
                  </a:cubicBezTo>
                  <a:cubicBezTo>
                    <a:pt x="2040892" y="18891"/>
                    <a:pt x="2104670" y="17991"/>
                    <a:pt x="2160833" y="18891"/>
                  </a:cubicBezTo>
                  <a:cubicBezTo>
                    <a:pt x="2160833" y="19790"/>
                    <a:pt x="2167496" y="19790"/>
                    <a:pt x="2188438" y="20690"/>
                  </a:cubicBezTo>
                  <a:lnTo>
                    <a:pt x="2205572" y="18891"/>
                  </a:lnTo>
                  <a:cubicBezTo>
                    <a:pt x="2231274" y="18891"/>
                    <a:pt x="2154169" y="20690"/>
                    <a:pt x="2207476" y="20690"/>
                  </a:cubicBezTo>
                  <a:cubicBezTo>
                    <a:pt x="2261735" y="18891"/>
                    <a:pt x="2371205" y="22489"/>
                    <a:pt x="2395002" y="17991"/>
                  </a:cubicBezTo>
                  <a:cubicBezTo>
                    <a:pt x="2436886" y="19790"/>
                    <a:pt x="2315994" y="19790"/>
                    <a:pt x="2378820" y="21590"/>
                  </a:cubicBezTo>
                  <a:cubicBezTo>
                    <a:pt x="2342647" y="23389"/>
                    <a:pt x="2292196" y="21590"/>
                    <a:pt x="2280773" y="23389"/>
                  </a:cubicBezTo>
                  <a:cubicBezTo>
                    <a:pt x="2315994" y="23389"/>
                    <a:pt x="2293148" y="25188"/>
                    <a:pt x="2315994" y="25188"/>
                  </a:cubicBezTo>
                  <a:lnTo>
                    <a:pt x="2355974" y="24288"/>
                  </a:lnTo>
                  <a:lnTo>
                    <a:pt x="2347407" y="24288"/>
                  </a:lnTo>
                  <a:cubicBezTo>
                    <a:pt x="2414040" y="21590"/>
                    <a:pt x="2519702" y="22489"/>
                    <a:pt x="2605374" y="22489"/>
                  </a:cubicBezTo>
                  <a:cubicBezTo>
                    <a:pt x="2676767" y="19790"/>
                    <a:pt x="2727218" y="17092"/>
                    <a:pt x="2813842" y="17092"/>
                  </a:cubicBezTo>
                  <a:cubicBezTo>
                    <a:pt x="2788141" y="17991"/>
                    <a:pt x="2885235" y="17991"/>
                    <a:pt x="2830977" y="20690"/>
                  </a:cubicBezTo>
                  <a:cubicBezTo>
                    <a:pt x="2870957" y="21590"/>
                    <a:pt x="2910937" y="19790"/>
                    <a:pt x="2910937" y="18891"/>
                  </a:cubicBezTo>
                  <a:cubicBezTo>
                    <a:pt x="2875716" y="18891"/>
                    <a:pt x="2898562" y="18891"/>
                    <a:pt x="2869053" y="18891"/>
                  </a:cubicBezTo>
                  <a:cubicBezTo>
                    <a:pt x="2889043" y="17092"/>
                    <a:pt x="2935687" y="17092"/>
                    <a:pt x="2954725" y="17991"/>
                  </a:cubicBezTo>
                  <a:cubicBezTo>
                    <a:pt x="2945206" y="17991"/>
                    <a:pt x="2949013" y="17991"/>
                    <a:pt x="2947109" y="18891"/>
                  </a:cubicBezTo>
                  <a:cubicBezTo>
                    <a:pt x="2988993" y="18891"/>
                    <a:pt x="2967100" y="17092"/>
                    <a:pt x="2997561" y="17092"/>
                  </a:cubicBezTo>
                  <a:cubicBezTo>
                    <a:pt x="3007080" y="17991"/>
                    <a:pt x="3065146" y="17092"/>
                    <a:pt x="3092751" y="17991"/>
                  </a:cubicBezTo>
                  <a:lnTo>
                    <a:pt x="3132732" y="15292"/>
                  </a:lnTo>
                  <a:cubicBezTo>
                    <a:pt x="3110838" y="17092"/>
                    <a:pt x="3171760" y="16192"/>
                    <a:pt x="3177471" y="17092"/>
                  </a:cubicBezTo>
                  <a:cubicBezTo>
                    <a:pt x="3206981" y="16192"/>
                    <a:pt x="3230778" y="14393"/>
                    <a:pt x="3274566" y="14393"/>
                  </a:cubicBezTo>
                  <a:cubicBezTo>
                    <a:pt x="3256480" y="15292"/>
                    <a:pt x="3315498" y="15292"/>
                    <a:pt x="3315498" y="17092"/>
                  </a:cubicBezTo>
                  <a:cubicBezTo>
                    <a:pt x="3390699" y="18891"/>
                    <a:pt x="3440198" y="12594"/>
                    <a:pt x="3511591" y="15292"/>
                  </a:cubicBezTo>
                  <a:cubicBezTo>
                    <a:pt x="3509688" y="15292"/>
                    <a:pt x="3495409" y="16192"/>
                    <a:pt x="3516351" y="17092"/>
                  </a:cubicBezTo>
                  <a:cubicBezTo>
                    <a:pt x="3532533" y="16192"/>
                    <a:pt x="3561091" y="16192"/>
                    <a:pt x="3579177" y="16192"/>
                  </a:cubicBezTo>
                  <a:lnTo>
                    <a:pt x="3578225" y="16192"/>
                  </a:lnTo>
                  <a:lnTo>
                    <a:pt x="3579177" y="16192"/>
                  </a:lnTo>
                  <a:cubicBezTo>
                    <a:pt x="3587744" y="16192"/>
                    <a:pt x="3593456" y="16192"/>
                    <a:pt x="3593456" y="15292"/>
                  </a:cubicBezTo>
                  <a:cubicBezTo>
                    <a:pt x="3623917" y="13493"/>
                    <a:pt x="3639147" y="12594"/>
                    <a:pt x="3698166" y="10795"/>
                  </a:cubicBezTo>
                  <a:cubicBezTo>
                    <a:pt x="3694358" y="8995"/>
                    <a:pt x="3643907" y="9895"/>
                    <a:pt x="3622013" y="10795"/>
                  </a:cubicBezTo>
                  <a:lnTo>
                    <a:pt x="3603927" y="12594"/>
                  </a:lnTo>
                  <a:cubicBezTo>
                    <a:pt x="3585840" y="9895"/>
                    <a:pt x="3550620" y="12594"/>
                    <a:pt x="3536341" y="11694"/>
                  </a:cubicBezTo>
                  <a:cubicBezTo>
                    <a:pt x="3572514" y="8995"/>
                    <a:pt x="3674368" y="9895"/>
                    <a:pt x="3735290" y="7196"/>
                  </a:cubicBezTo>
                  <a:cubicBezTo>
                    <a:pt x="3698166" y="5397"/>
                    <a:pt x="3617253" y="4497"/>
                    <a:pt x="3545860" y="5397"/>
                  </a:cubicBezTo>
                  <a:lnTo>
                    <a:pt x="3577273" y="6297"/>
                  </a:lnTo>
                  <a:lnTo>
                    <a:pt x="3540149" y="6297"/>
                  </a:lnTo>
                  <a:lnTo>
                    <a:pt x="3576321" y="8096"/>
                  </a:lnTo>
                  <a:lnTo>
                    <a:pt x="3478275" y="8096"/>
                  </a:lnTo>
                  <a:cubicBezTo>
                    <a:pt x="3515399" y="8096"/>
                    <a:pt x="3530630" y="10795"/>
                    <a:pt x="3509688" y="9895"/>
                  </a:cubicBezTo>
                  <a:cubicBezTo>
                    <a:pt x="3467804" y="8995"/>
                    <a:pt x="3465900" y="11694"/>
                    <a:pt x="3434487" y="11694"/>
                  </a:cubicBezTo>
                  <a:cubicBezTo>
                    <a:pt x="3451621" y="11694"/>
                    <a:pt x="3474467" y="11694"/>
                    <a:pt x="3460188" y="12594"/>
                  </a:cubicBezTo>
                  <a:cubicBezTo>
                    <a:pt x="3397362" y="10795"/>
                    <a:pt x="3380228" y="11694"/>
                    <a:pt x="3324065" y="9895"/>
                  </a:cubicBezTo>
                  <a:cubicBezTo>
                    <a:pt x="3330729" y="12594"/>
                    <a:pt x="3252672" y="9895"/>
                    <a:pt x="3244105" y="12594"/>
                  </a:cubicBezTo>
                  <a:lnTo>
                    <a:pt x="3270758" y="12594"/>
                  </a:lnTo>
                  <a:lnTo>
                    <a:pt x="3214596" y="14393"/>
                  </a:lnTo>
                  <a:cubicBezTo>
                    <a:pt x="3163193" y="12594"/>
                    <a:pt x="3260287" y="12594"/>
                    <a:pt x="3182231" y="10795"/>
                  </a:cubicBezTo>
                  <a:cubicBezTo>
                    <a:pt x="3108934" y="10795"/>
                    <a:pt x="3110838" y="13493"/>
                    <a:pt x="3053723" y="13493"/>
                  </a:cubicBezTo>
                  <a:cubicBezTo>
                    <a:pt x="3072761" y="12594"/>
                    <a:pt x="3118453" y="10795"/>
                    <a:pt x="3164145" y="10795"/>
                  </a:cubicBezTo>
                  <a:lnTo>
                    <a:pt x="3136539" y="9895"/>
                  </a:lnTo>
                  <a:cubicBezTo>
                    <a:pt x="3150818" y="8995"/>
                    <a:pt x="3214596" y="8995"/>
                    <a:pt x="3246009" y="8995"/>
                  </a:cubicBezTo>
                  <a:cubicBezTo>
                    <a:pt x="3193654" y="10795"/>
                    <a:pt x="3270758" y="9895"/>
                    <a:pt x="3294556" y="10795"/>
                  </a:cubicBezTo>
                  <a:cubicBezTo>
                    <a:pt x="3299316" y="8995"/>
                    <a:pt x="3265999" y="9895"/>
                    <a:pt x="3305027" y="8096"/>
                  </a:cubicBezTo>
                  <a:cubicBezTo>
                    <a:pt x="3267903" y="8096"/>
                    <a:pt x="3262191" y="8096"/>
                    <a:pt x="3215548" y="8096"/>
                  </a:cubicBezTo>
                  <a:cubicBezTo>
                    <a:pt x="3317402" y="8096"/>
                    <a:pt x="3306931" y="2698"/>
                    <a:pt x="3396410" y="3598"/>
                  </a:cubicBezTo>
                  <a:cubicBezTo>
                    <a:pt x="3355478" y="3598"/>
                    <a:pt x="3411641" y="5397"/>
                    <a:pt x="3416401" y="6297"/>
                  </a:cubicBezTo>
                  <a:lnTo>
                    <a:pt x="3490649" y="5397"/>
                  </a:lnTo>
                  <a:lnTo>
                    <a:pt x="3476371" y="3598"/>
                  </a:lnTo>
                  <a:cubicBezTo>
                    <a:pt x="3528726" y="2698"/>
                    <a:pt x="3546812" y="7196"/>
                    <a:pt x="3606782" y="4497"/>
                  </a:cubicBezTo>
                  <a:cubicBezTo>
                    <a:pt x="3614398" y="3598"/>
                    <a:pt x="3553475" y="3598"/>
                    <a:pt x="3564898" y="3598"/>
                  </a:cubicBezTo>
                  <a:cubicBezTo>
                    <a:pt x="3646762" y="2698"/>
                    <a:pt x="3676272" y="5397"/>
                    <a:pt x="3749569" y="7196"/>
                  </a:cubicBezTo>
                  <a:cubicBezTo>
                    <a:pt x="3754328" y="6297"/>
                    <a:pt x="3753376" y="5397"/>
                    <a:pt x="3779078" y="3598"/>
                  </a:cubicBezTo>
                  <a:cubicBezTo>
                    <a:pt x="3770511" y="5397"/>
                    <a:pt x="3789549" y="6297"/>
                    <a:pt x="3760992" y="7196"/>
                  </a:cubicBezTo>
                  <a:cubicBezTo>
                    <a:pt x="3784789" y="7196"/>
                    <a:pt x="3814298" y="6297"/>
                    <a:pt x="3835240" y="6297"/>
                  </a:cubicBezTo>
                  <a:cubicBezTo>
                    <a:pt x="3784789" y="5397"/>
                    <a:pt x="3856182" y="3598"/>
                    <a:pt x="3865702" y="3598"/>
                  </a:cubicBezTo>
                  <a:cubicBezTo>
                    <a:pt x="3892355" y="3598"/>
                    <a:pt x="3858086" y="4497"/>
                    <a:pt x="3841904" y="4497"/>
                  </a:cubicBezTo>
                  <a:cubicBezTo>
                    <a:pt x="3862846" y="5397"/>
                    <a:pt x="3887595" y="7196"/>
                    <a:pt x="3899970" y="5397"/>
                  </a:cubicBezTo>
                  <a:cubicBezTo>
                    <a:pt x="3900922" y="6297"/>
                    <a:pt x="3840952" y="8995"/>
                    <a:pt x="3801924" y="9895"/>
                  </a:cubicBezTo>
                  <a:lnTo>
                    <a:pt x="3827625" y="9895"/>
                  </a:lnTo>
                  <a:cubicBezTo>
                    <a:pt x="3809539" y="10795"/>
                    <a:pt x="3806683" y="10795"/>
                    <a:pt x="3780030" y="9895"/>
                  </a:cubicBezTo>
                  <a:cubicBezTo>
                    <a:pt x="3805731" y="11694"/>
                    <a:pt x="3802876" y="12594"/>
                    <a:pt x="3797164" y="13493"/>
                  </a:cubicBezTo>
                  <a:cubicBezTo>
                    <a:pt x="3794308" y="13493"/>
                    <a:pt x="3799068" y="13493"/>
                    <a:pt x="3796212" y="13493"/>
                  </a:cubicBezTo>
                  <a:cubicBezTo>
                    <a:pt x="3775270" y="12594"/>
                    <a:pt x="3759088" y="13493"/>
                    <a:pt x="3763847" y="14393"/>
                  </a:cubicBezTo>
                  <a:cubicBezTo>
                    <a:pt x="3744809" y="16192"/>
                    <a:pt x="3793356" y="15292"/>
                    <a:pt x="3807635" y="16192"/>
                  </a:cubicBezTo>
                  <a:lnTo>
                    <a:pt x="3839048" y="16192"/>
                  </a:lnTo>
                  <a:lnTo>
                    <a:pt x="3949469" y="8995"/>
                  </a:lnTo>
                  <a:cubicBezTo>
                    <a:pt x="3996113" y="8096"/>
                    <a:pt x="4017055" y="9895"/>
                    <a:pt x="4052276" y="10795"/>
                  </a:cubicBezTo>
                  <a:lnTo>
                    <a:pt x="4061795" y="8995"/>
                  </a:lnTo>
                  <a:cubicBezTo>
                    <a:pt x="4102727" y="8995"/>
                    <a:pt x="4141755" y="9895"/>
                    <a:pt x="4115102" y="11694"/>
                  </a:cubicBezTo>
                  <a:cubicBezTo>
                    <a:pt x="4114150" y="11694"/>
                    <a:pt x="4108438" y="11694"/>
                    <a:pt x="4099871" y="11694"/>
                  </a:cubicBezTo>
                  <a:cubicBezTo>
                    <a:pt x="4097967" y="11694"/>
                    <a:pt x="4096063" y="11694"/>
                    <a:pt x="4094160" y="11694"/>
                  </a:cubicBezTo>
                  <a:lnTo>
                    <a:pt x="4091304" y="12594"/>
                  </a:lnTo>
                  <a:lnTo>
                    <a:pt x="4165553" y="10795"/>
                  </a:lnTo>
                  <a:cubicBezTo>
                    <a:pt x="4091304" y="13493"/>
                    <a:pt x="4161745" y="14393"/>
                    <a:pt x="4149370" y="17092"/>
                  </a:cubicBezTo>
                  <a:lnTo>
                    <a:pt x="4224571" y="16192"/>
                  </a:lnTo>
                  <a:cubicBezTo>
                    <a:pt x="4178880" y="15292"/>
                    <a:pt x="4223619" y="14393"/>
                    <a:pt x="4239802" y="14393"/>
                  </a:cubicBezTo>
                  <a:cubicBezTo>
                    <a:pt x="4243609" y="16192"/>
                    <a:pt x="4299772" y="14393"/>
                    <a:pt x="4326425" y="14393"/>
                  </a:cubicBezTo>
                  <a:lnTo>
                    <a:pt x="4324522" y="14393"/>
                  </a:lnTo>
                  <a:cubicBezTo>
                    <a:pt x="4348319" y="15292"/>
                    <a:pt x="4391155" y="15292"/>
                    <a:pt x="4421616" y="14393"/>
                  </a:cubicBezTo>
                  <a:cubicBezTo>
                    <a:pt x="4419712" y="14393"/>
                    <a:pt x="4458741" y="10795"/>
                    <a:pt x="4477779" y="8995"/>
                  </a:cubicBezTo>
                  <a:cubicBezTo>
                    <a:pt x="4425424" y="8995"/>
                    <a:pt x="4456837" y="8096"/>
                    <a:pt x="4452077" y="7196"/>
                  </a:cubicBezTo>
                  <a:cubicBezTo>
                    <a:pt x="4457789" y="7196"/>
                    <a:pt x="4467308" y="7196"/>
                    <a:pt x="4468260" y="7196"/>
                  </a:cubicBezTo>
                  <a:cubicBezTo>
                    <a:pt x="4475875" y="6297"/>
                    <a:pt x="4458741" y="6297"/>
                    <a:pt x="4456837" y="5397"/>
                  </a:cubicBezTo>
                  <a:cubicBezTo>
                    <a:pt x="4401626" y="6297"/>
                    <a:pt x="4344512" y="7196"/>
                    <a:pt x="4322618" y="8995"/>
                  </a:cubicBezTo>
                  <a:cubicBezTo>
                    <a:pt x="4338800" y="10795"/>
                    <a:pt x="4351175" y="8096"/>
                    <a:pt x="4370213" y="8995"/>
                  </a:cubicBezTo>
                  <a:cubicBezTo>
                    <a:pt x="4342608" y="10795"/>
                    <a:pt x="4307387" y="9895"/>
                    <a:pt x="4261696" y="9895"/>
                  </a:cubicBezTo>
                  <a:lnTo>
                    <a:pt x="4246465" y="8995"/>
                  </a:lnTo>
                  <a:lnTo>
                    <a:pt x="4199822" y="9895"/>
                  </a:lnTo>
                  <a:cubicBezTo>
                    <a:pt x="4218860" y="8995"/>
                    <a:pt x="4207437" y="7196"/>
                    <a:pt x="4255984" y="7196"/>
                  </a:cubicBezTo>
                  <a:cubicBezTo>
                    <a:pt x="4250273" y="5397"/>
                    <a:pt x="4208389" y="7196"/>
                    <a:pt x="4177928" y="7196"/>
                  </a:cubicBezTo>
                  <a:lnTo>
                    <a:pt x="4162697" y="8995"/>
                  </a:lnTo>
                  <a:cubicBezTo>
                    <a:pt x="4169360" y="8096"/>
                    <a:pt x="4105583" y="8096"/>
                    <a:pt x="4150322" y="6297"/>
                  </a:cubicBezTo>
                  <a:lnTo>
                    <a:pt x="4224571" y="4497"/>
                  </a:lnTo>
                  <a:lnTo>
                    <a:pt x="4203629" y="3598"/>
                  </a:lnTo>
                  <a:lnTo>
                    <a:pt x="4265503" y="3598"/>
                  </a:lnTo>
                  <a:lnTo>
                    <a:pt x="4251225" y="3598"/>
                  </a:lnTo>
                  <a:cubicBezTo>
                    <a:pt x="4351175" y="3598"/>
                    <a:pt x="4280734" y="7196"/>
                    <a:pt x="4381636" y="5397"/>
                  </a:cubicBezTo>
                  <a:cubicBezTo>
                    <a:pt x="4413049" y="3598"/>
                    <a:pt x="4446366" y="3598"/>
                    <a:pt x="4508240" y="3598"/>
                  </a:cubicBezTo>
                  <a:cubicBezTo>
                    <a:pt x="4463500" y="3598"/>
                    <a:pt x="4503480" y="4497"/>
                    <a:pt x="4487298" y="6297"/>
                  </a:cubicBezTo>
                  <a:cubicBezTo>
                    <a:pt x="4532038" y="7196"/>
                    <a:pt x="4547268" y="5397"/>
                    <a:pt x="4571066" y="3598"/>
                  </a:cubicBezTo>
                  <a:cubicBezTo>
                    <a:pt x="4582489" y="5397"/>
                    <a:pt x="4591056" y="6297"/>
                    <a:pt x="4550124" y="6297"/>
                  </a:cubicBezTo>
                  <a:cubicBezTo>
                    <a:pt x="4545364" y="8995"/>
                    <a:pt x="4604383" y="5397"/>
                    <a:pt x="4607239" y="8096"/>
                  </a:cubicBezTo>
                  <a:cubicBezTo>
                    <a:pt x="4742410" y="8096"/>
                    <a:pt x="4715756" y="0"/>
                    <a:pt x="4872821" y="3598"/>
                  </a:cubicBezTo>
                  <a:lnTo>
                    <a:pt x="4867110" y="3598"/>
                  </a:lnTo>
                  <a:cubicBezTo>
                    <a:pt x="4967060" y="3598"/>
                    <a:pt x="5025127" y="3598"/>
                    <a:pt x="5117462" y="3598"/>
                  </a:cubicBezTo>
                  <a:lnTo>
                    <a:pt x="5189807" y="5397"/>
                  </a:lnTo>
                  <a:cubicBezTo>
                    <a:pt x="5173624" y="5397"/>
                    <a:pt x="5129837" y="8096"/>
                    <a:pt x="5150779" y="8995"/>
                  </a:cubicBezTo>
                  <a:cubicBezTo>
                    <a:pt x="5114606" y="6297"/>
                    <a:pt x="5077482" y="7196"/>
                    <a:pt x="5039405" y="6297"/>
                  </a:cubicBezTo>
                  <a:cubicBezTo>
                    <a:pt x="5035598" y="6297"/>
                    <a:pt x="5050828" y="7196"/>
                    <a:pt x="5057491" y="8096"/>
                  </a:cubicBezTo>
                  <a:cubicBezTo>
                    <a:pt x="5034646" y="8096"/>
                    <a:pt x="5023223" y="6297"/>
                    <a:pt x="4992762" y="7196"/>
                  </a:cubicBezTo>
                  <a:cubicBezTo>
                    <a:pt x="4993714" y="7196"/>
                    <a:pt x="5027030" y="8096"/>
                    <a:pt x="5002281" y="8096"/>
                  </a:cubicBezTo>
                  <a:lnTo>
                    <a:pt x="4960397" y="7196"/>
                  </a:lnTo>
                  <a:cubicBezTo>
                    <a:pt x="4905186" y="8096"/>
                    <a:pt x="4933743" y="10795"/>
                    <a:pt x="4868062" y="9895"/>
                  </a:cubicBezTo>
                  <a:cubicBezTo>
                    <a:pt x="4880436" y="8995"/>
                    <a:pt x="4905186" y="6297"/>
                    <a:pt x="4930888" y="6297"/>
                  </a:cubicBezTo>
                  <a:cubicBezTo>
                    <a:pt x="4900426" y="5397"/>
                    <a:pt x="4969916" y="5397"/>
                    <a:pt x="4943262" y="4497"/>
                  </a:cubicBezTo>
                  <a:cubicBezTo>
                    <a:pt x="4900426" y="6297"/>
                    <a:pt x="4879484" y="4497"/>
                    <a:pt x="4822370" y="6297"/>
                  </a:cubicBezTo>
                  <a:cubicBezTo>
                    <a:pt x="4829033" y="6297"/>
                    <a:pt x="4830937" y="5397"/>
                    <a:pt x="4845216" y="5397"/>
                  </a:cubicBezTo>
                  <a:lnTo>
                    <a:pt x="4762400" y="4497"/>
                  </a:lnTo>
                  <a:cubicBezTo>
                    <a:pt x="4782390" y="5397"/>
                    <a:pt x="4693862" y="6297"/>
                    <a:pt x="4701478" y="8096"/>
                  </a:cubicBezTo>
                  <a:cubicBezTo>
                    <a:pt x="4790005" y="8995"/>
                    <a:pt x="4764303" y="7196"/>
                    <a:pt x="4864254" y="8096"/>
                  </a:cubicBezTo>
                  <a:cubicBezTo>
                    <a:pt x="4835697" y="8995"/>
                    <a:pt x="4799524" y="10795"/>
                    <a:pt x="4782390" y="12594"/>
                  </a:cubicBezTo>
                  <a:cubicBezTo>
                    <a:pt x="4781438" y="12594"/>
                    <a:pt x="4779534" y="12594"/>
                    <a:pt x="4776678" y="12594"/>
                  </a:cubicBezTo>
                  <a:cubicBezTo>
                    <a:pt x="4761448" y="14393"/>
                    <a:pt x="4776678" y="15292"/>
                    <a:pt x="4776678" y="18891"/>
                  </a:cubicBezTo>
                  <a:cubicBezTo>
                    <a:pt x="4822370" y="16192"/>
                    <a:pt x="4852831" y="17991"/>
                    <a:pt x="4907090" y="17092"/>
                  </a:cubicBezTo>
                  <a:cubicBezTo>
                    <a:pt x="4917561" y="14393"/>
                    <a:pt x="4875677" y="14393"/>
                    <a:pt x="4849023" y="14393"/>
                  </a:cubicBezTo>
                  <a:lnTo>
                    <a:pt x="4896619" y="13493"/>
                  </a:lnTo>
                  <a:lnTo>
                    <a:pt x="4887100" y="14393"/>
                  </a:lnTo>
                  <a:lnTo>
                    <a:pt x="5007992" y="14393"/>
                  </a:lnTo>
                  <a:cubicBezTo>
                    <a:pt x="4985146" y="15292"/>
                    <a:pt x="4977531" y="16192"/>
                    <a:pt x="4965156" y="17092"/>
                  </a:cubicBezTo>
                  <a:cubicBezTo>
                    <a:pt x="4981339" y="17092"/>
                    <a:pt x="4996569" y="17092"/>
                    <a:pt x="5012752" y="17991"/>
                  </a:cubicBezTo>
                  <a:cubicBezTo>
                    <a:pt x="5008944" y="16192"/>
                    <a:pt x="5011800" y="15292"/>
                    <a:pt x="5027030" y="15292"/>
                  </a:cubicBezTo>
                  <a:cubicBezTo>
                    <a:pt x="5104135" y="15292"/>
                    <a:pt x="5147923" y="17092"/>
                    <a:pt x="5176480" y="18891"/>
                  </a:cubicBezTo>
                  <a:lnTo>
                    <a:pt x="5185047" y="18891"/>
                  </a:lnTo>
                  <a:cubicBezTo>
                    <a:pt x="5172672" y="17092"/>
                    <a:pt x="5240258" y="15292"/>
                    <a:pt x="5265008" y="13493"/>
                  </a:cubicBezTo>
                  <a:cubicBezTo>
                    <a:pt x="5264056" y="15292"/>
                    <a:pt x="5304988" y="14393"/>
                    <a:pt x="5326882" y="15292"/>
                  </a:cubicBezTo>
                  <a:cubicBezTo>
                    <a:pt x="5339256" y="13493"/>
                    <a:pt x="5323074" y="10795"/>
                    <a:pt x="5296421" y="8995"/>
                  </a:cubicBezTo>
                  <a:cubicBezTo>
                    <a:pt x="5243114" y="10795"/>
                    <a:pt x="5266911" y="10795"/>
                    <a:pt x="5242162" y="13493"/>
                  </a:cubicBezTo>
                  <a:lnTo>
                    <a:pt x="5157442" y="15292"/>
                  </a:lnTo>
                  <a:lnTo>
                    <a:pt x="5176480" y="13493"/>
                  </a:lnTo>
                  <a:cubicBezTo>
                    <a:pt x="5134596" y="13493"/>
                    <a:pt x="5093664" y="15292"/>
                    <a:pt x="5096520" y="13493"/>
                  </a:cubicBezTo>
                  <a:cubicBezTo>
                    <a:pt x="5119366" y="11694"/>
                    <a:pt x="5155538" y="12594"/>
                    <a:pt x="5177432" y="10795"/>
                  </a:cubicBezTo>
                  <a:lnTo>
                    <a:pt x="5149827" y="9895"/>
                  </a:lnTo>
                  <a:cubicBezTo>
                    <a:pt x="5199326" y="8096"/>
                    <a:pt x="5175528" y="12594"/>
                    <a:pt x="5234546" y="10795"/>
                  </a:cubicBezTo>
                  <a:cubicBezTo>
                    <a:pt x="5212653" y="8995"/>
                    <a:pt x="5240258" y="10795"/>
                    <a:pt x="5265959" y="8995"/>
                  </a:cubicBezTo>
                  <a:cubicBezTo>
                    <a:pt x="5245017" y="8096"/>
                    <a:pt x="5161250" y="9895"/>
                    <a:pt x="5178384" y="6297"/>
                  </a:cubicBezTo>
                  <a:cubicBezTo>
                    <a:pt x="5209797" y="5397"/>
                    <a:pt x="5283094" y="10795"/>
                    <a:pt x="5324026" y="7196"/>
                  </a:cubicBezTo>
                  <a:lnTo>
                    <a:pt x="5321170" y="7196"/>
                  </a:lnTo>
                  <a:cubicBezTo>
                    <a:pt x="5382092" y="8096"/>
                    <a:pt x="5403034" y="6297"/>
                    <a:pt x="5425880" y="4497"/>
                  </a:cubicBezTo>
                  <a:cubicBezTo>
                    <a:pt x="5451582" y="6297"/>
                    <a:pt x="5486802" y="4497"/>
                    <a:pt x="5514408" y="4497"/>
                  </a:cubicBezTo>
                  <a:lnTo>
                    <a:pt x="5514408" y="5397"/>
                  </a:lnTo>
                  <a:lnTo>
                    <a:pt x="5553436" y="4497"/>
                  </a:lnTo>
                  <a:cubicBezTo>
                    <a:pt x="5534398" y="6297"/>
                    <a:pt x="5507744" y="4497"/>
                    <a:pt x="5473476" y="5397"/>
                  </a:cubicBezTo>
                  <a:lnTo>
                    <a:pt x="5478235" y="7196"/>
                  </a:lnTo>
                  <a:cubicBezTo>
                    <a:pt x="5439207" y="4497"/>
                    <a:pt x="5412553" y="8096"/>
                    <a:pt x="5383044" y="8995"/>
                  </a:cubicBezTo>
                  <a:cubicBezTo>
                    <a:pt x="5426832" y="8096"/>
                    <a:pt x="5506792" y="9895"/>
                    <a:pt x="5517263" y="6297"/>
                  </a:cubicBezTo>
                  <a:lnTo>
                    <a:pt x="5543917" y="8096"/>
                  </a:lnTo>
                  <a:lnTo>
                    <a:pt x="5557244" y="7196"/>
                  </a:lnTo>
                  <a:cubicBezTo>
                    <a:pt x="5577234" y="8995"/>
                    <a:pt x="5557244" y="10795"/>
                    <a:pt x="5517263" y="11694"/>
                  </a:cubicBezTo>
                  <a:cubicBezTo>
                    <a:pt x="5510600" y="10795"/>
                    <a:pt x="5507744" y="10795"/>
                    <a:pt x="5509648" y="9895"/>
                  </a:cubicBezTo>
                  <a:cubicBezTo>
                    <a:pt x="5491562" y="10795"/>
                    <a:pt x="5474428" y="12594"/>
                    <a:pt x="5430640" y="11694"/>
                  </a:cubicBezTo>
                  <a:lnTo>
                    <a:pt x="5454437" y="10795"/>
                  </a:lnTo>
                  <a:cubicBezTo>
                    <a:pt x="5399227" y="10795"/>
                    <a:pt x="5348776" y="11694"/>
                    <a:pt x="5330689" y="13493"/>
                  </a:cubicBezTo>
                  <a:cubicBezTo>
                    <a:pt x="5409698" y="14393"/>
                    <a:pt x="5487754" y="14393"/>
                    <a:pt x="5562003" y="14393"/>
                  </a:cubicBezTo>
                  <a:cubicBezTo>
                    <a:pt x="5583897" y="9895"/>
                    <a:pt x="5609599" y="8096"/>
                    <a:pt x="5621021" y="4497"/>
                  </a:cubicBezTo>
                  <a:cubicBezTo>
                    <a:pt x="5670521" y="3598"/>
                    <a:pt x="5739058" y="3598"/>
                    <a:pt x="5781894" y="4497"/>
                  </a:cubicBezTo>
                  <a:lnTo>
                    <a:pt x="5778086" y="5397"/>
                  </a:lnTo>
                  <a:cubicBezTo>
                    <a:pt x="5799028" y="5397"/>
                    <a:pt x="5819019" y="5397"/>
                    <a:pt x="5835201" y="5397"/>
                  </a:cubicBezTo>
                  <a:cubicBezTo>
                    <a:pt x="5857095" y="6297"/>
                    <a:pt x="5819970" y="7196"/>
                    <a:pt x="5835201" y="7196"/>
                  </a:cubicBezTo>
                  <a:lnTo>
                    <a:pt x="5906594" y="6297"/>
                  </a:lnTo>
                  <a:cubicBezTo>
                    <a:pt x="5902787" y="8096"/>
                    <a:pt x="5841864" y="8096"/>
                    <a:pt x="5813307" y="8096"/>
                  </a:cubicBezTo>
                  <a:cubicBezTo>
                    <a:pt x="5819019" y="8096"/>
                    <a:pt x="5829490" y="7196"/>
                    <a:pt x="5826634" y="7196"/>
                  </a:cubicBezTo>
                  <a:cubicBezTo>
                    <a:pt x="5793317" y="6297"/>
                    <a:pt x="5731443" y="9895"/>
                    <a:pt x="5717164" y="7196"/>
                  </a:cubicBezTo>
                  <a:cubicBezTo>
                    <a:pt x="5700982" y="7196"/>
                    <a:pt x="5749529" y="5397"/>
                    <a:pt x="5695270" y="5397"/>
                  </a:cubicBezTo>
                  <a:cubicBezTo>
                    <a:pt x="5658146" y="4497"/>
                    <a:pt x="5645771" y="6297"/>
                    <a:pt x="5641963" y="7196"/>
                  </a:cubicBezTo>
                  <a:cubicBezTo>
                    <a:pt x="5641963" y="8096"/>
                    <a:pt x="5700030" y="8096"/>
                    <a:pt x="5680040" y="9895"/>
                  </a:cubicBezTo>
                  <a:cubicBezTo>
                    <a:pt x="5708597" y="9895"/>
                    <a:pt x="5720020" y="8096"/>
                    <a:pt x="5756193" y="8995"/>
                  </a:cubicBezTo>
                  <a:cubicBezTo>
                    <a:pt x="5727635" y="8995"/>
                    <a:pt x="5689559" y="10795"/>
                    <a:pt x="5674328" y="9895"/>
                  </a:cubicBezTo>
                  <a:cubicBezTo>
                    <a:pt x="5618166" y="11694"/>
                    <a:pt x="5626733" y="16192"/>
                    <a:pt x="5652434" y="16192"/>
                  </a:cubicBezTo>
                  <a:cubicBezTo>
                    <a:pt x="5646723" y="14393"/>
                    <a:pt x="5755241" y="14393"/>
                    <a:pt x="5681944" y="12594"/>
                  </a:cubicBezTo>
                  <a:cubicBezTo>
                    <a:pt x="5714309" y="10795"/>
                    <a:pt x="5775231" y="10795"/>
                    <a:pt x="5818067" y="9895"/>
                  </a:cubicBezTo>
                  <a:lnTo>
                    <a:pt x="5816163" y="9895"/>
                  </a:lnTo>
                  <a:lnTo>
                    <a:pt x="5869470" y="9895"/>
                  </a:lnTo>
                  <a:cubicBezTo>
                    <a:pt x="5861854" y="9895"/>
                    <a:pt x="5845672" y="10795"/>
                    <a:pt x="5845672" y="11694"/>
                  </a:cubicBezTo>
                  <a:lnTo>
                    <a:pt x="5918969" y="8995"/>
                  </a:lnTo>
                  <a:cubicBezTo>
                    <a:pt x="5878037" y="10795"/>
                    <a:pt x="5945622" y="9895"/>
                    <a:pt x="5964661" y="10795"/>
                  </a:cubicBezTo>
                  <a:cubicBezTo>
                    <a:pt x="5972276" y="9895"/>
                    <a:pt x="6000833" y="8995"/>
                    <a:pt x="5973228" y="8096"/>
                  </a:cubicBezTo>
                  <a:cubicBezTo>
                    <a:pt x="5941815" y="6297"/>
                    <a:pt x="5955142" y="8096"/>
                    <a:pt x="5926584" y="8995"/>
                  </a:cubicBezTo>
                  <a:lnTo>
                    <a:pt x="5967516" y="6297"/>
                  </a:lnTo>
                  <a:lnTo>
                    <a:pt x="5970372" y="6297"/>
                  </a:lnTo>
                  <a:lnTo>
                    <a:pt x="5995122" y="4497"/>
                  </a:lnTo>
                  <a:cubicBezTo>
                    <a:pt x="6049380" y="4497"/>
                    <a:pt x="5970372" y="8995"/>
                    <a:pt x="6040813" y="7196"/>
                  </a:cubicBezTo>
                  <a:lnTo>
                    <a:pt x="6032246" y="4497"/>
                  </a:lnTo>
                  <a:cubicBezTo>
                    <a:pt x="6113158" y="5397"/>
                    <a:pt x="6217868" y="8096"/>
                    <a:pt x="6274983" y="7196"/>
                  </a:cubicBezTo>
                  <a:cubicBezTo>
                    <a:pt x="6258800" y="8096"/>
                    <a:pt x="6252137" y="10795"/>
                    <a:pt x="6274031" y="12594"/>
                  </a:cubicBezTo>
                  <a:cubicBezTo>
                    <a:pt x="6249281" y="11694"/>
                    <a:pt x="6199782" y="11694"/>
                    <a:pt x="6163610" y="11694"/>
                  </a:cubicBezTo>
                  <a:cubicBezTo>
                    <a:pt x="6156946" y="11694"/>
                    <a:pt x="6208349" y="8995"/>
                    <a:pt x="6247378" y="9895"/>
                  </a:cubicBezTo>
                  <a:cubicBezTo>
                    <a:pt x="6228339" y="5397"/>
                    <a:pt x="6150283" y="11694"/>
                    <a:pt x="6145523" y="8096"/>
                  </a:cubicBezTo>
                  <a:cubicBezTo>
                    <a:pt x="6046525" y="6297"/>
                    <a:pt x="6072226" y="11694"/>
                    <a:pt x="5988458" y="8995"/>
                  </a:cubicBezTo>
                  <a:cubicBezTo>
                    <a:pt x="5987506" y="10795"/>
                    <a:pt x="5964661" y="9895"/>
                    <a:pt x="5959901" y="11694"/>
                  </a:cubicBezTo>
                  <a:cubicBezTo>
                    <a:pt x="5984651" y="15292"/>
                    <a:pt x="6072226" y="11694"/>
                    <a:pt x="6126485" y="12594"/>
                  </a:cubicBezTo>
                  <a:cubicBezTo>
                    <a:pt x="6120774" y="13493"/>
                    <a:pt x="6110303" y="13493"/>
                    <a:pt x="6108399" y="13493"/>
                  </a:cubicBezTo>
                  <a:cubicBezTo>
                    <a:pt x="6146475" y="14393"/>
                    <a:pt x="6162658" y="13493"/>
                    <a:pt x="6190263" y="13493"/>
                  </a:cubicBezTo>
                  <a:lnTo>
                    <a:pt x="6186455" y="12594"/>
                  </a:lnTo>
                  <a:cubicBezTo>
                    <a:pt x="6234051" y="10795"/>
                    <a:pt x="6215965" y="14393"/>
                    <a:pt x="6243570" y="15292"/>
                  </a:cubicBezTo>
                  <a:cubicBezTo>
                    <a:pt x="6254041" y="15292"/>
                    <a:pt x="6293069" y="15292"/>
                    <a:pt x="6286406" y="14393"/>
                  </a:cubicBezTo>
                  <a:lnTo>
                    <a:pt x="6336857" y="16192"/>
                  </a:lnTo>
                  <a:lnTo>
                    <a:pt x="6334953" y="14393"/>
                  </a:lnTo>
                  <a:cubicBezTo>
                    <a:pt x="6363510" y="13493"/>
                    <a:pt x="6369222" y="15292"/>
                    <a:pt x="6394923" y="14393"/>
                  </a:cubicBezTo>
                  <a:lnTo>
                    <a:pt x="6395875" y="12594"/>
                  </a:lnTo>
                  <a:lnTo>
                    <a:pt x="6325434" y="11694"/>
                  </a:lnTo>
                  <a:cubicBezTo>
                    <a:pt x="6361607" y="10795"/>
                    <a:pt x="6335905" y="9895"/>
                    <a:pt x="6374933" y="8995"/>
                  </a:cubicBezTo>
                  <a:cubicBezTo>
                    <a:pt x="6331146" y="11694"/>
                    <a:pt x="6406346" y="10795"/>
                    <a:pt x="6410154" y="11694"/>
                  </a:cubicBezTo>
                  <a:lnTo>
                    <a:pt x="6439663" y="10795"/>
                  </a:lnTo>
                  <a:lnTo>
                    <a:pt x="6432048" y="11694"/>
                  </a:lnTo>
                  <a:cubicBezTo>
                    <a:pt x="6454894" y="12594"/>
                    <a:pt x="6458701" y="10795"/>
                    <a:pt x="6485355" y="10795"/>
                  </a:cubicBezTo>
                  <a:cubicBezTo>
                    <a:pt x="6453942" y="9895"/>
                    <a:pt x="6433952" y="8995"/>
                    <a:pt x="6393972" y="9895"/>
                  </a:cubicBezTo>
                  <a:cubicBezTo>
                    <a:pt x="6422529" y="8995"/>
                    <a:pt x="6480595" y="8096"/>
                    <a:pt x="6493922" y="8096"/>
                  </a:cubicBezTo>
                  <a:cubicBezTo>
                    <a:pt x="6524383" y="7196"/>
                    <a:pt x="6546277" y="8995"/>
                    <a:pt x="6574834" y="8995"/>
                  </a:cubicBezTo>
                  <a:cubicBezTo>
                    <a:pt x="6519623" y="9895"/>
                    <a:pt x="6593872" y="14393"/>
                    <a:pt x="6484403" y="13493"/>
                  </a:cubicBezTo>
                  <a:cubicBezTo>
                    <a:pt x="6486307" y="12594"/>
                    <a:pt x="6494874" y="12594"/>
                    <a:pt x="6498681" y="13493"/>
                  </a:cubicBezTo>
                  <a:cubicBezTo>
                    <a:pt x="6483451" y="10795"/>
                    <a:pt x="6433000" y="13493"/>
                    <a:pt x="6409202" y="14393"/>
                  </a:cubicBezTo>
                  <a:cubicBezTo>
                    <a:pt x="6414914" y="15292"/>
                    <a:pt x="6390164" y="16192"/>
                    <a:pt x="6432048" y="16192"/>
                  </a:cubicBezTo>
                  <a:cubicBezTo>
                    <a:pt x="6418721" y="15292"/>
                    <a:pt x="6468220" y="13493"/>
                    <a:pt x="6508201" y="14393"/>
                  </a:cubicBezTo>
                  <a:lnTo>
                    <a:pt x="6500585" y="17991"/>
                  </a:lnTo>
                  <a:lnTo>
                    <a:pt x="6559604" y="17991"/>
                  </a:lnTo>
                  <a:lnTo>
                    <a:pt x="6553892" y="17991"/>
                  </a:lnTo>
                  <a:cubicBezTo>
                    <a:pt x="6575786" y="20690"/>
                    <a:pt x="6615766" y="17991"/>
                    <a:pt x="6655746" y="18891"/>
                  </a:cubicBezTo>
                  <a:cubicBezTo>
                    <a:pt x="6685256" y="17991"/>
                    <a:pt x="6796629" y="19790"/>
                    <a:pt x="6748082" y="16192"/>
                  </a:cubicBezTo>
                  <a:cubicBezTo>
                    <a:pt x="6784254" y="17991"/>
                    <a:pt x="6815667" y="16192"/>
                    <a:pt x="6855647" y="15292"/>
                  </a:cubicBezTo>
                  <a:lnTo>
                    <a:pt x="6806148" y="14393"/>
                  </a:lnTo>
                  <a:cubicBezTo>
                    <a:pt x="6864215" y="12594"/>
                    <a:pt x="6848032" y="13493"/>
                    <a:pt x="6893724" y="9895"/>
                  </a:cubicBezTo>
                  <a:cubicBezTo>
                    <a:pt x="6898483" y="10795"/>
                    <a:pt x="6908954" y="11694"/>
                    <a:pt x="6899435" y="12594"/>
                  </a:cubicBezTo>
                  <a:cubicBezTo>
                    <a:pt x="6977492" y="12594"/>
                    <a:pt x="7088865" y="14393"/>
                    <a:pt x="7134557" y="11694"/>
                  </a:cubicBezTo>
                  <a:cubicBezTo>
                    <a:pt x="7188815" y="12594"/>
                    <a:pt x="7197383" y="16192"/>
                    <a:pt x="7274487" y="14393"/>
                  </a:cubicBezTo>
                  <a:cubicBezTo>
                    <a:pt x="7290670" y="14393"/>
                    <a:pt x="7262112" y="11694"/>
                    <a:pt x="7312564" y="12594"/>
                  </a:cubicBezTo>
                  <a:cubicBezTo>
                    <a:pt x="7316371" y="13493"/>
                    <a:pt x="7264016" y="15292"/>
                    <a:pt x="7320179" y="15292"/>
                  </a:cubicBezTo>
                  <a:cubicBezTo>
                    <a:pt x="7361111" y="12594"/>
                    <a:pt x="7415370" y="17092"/>
                    <a:pt x="7467725" y="15292"/>
                  </a:cubicBezTo>
                  <a:cubicBezTo>
                    <a:pt x="7496282" y="16192"/>
                    <a:pt x="7543877" y="16192"/>
                    <a:pt x="7534358" y="17991"/>
                  </a:cubicBezTo>
                  <a:cubicBezTo>
                    <a:pt x="7489619" y="17092"/>
                    <a:pt x="7427745" y="17092"/>
                    <a:pt x="7418225" y="17991"/>
                  </a:cubicBezTo>
                  <a:cubicBezTo>
                    <a:pt x="7423937" y="17092"/>
                    <a:pt x="7386812" y="17092"/>
                    <a:pt x="7419177" y="16192"/>
                  </a:cubicBezTo>
                  <a:cubicBezTo>
                    <a:pt x="7352544" y="14393"/>
                    <a:pt x="7376341" y="17092"/>
                    <a:pt x="7316371" y="15292"/>
                  </a:cubicBezTo>
                  <a:cubicBezTo>
                    <a:pt x="7312564" y="16192"/>
                    <a:pt x="7347784" y="17991"/>
                    <a:pt x="7360159" y="17092"/>
                  </a:cubicBezTo>
                  <a:cubicBezTo>
                    <a:pt x="7360159" y="19790"/>
                    <a:pt x="7242122" y="17991"/>
                    <a:pt x="7295429" y="21590"/>
                  </a:cubicBezTo>
                  <a:cubicBezTo>
                    <a:pt x="7359207" y="21590"/>
                    <a:pt x="7378245" y="16192"/>
                    <a:pt x="7433456" y="19790"/>
                  </a:cubicBezTo>
                  <a:cubicBezTo>
                    <a:pt x="7411562" y="20690"/>
                    <a:pt x="7376341" y="19790"/>
                    <a:pt x="7348736" y="21590"/>
                  </a:cubicBezTo>
                  <a:lnTo>
                    <a:pt x="7393476" y="23389"/>
                  </a:lnTo>
                  <a:lnTo>
                    <a:pt x="7426793" y="21590"/>
                  </a:lnTo>
                  <a:lnTo>
                    <a:pt x="7424889" y="21590"/>
                  </a:lnTo>
                  <a:cubicBezTo>
                    <a:pt x="7504849" y="24288"/>
                    <a:pt x="7499138" y="19790"/>
                    <a:pt x="7570531" y="18891"/>
                  </a:cubicBezTo>
                  <a:cubicBezTo>
                    <a:pt x="7529599" y="17092"/>
                    <a:pt x="7580050" y="14393"/>
                    <a:pt x="7548637" y="13493"/>
                  </a:cubicBezTo>
                  <a:cubicBezTo>
                    <a:pt x="7597184" y="13493"/>
                    <a:pt x="7632405" y="13493"/>
                    <a:pt x="7632405" y="16192"/>
                  </a:cubicBezTo>
                  <a:cubicBezTo>
                    <a:pt x="7542926" y="17991"/>
                    <a:pt x="7627645" y="18891"/>
                    <a:pt x="7544829" y="20690"/>
                  </a:cubicBezTo>
                  <a:cubicBezTo>
                    <a:pt x="7558156" y="21590"/>
                    <a:pt x="7524839" y="24288"/>
                    <a:pt x="7574339" y="25188"/>
                  </a:cubicBezTo>
                  <a:cubicBezTo>
                    <a:pt x="7629549" y="23389"/>
                    <a:pt x="7557204" y="22489"/>
                    <a:pt x="7613367" y="22489"/>
                  </a:cubicBezTo>
                  <a:cubicBezTo>
                    <a:pt x="7616223" y="22489"/>
                    <a:pt x="7620030" y="22489"/>
                    <a:pt x="7618126" y="23389"/>
                  </a:cubicBezTo>
                  <a:cubicBezTo>
                    <a:pt x="7642876" y="21590"/>
                    <a:pt x="7647636" y="23389"/>
                    <a:pt x="7678097" y="22489"/>
                  </a:cubicBezTo>
                  <a:lnTo>
                    <a:pt x="7671433" y="22489"/>
                  </a:lnTo>
                  <a:cubicBezTo>
                    <a:pt x="7709510" y="24288"/>
                    <a:pt x="7713317" y="21590"/>
                    <a:pt x="7745682" y="23389"/>
                  </a:cubicBezTo>
                  <a:cubicBezTo>
                    <a:pt x="7732355" y="21590"/>
                    <a:pt x="7767576" y="21590"/>
                    <a:pt x="7788518" y="20690"/>
                  </a:cubicBezTo>
                  <a:cubicBezTo>
                    <a:pt x="7755201" y="19790"/>
                    <a:pt x="7737115" y="17092"/>
                    <a:pt x="7671433" y="17092"/>
                  </a:cubicBezTo>
                  <a:cubicBezTo>
                    <a:pt x="7662866" y="17991"/>
                    <a:pt x="7667626" y="18891"/>
                    <a:pt x="7640972" y="19790"/>
                  </a:cubicBezTo>
                  <a:lnTo>
                    <a:pt x="7683808" y="19790"/>
                  </a:lnTo>
                  <a:lnTo>
                    <a:pt x="7659058" y="20690"/>
                  </a:lnTo>
                  <a:lnTo>
                    <a:pt x="7618126" y="19790"/>
                  </a:lnTo>
                  <a:cubicBezTo>
                    <a:pt x="7670481" y="18891"/>
                    <a:pt x="7646684" y="17092"/>
                    <a:pt x="7668578" y="15292"/>
                  </a:cubicBezTo>
                  <a:cubicBezTo>
                    <a:pt x="7716173" y="16192"/>
                    <a:pt x="7707606" y="15292"/>
                    <a:pt x="7737115" y="16192"/>
                  </a:cubicBezTo>
                  <a:cubicBezTo>
                    <a:pt x="7734259" y="17991"/>
                    <a:pt x="7829450" y="20690"/>
                    <a:pt x="7883709" y="21590"/>
                  </a:cubicBezTo>
                  <a:lnTo>
                    <a:pt x="7858007" y="21590"/>
                  </a:lnTo>
                  <a:cubicBezTo>
                    <a:pt x="7818979" y="22489"/>
                    <a:pt x="7885613" y="23389"/>
                    <a:pt x="7887517" y="24288"/>
                  </a:cubicBezTo>
                  <a:lnTo>
                    <a:pt x="7916074" y="23389"/>
                  </a:lnTo>
                  <a:cubicBezTo>
                    <a:pt x="7910362" y="23389"/>
                    <a:pt x="7902747" y="24288"/>
                    <a:pt x="7915122" y="24288"/>
                  </a:cubicBezTo>
                  <a:cubicBezTo>
                    <a:pt x="7955102" y="24288"/>
                    <a:pt x="7952246" y="22489"/>
                    <a:pt x="7991275" y="21590"/>
                  </a:cubicBezTo>
                  <a:cubicBezTo>
                    <a:pt x="7994130" y="23389"/>
                    <a:pt x="7961765" y="24288"/>
                    <a:pt x="7985563" y="25188"/>
                  </a:cubicBezTo>
                  <a:cubicBezTo>
                    <a:pt x="7994130" y="26987"/>
                    <a:pt x="8020784" y="29686"/>
                    <a:pt x="8073139" y="28786"/>
                  </a:cubicBezTo>
                  <a:cubicBezTo>
                    <a:pt x="8076946" y="27887"/>
                    <a:pt x="8090273" y="27887"/>
                    <a:pt x="8105504" y="27887"/>
                  </a:cubicBezTo>
                  <a:lnTo>
                    <a:pt x="8099792" y="27887"/>
                  </a:lnTo>
                  <a:lnTo>
                    <a:pt x="8134061" y="29686"/>
                  </a:lnTo>
                  <a:cubicBezTo>
                    <a:pt x="8104552" y="31485"/>
                    <a:pt x="8075043" y="28786"/>
                    <a:pt x="8045533" y="30585"/>
                  </a:cubicBezTo>
                  <a:lnTo>
                    <a:pt x="8042678" y="32385"/>
                  </a:lnTo>
                  <a:cubicBezTo>
                    <a:pt x="8019832" y="32385"/>
                    <a:pt x="7988419" y="32385"/>
                    <a:pt x="7974140" y="33284"/>
                  </a:cubicBezTo>
                  <a:cubicBezTo>
                    <a:pt x="8009361" y="34184"/>
                    <a:pt x="8016976" y="33284"/>
                    <a:pt x="8056004" y="33284"/>
                  </a:cubicBezTo>
                  <a:cubicBezTo>
                    <a:pt x="8061716" y="35083"/>
                    <a:pt x="8034111" y="35083"/>
                    <a:pt x="8029351" y="35083"/>
                  </a:cubicBezTo>
                  <a:lnTo>
                    <a:pt x="8035062" y="34184"/>
                  </a:lnTo>
                  <a:cubicBezTo>
                    <a:pt x="7988419" y="32385"/>
                    <a:pt x="7965573" y="35983"/>
                    <a:pt x="7907507" y="35083"/>
                  </a:cubicBezTo>
                  <a:cubicBezTo>
                    <a:pt x="7897988" y="35083"/>
                    <a:pt x="7903699" y="35083"/>
                    <a:pt x="7905603" y="34184"/>
                  </a:cubicBezTo>
                  <a:cubicBezTo>
                    <a:pt x="7858959" y="35983"/>
                    <a:pt x="7812316" y="33284"/>
                    <a:pt x="7766624" y="35083"/>
                  </a:cubicBezTo>
                  <a:lnTo>
                    <a:pt x="7781855" y="34184"/>
                  </a:lnTo>
                  <a:lnTo>
                    <a:pt x="7627645" y="37782"/>
                  </a:lnTo>
                  <a:lnTo>
                    <a:pt x="7627645" y="38682"/>
                  </a:lnTo>
                  <a:cubicBezTo>
                    <a:pt x="7634309" y="39581"/>
                    <a:pt x="7611463" y="39581"/>
                    <a:pt x="7599088" y="38682"/>
                  </a:cubicBezTo>
                  <a:lnTo>
                    <a:pt x="7515320" y="40481"/>
                  </a:lnTo>
                  <a:cubicBezTo>
                    <a:pt x="7522935" y="41380"/>
                    <a:pt x="7532455" y="41380"/>
                    <a:pt x="7543877" y="42280"/>
                  </a:cubicBezTo>
                  <a:cubicBezTo>
                    <a:pt x="7553397" y="41380"/>
                    <a:pt x="7609559" y="42280"/>
                    <a:pt x="7601944" y="40481"/>
                  </a:cubicBezTo>
                  <a:cubicBezTo>
                    <a:pt x="7627645" y="41380"/>
                    <a:pt x="7669529" y="39581"/>
                    <a:pt x="7688568" y="40481"/>
                  </a:cubicBezTo>
                  <a:cubicBezTo>
                    <a:pt x="7654299" y="39581"/>
                    <a:pt x="7712365" y="38682"/>
                    <a:pt x="7719029" y="37782"/>
                  </a:cubicBezTo>
                  <a:cubicBezTo>
                    <a:pt x="7730452" y="39581"/>
                    <a:pt x="7770432" y="37782"/>
                    <a:pt x="7765672" y="39581"/>
                  </a:cubicBezTo>
                  <a:cubicBezTo>
                    <a:pt x="7772336" y="40481"/>
                    <a:pt x="7748538" y="38682"/>
                    <a:pt x="7734259" y="39581"/>
                  </a:cubicBezTo>
                  <a:cubicBezTo>
                    <a:pt x="7697135" y="41380"/>
                    <a:pt x="7799941" y="41380"/>
                    <a:pt x="7755201" y="42280"/>
                  </a:cubicBezTo>
                  <a:cubicBezTo>
                    <a:pt x="7812316" y="41380"/>
                    <a:pt x="7888468" y="42280"/>
                    <a:pt x="7947487" y="41380"/>
                  </a:cubicBezTo>
                  <a:lnTo>
                    <a:pt x="7914170" y="40481"/>
                  </a:lnTo>
                  <a:cubicBezTo>
                    <a:pt x="7940823" y="41380"/>
                    <a:pt x="8003649" y="41380"/>
                    <a:pt x="8008409" y="42280"/>
                  </a:cubicBezTo>
                  <a:lnTo>
                    <a:pt x="7940823" y="42280"/>
                  </a:lnTo>
                  <a:cubicBezTo>
                    <a:pt x="7938920" y="44079"/>
                    <a:pt x="8000794" y="42280"/>
                    <a:pt x="8003649" y="43180"/>
                  </a:cubicBezTo>
                  <a:lnTo>
                    <a:pt x="8075995" y="40481"/>
                  </a:lnTo>
                  <a:lnTo>
                    <a:pt x="8044582" y="40481"/>
                  </a:lnTo>
                  <a:cubicBezTo>
                    <a:pt x="8064572" y="39581"/>
                    <a:pt x="8131205" y="41380"/>
                    <a:pt x="8180705" y="42280"/>
                  </a:cubicBezTo>
                  <a:cubicBezTo>
                    <a:pt x="8152147" y="44079"/>
                    <a:pt x="8106456" y="41380"/>
                    <a:pt x="8054101" y="42280"/>
                  </a:cubicBezTo>
                  <a:cubicBezTo>
                    <a:pt x="8016024" y="43180"/>
                    <a:pt x="8076946" y="44979"/>
                    <a:pt x="8041726" y="44979"/>
                  </a:cubicBezTo>
                  <a:cubicBezTo>
                    <a:pt x="8051245" y="45878"/>
                    <a:pt x="8074091" y="45878"/>
                    <a:pt x="8085514" y="44979"/>
                  </a:cubicBezTo>
                  <a:lnTo>
                    <a:pt x="8099792" y="45878"/>
                  </a:lnTo>
                  <a:cubicBezTo>
                    <a:pt x="8067427" y="47677"/>
                    <a:pt x="7996034" y="46778"/>
                    <a:pt x="7948439" y="48577"/>
                  </a:cubicBezTo>
                  <a:cubicBezTo>
                    <a:pt x="7953198" y="48577"/>
                    <a:pt x="7957006" y="48577"/>
                    <a:pt x="7957958" y="48577"/>
                  </a:cubicBezTo>
                  <a:cubicBezTo>
                    <a:pt x="7920833" y="46778"/>
                    <a:pt x="7883709" y="46778"/>
                    <a:pt x="7848488" y="46778"/>
                  </a:cubicBezTo>
                  <a:cubicBezTo>
                    <a:pt x="7867526" y="47677"/>
                    <a:pt x="7875142" y="47677"/>
                    <a:pt x="7885613" y="47677"/>
                  </a:cubicBezTo>
                  <a:cubicBezTo>
                    <a:pt x="7886565" y="47677"/>
                    <a:pt x="7853248" y="47677"/>
                    <a:pt x="7839921" y="48577"/>
                  </a:cubicBezTo>
                  <a:cubicBezTo>
                    <a:pt x="7873238" y="49477"/>
                    <a:pt x="7846584" y="50376"/>
                    <a:pt x="7867526" y="50376"/>
                  </a:cubicBezTo>
                  <a:cubicBezTo>
                    <a:pt x="7845633" y="51276"/>
                    <a:pt x="7828498" y="50376"/>
                    <a:pt x="7801845" y="50376"/>
                  </a:cubicBezTo>
                  <a:cubicBezTo>
                    <a:pt x="7788518" y="49477"/>
                    <a:pt x="7813268" y="49477"/>
                    <a:pt x="7810412" y="47677"/>
                  </a:cubicBezTo>
                  <a:cubicBezTo>
                    <a:pt x="7783758" y="48577"/>
                    <a:pt x="7771384" y="45878"/>
                    <a:pt x="7731404" y="46778"/>
                  </a:cubicBezTo>
                  <a:cubicBezTo>
                    <a:pt x="7783758" y="47677"/>
                    <a:pt x="7717125" y="49477"/>
                    <a:pt x="7699039" y="50376"/>
                  </a:cubicBezTo>
                  <a:lnTo>
                    <a:pt x="7707606" y="50376"/>
                  </a:lnTo>
                  <a:cubicBezTo>
                    <a:pt x="7691423" y="51276"/>
                    <a:pt x="7677145" y="51276"/>
                    <a:pt x="7665722" y="50376"/>
                  </a:cubicBezTo>
                  <a:cubicBezTo>
                    <a:pt x="7686664" y="49477"/>
                    <a:pt x="7707606" y="50376"/>
                    <a:pt x="7701894" y="48577"/>
                  </a:cubicBezTo>
                  <a:cubicBezTo>
                    <a:pt x="7687616" y="48577"/>
                    <a:pt x="7673337" y="48577"/>
                    <a:pt x="7657155" y="48577"/>
                  </a:cubicBezTo>
                  <a:lnTo>
                    <a:pt x="7671433" y="47677"/>
                  </a:lnTo>
                  <a:lnTo>
                    <a:pt x="7600992" y="47677"/>
                  </a:lnTo>
                  <a:cubicBezTo>
                    <a:pt x="7589569" y="49477"/>
                    <a:pt x="7570531" y="50376"/>
                    <a:pt x="7561012" y="52175"/>
                  </a:cubicBezTo>
                  <a:cubicBezTo>
                    <a:pt x="7543877" y="51276"/>
                    <a:pt x="7520080" y="52175"/>
                    <a:pt x="7503897" y="52175"/>
                  </a:cubicBezTo>
                  <a:lnTo>
                    <a:pt x="7511513" y="52175"/>
                  </a:lnTo>
                  <a:cubicBezTo>
                    <a:pt x="7480100" y="50376"/>
                    <a:pt x="7410610" y="51276"/>
                    <a:pt x="7404899" y="52175"/>
                  </a:cubicBezTo>
                  <a:cubicBezTo>
                    <a:pt x="7382053" y="51276"/>
                    <a:pt x="7562916" y="45878"/>
                    <a:pt x="7404899" y="46778"/>
                  </a:cubicBezTo>
                  <a:cubicBezTo>
                    <a:pt x="7343977" y="45878"/>
                    <a:pt x="7366822" y="49477"/>
                    <a:pt x="7332554" y="51276"/>
                  </a:cubicBezTo>
                  <a:cubicBezTo>
                    <a:pt x="7332554" y="51276"/>
                    <a:pt x="7334457" y="50376"/>
                    <a:pt x="7331602" y="50376"/>
                  </a:cubicBezTo>
                  <a:cubicBezTo>
                    <a:pt x="7304948" y="49477"/>
                    <a:pt x="7302093" y="51276"/>
                    <a:pt x="7280199" y="51276"/>
                  </a:cubicBezTo>
                  <a:cubicBezTo>
                    <a:pt x="7296381" y="52175"/>
                    <a:pt x="7319227" y="52175"/>
                    <a:pt x="7326842" y="52175"/>
                  </a:cubicBezTo>
                  <a:cubicBezTo>
                    <a:pt x="7318275" y="53075"/>
                    <a:pt x="7271632" y="51276"/>
                    <a:pt x="7251641" y="53075"/>
                  </a:cubicBezTo>
                  <a:cubicBezTo>
                    <a:pt x="7278295" y="50376"/>
                    <a:pt x="7201190" y="51276"/>
                    <a:pt x="7221180" y="50376"/>
                  </a:cubicBezTo>
                  <a:cubicBezTo>
                    <a:pt x="7168825" y="48577"/>
                    <a:pt x="7112663" y="50376"/>
                    <a:pt x="7085057" y="52175"/>
                  </a:cubicBezTo>
                  <a:cubicBezTo>
                    <a:pt x="7049837" y="49477"/>
                    <a:pt x="7023183" y="52175"/>
                    <a:pt x="6965117" y="50376"/>
                  </a:cubicBezTo>
                  <a:cubicBezTo>
                    <a:pt x="6974636" y="50376"/>
                    <a:pt x="6989866" y="50376"/>
                    <a:pt x="7002241" y="50376"/>
                  </a:cubicBezTo>
                  <a:cubicBezTo>
                    <a:pt x="7035558" y="49477"/>
                    <a:pt x="6943223" y="49477"/>
                    <a:pt x="6993674" y="48577"/>
                  </a:cubicBezTo>
                  <a:cubicBezTo>
                    <a:pt x="6982251" y="48577"/>
                    <a:pt x="6992722" y="49477"/>
                    <a:pt x="7004145" y="48577"/>
                  </a:cubicBezTo>
                  <a:cubicBezTo>
                    <a:pt x="7023183" y="48577"/>
                    <a:pt x="7041270" y="47677"/>
                    <a:pt x="7036510" y="46778"/>
                  </a:cubicBezTo>
                  <a:lnTo>
                    <a:pt x="6989866" y="45878"/>
                  </a:lnTo>
                  <a:lnTo>
                    <a:pt x="7006049" y="44979"/>
                  </a:lnTo>
                  <a:lnTo>
                    <a:pt x="6934656" y="42280"/>
                  </a:lnTo>
                  <a:cubicBezTo>
                    <a:pt x="6932752" y="43180"/>
                    <a:pt x="6939415" y="43180"/>
                    <a:pt x="6943223" y="44079"/>
                  </a:cubicBezTo>
                  <a:cubicBezTo>
                    <a:pt x="6860407" y="42280"/>
                    <a:pt x="6765216" y="43180"/>
                    <a:pt x="6692871" y="43180"/>
                  </a:cubicBezTo>
                  <a:cubicBezTo>
                    <a:pt x="6679544" y="47677"/>
                    <a:pt x="6514864" y="44979"/>
                    <a:pt x="6455846" y="47677"/>
                  </a:cubicBezTo>
                  <a:cubicBezTo>
                    <a:pt x="6472028" y="46778"/>
                    <a:pt x="6480595" y="44079"/>
                    <a:pt x="6471076" y="43180"/>
                  </a:cubicBezTo>
                  <a:cubicBezTo>
                    <a:pt x="6483451" y="42280"/>
                    <a:pt x="6511056" y="40481"/>
                    <a:pt x="6540565" y="41380"/>
                  </a:cubicBezTo>
                  <a:cubicBezTo>
                    <a:pt x="6545325" y="42280"/>
                    <a:pt x="6581498" y="43180"/>
                    <a:pt x="6557700" y="44079"/>
                  </a:cubicBezTo>
                  <a:cubicBezTo>
                    <a:pt x="6639564" y="43180"/>
                    <a:pt x="6547229" y="41380"/>
                    <a:pt x="6571027" y="39581"/>
                  </a:cubicBezTo>
                  <a:cubicBezTo>
                    <a:pt x="6480595" y="39581"/>
                    <a:pt x="6427288" y="43180"/>
                    <a:pt x="6370174" y="44079"/>
                  </a:cubicBezTo>
                  <a:lnTo>
                    <a:pt x="6368270" y="43180"/>
                  </a:lnTo>
                  <a:lnTo>
                    <a:pt x="6325434" y="44079"/>
                  </a:lnTo>
                  <a:cubicBezTo>
                    <a:pt x="6360655" y="44979"/>
                    <a:pt x="6358751" y="47677"/>
                    <a:pt x="6313059" y="46778"/>
                  </a:cubicBezTo>
                  <a:lnTo>
                    <a:pt x="6318771" y="46778"/>
                  </a:lnTo>
                  <a:cubicBezTo>
                    <a:pt x="6293069" y="44979"/>
                    <a:pt x="6238810" y="46778"/>
                    <a:pt x="6197878" y="45878"/>
                  </a:cubicBezTo>
                  <a:lnTo>
                    <a:pt x="6171225" y="47677"/>
                  </a:lnTo>
                  <a:cubicBezTo>
                    <a:pt x="6130293" y="47677"/>
                    <a:pt x="6128389" y="44979"/>
                    <a:pt x="6115062" y="43180"/>
                  </a:cubicBezTo>
                  <a:cubicBezTo>
                    <a:pt x="6051284" y="42280"/>
                    <a:pt x="6015112" y="44979"/>
                    <a:pt x="5969420" y="46778"/>
                  </a:cubicBezTo>
                  <a:cubicBezTo>
                    <a:pt x="5949430" y="44979"/>
                    <a:pt x="5854239" y="44979"/>
                    <a:pt x="5904690" y="43180"/>
                  </a:cubicBezTo>
                  <a:cubicBezTo>
                    <a:pt x="5846624" y="44079"/>
                    <a:pt x="5858047" y="51276"/>
                    <a:pt x="5760000" y="47677"/>
                  </a:cubicBezTo>
                  <a:lnTo>
                    <a:pt x="5785702" y="45878"/>
                  </a:lnTo>
                  <a:cubicBezTo>
                    <a:pt x="5691463" y="46778"/>
                    <a:pt x="5557244" y="48577"/>
                    <a:pt x="5513456" y="47677"/>
                  </a:cubicBezTo>
                  <a:cubicBezTo>
                    <a:pt x="5548676" y="43180"/>
                    <a:pt x="5396371" y="43180"/>
                    <a:pt x="5379237" y="38682"/>
                  </a:cubicBezTo>
                  <a:cubicBezTo>
                    <a:pt x="5383996" y="39581"/>
                    <a:pt x="5348776" y="39581"/>
                    <a:pt x="5343064" y="40481"/>
                  </a:cubicBezTo>
                  <a:cubicBezTo>
                    <a:pt x="5335449" y="39581"/>
                    <a:pt x="5323074" y="39581"/>
                    <a:pt x="5308795" y="40481"/>
                  </a:cubicBezTo>
                  <a:cubicBezTo>
                    <a:pt x="5345920" y="41380"/>
                    <a:pt x="5283094" y="44979"/>
                    <a:pt x="5353535" y="43180"/>
                  </a:cubicBezTo>
                  <a:cubicBezTo>
                    <a:pt x="5318314" y="45878"/>
                    <a:pt x="5272623" y="48577"/>
                    <a:pt x="5194566" y="48577"/>
                  </a:cubicBezTo>
                  <a:lnTo>
                    <a:pt x="5195518" y="46778"/>
                  </a:lnTo>
                  <a:lnTo>
                    <a:pt x="5257392" y="46778"/>
                  </a:lnTo>
                  <a:cubicBezTo>
                    <a:pt x="5250729" y="45878"/>
                    <a:pt x="5282142" y="45878"/>
                    <a:pt x="5295469" y="44979"/>
                  </a:cubicBezTo>
                  <a:cubicBezTo>
                    <a:pt x="5181240" y="44079"/>
                    <a:pt x="5310699" y="40481"/>
                    <a:pt x="5193614" y="41380"/>
                  </a:cubicBezTo>
                  <a:cubicBezTo>
                    <a:pt x="5182191" y="42280"/>
                    <a:pt x="5189807" y="41380"/>
                    <a:pt x="5159346" y="42280"/>
                  </a:cubicBezTo>
                  <a:cubicBezTo>
                    <a:pt x="5173624" y="42280"/>
                    <a:pt x="5175528" y="41380"/>
                    <a:pt x="5152682" y="40481"/>
                  </a:cubicBezTo>
                  <a:lnTo>
                    <a:pt x="5130788" y="42280"/>
                  </a:lnTo>
                  <a:cubicBezTo>
                    <a:pt x="5089856" y="39581"/>
                    <a:pt x="5198374" y="40481"/>
                    <a:pt x="5163153" y="37782"/>
                  </a:cubicBezTo>
                  <a:cubicBezTo>
                    <a:pt x="5208845" y="36882"/>
                    <a:pt x="5286901" y="35983"/>
                    <a:pt x="5272623" y="33284"/>
                  </a:cubicBezTo>
                  <a:cubicBezTo>
                    <a:pt x="5198374" y="32385"/>
                    <a:pt x="5205989" y="37782"/>
                    <a:pt x="5128885" y="36882"/>
                  </a:cubicBezTo>
                  <a:lnTo>
                    <a:pt x="5120317" y="35983"/>
                  </a:lnTo>
                  <a:cubicBezTo>
                    <a:pt x="5093664" y="36882"/>
                    <a:pt x="5088904" y="38682"/>
                    <a:pt x="5073674" y="39581"/>
                  </a:cubicBezTo>
                  <a:cubicBezTo>
                    <a:pt x="5072722" y="38682"/>
                    <a:pt x="5066059" y="38682"/>
                    <a:pt x="5047972" y="37782"/>
                  </a:cubicBezTo>
                  <a:cubicBezTo>
                    <a:pt x="5002281" y="40481"/>
                    <a:pt x="4971820" y="41380"/>
                    <a:pt x="4929936" y="44079"/>
                  </a:cubicBezTo>
                  <a:cubicBezTo>
                    <a:pt x="5042261" y="41380"/>
                    <a:pt x="5026078" y="45878"/>
                    <a:pt x="5142211" y="44079"/>
                  </a:cubicBezTo>
                  <a:cubicBezTo>
                    <a:pt x="5124125" y="44079"/>
                    <a:pt x="5042261" y="44979"/>
                    <a:pt x="5037501" y="47677"/>
                  </a:cubicBezTo>
                  <a:lnTo>
                    <a:pt x="5038453" y="45878"/>
                  </a:lnTo>
                  <a:cubicBezTo>
                    <a:pt x="5000377" y="46778"/>
                    <a:pt x="4963252" y="47677"/>
                    <a:pt x="4915657" y="47677"/>
                  </a:cubicBezTo>
                  <a:lnTo>
                    <a:pt x="4944214" y="45878"/>
                  </a:lnTo>
                  <a:cubicBezTo>
                    <a:pt x="4881388" y="47677"/>
                    <a:pt x="4839504" y="43180"/>
                    <a:pt x="4790005" y="46778"/>
                  </a:cubicBezTo>
                  <a:cubicBezTo>
                    <a:pt x="4808091" y="46778"/>
                    <a:pt x="4821418" y="46778"/>
                    <a:pt x="4832841" y="46778"/>
                  </a:cubicBezTo>
                  <a:cubicBezTo>
                    <a:pt x="4800476" y="47677"/>
                    <a:pt x="4759544" y="46778"/>
                    <a:pt x="4724323" y="46778"/>
                  </a:cubicBezTo>
                  <a:lnTo>
                    <a:pt x="4651978" y="50376"/>
                  </a:lnTo>
                  <a:cubicBezTo>
                    <a:pt x="4651978" y="49477"/>
                    <a:pt x="4606287" y="49477"/>
                    <a:pt x="4628181" y="47677"/>
                  </a:cubicBezTo>
                  <a:cubicBezTo>
                    <a:pt x="4575826" y="45878"/>
                    <a:pt x="4551076" y="49477"/>
                    <a:pt x="4520615" y="49477"/>
                  </a:cubicBezTo>
                  <a:cubicBezTo>
                    <a:pt x="4467308" y="47677"/>
                    <a:pt x="4567258" y="48577"/>
                    <a:pt x="4572970" y="45878"/>
                  </a:cubicBezTo>
                  <a:cubicBezTo>
                    <a:pt x="4498721" y="44979"/>
                    <a:pt x="4420664" y="45878"/>
                    <a:pt x="4378780" y="47677"/>
                  </a:cubicBezTo>
                  <a:cubicBezTo>
                    <a:pt x="4394011" y="48577"/>
                    <a:pt x="4400674" y="48577"/>
                    <a:pt x="4400674" y="49477"/>
                  </a:cubicBezTo>
                  <a:cubicBezTo>
                    <a:pt x="4397819" y="48577"/>
                    <a:pt x="4368309" y="48577"/>
                    <a:pt x="4352127" y="48577"/>
                  </a:cubicBezTo>
                  <a:lnTo>
                    <a:pt x="4340704" y="49477"/>
                  </a:lnTo>
                  <a:cubicBezTo>
                    <a:pt x="4312147" y="49477"/>
                    <a:pt x="4316906" y="48577"/>
                    <a:pt x="4339752" y="47677"/>
                  </a:cubicBezTo>
                  <a:cubicBezTo>
                    <a:pt x="4314051" y="46778"/>
                    <a:pt x="4281686" y="49477"/>
                    <a:pt x="4255032" y="47677"/>
                  </a:cubicBezTo>
                  <a:cubicBezTo>
                    <a:pt x="4299772" y="46778"/>
                    <a:pt x="4357838" y="47677"/>
                    <a:pt x="4380684" y="46778"/>
                  </a:cubicBezTo>
                  <a:cubicBezTo>
                    <a:pt x="4286445" y="47677"/>
                    <a:pt x="4286445" y="43180"/>
                    <a:pt x="4166505" y="44979"/>
                  </a:cubicBezTo>
                  <a:cubicBezTo>
                    <a:pt x="4164601" y="44079"/>
                    <a:pt x="4185543" y="43180"/>
                    <a:pt x="4161745" y="43180"/>
                  </a:cubicBezTo>
                  <a:cubicBezTo>
                    <a:pt x="4108438" y="43180"/>
                    <a:pt x="4148418" y="45878"/>
                    <a:pt x="4131284" y="46778"/>
                  </a:cubicBezTo>
                  <a:cubicBezTo>
                    <a:pt x="4172216" y="45878"/>
                    <a:pt x="4192206" y="46778"/>
                    <a:pt x="4216004" y="48577"/>
                  </a:cubicBezTo>
                  <a:lnTo>
                    <a:pt x="4204581" y="49477"/>
                  </a:lnTo>
                  <a:cubicBezTo>
                    <a:pt x="4202677" y="48577"/>
                    <a:pt x="4176976" y="48577"/>
                    <a:pt x="4169360" y="48577"/>
                  </a:cubicBezTo>
                  <a:lnTo>
                    <a:pt x="4162697" y="50376"/>
                  </a:lnTo>
                  <a:cubicBezTo>
                    <a:pt x="4165553" y="48577"/>
                    <a:pt x="4124621" y="46778"/>
                    <a:pt x="4092256" y="47677"/>
                  </a:cubicBezTo>
                  <a:cubicBezTo>
                    <a:pt x="4124621" y="48577"/>
                    <a:pt x="4116054" y="48577"/>
                    <a:pt x="4125573" y="51276"/>
                  </a:cubicBezTo>
                  <a:cubicBezTo>
                    <a:pt x="4079881" y="53975"/>
                    <a:pt x="4073218" y="49477"/>
                    <a:pt x="4022766" y="52175"/>
                  </a:cubicBezTo>
                  <a:cubicBezTo>
                    <a:pt x="4026574" y="51276"/>
                    <a:pt x="4071314" y="50376"/>
                    <a:pt x="4032286" y="50376"/>
                  </a:cubicBezTo>
                  <a:cubicBezTo>
                    <a:pt x="4000873" y="50376"/>
                    <a:pt x="4004680" y="51276"/>
                    <a:pt x="3982786" y="52175"/>
                  </a:cubicBezTo>
                  <a:cubicBezTo>
                    <a:pt x="4007536" y="50376"/>
                    <a:pt x="4000873" y="48577"/>
                    <a:pt x="4027526" y="46778"/>
                  </a:cubicBezTo>
                  <a:cubicBezTo>
                    <a:pt x="4083689" y="46778"/>
                    <a:pt x="4050372" y="46778"/>
                    <a:pt x="4105583" y="45878"/>
                  </a:cubicBezTo>
                  <a:lnTo>
                    <a:pt x="4058939" y="44079"/>
                  </a:lnTo>
                  <a:cubicBezTo>
                    <a:pt x="4106534" y="44079"/>
                    <a:pt x="4094160" y="42280"/>
                    <a:pt x="4097967" y="41380"/>
                  </a:cubicBezTo>
                  <a:cubicBezTo>
                    <a:pt x="4015151" y="39581"/>
                    <a:pt x="4036093" y="44079"/>
                    <a:pt x="3982786" y="44079"/>
                  </a:cubicBezTo>
                  <a:cubicBezTo>
                    <a:pt x="3957085" y="44979"/>
                    <a:pt x="4032286" y="44079"/>
                    <a:pt x="3992305" y="45878"/>
                  </a:cubicBezTo>
                  <a:cubicBezTo>
                    <a:pt x="3942806" y="44979"/>
                    <a:pt x="3980882" y="46778"/>
                    <a:pt x="3925672" y="47677"/>
                  </a:cubicBezTo>
                  <a:lnTo>
                    <a:pt x="3935191" y="46778"/>
                  </a:lnTo>
                  <a:cubicBezTo>
                    <a:pt x="3918056" y="45878"/>
                    <a:pt x="3901874" y="46778"/>
                    <a:pt x="3881884" y="47677"/>
                  </a:cubicBezTo>
                  <a:cubicBezTo>
                    <a:pt x="3859990" y="47677"/>
                    <a:pt x="3906634" y="53975"/>
                    <a:pt x="3817154" y="53975"/>
                  </a:cubicBezTo>
                  <a:cubicBezTo>
                    <a:pt x="3821914" y="53975"/>
                    <a:pt x="3823818" y="53075"/>
                    <a:pt x="3823818" y="53075"/>
                  </a:cubicBezTo>
                  <a:lnTo>
                    <a:pt x="3910441" y="36882"/>
                  </a:lnTo>
                  <a:cubicBezTo>
                    <a:pt x="3820010" y="36882"/>
                    <a:pt x="3716252" y="36882"/>
                    <a:pt x="3612494" y="35983"/>
                  </a:cubicBezTo>
                  <a:cubicBezTo>
                    <a:pt x="3587744" y="33284"/>
                    <a:pt x="3686743" y="33284"/>
                    <a:pt x="3680079" y="32385"/>
                  </a:cubicBezTo>
                  <a:lnTo>
                    <a:pt x="3727675" y="32385"/>
                  </a:lnTo>
                  <a:cubicBezTo>
                    <a:pt x="3724819" y="34184"/>
                    <a:pt x="3628676" y="33284"/>
                    <a:pt x="3671512" y="35083"/>
                  </a:cubicBezTo>
                  <a:cubicBezTo>
                    <a:pt x="3755280" y="34184"/>
                    <a:pt x="3793356" y="35983"/>
                    <a:pt x="3872365" y="33284"/>
                  </a:cubicBezTo>
                  <a:cubicBezTo>
                    <a:pt x="3847615" y="29686"/>
                    <a:pt x="3767655" y="33284"/>
                    <a:pt x="3716252" y="31485"/>
                  </a:cubicBezTo>
                  <a:cubicBezTo>
                    <a:pt x="3738146" y="31485"/>
                    <a:pt x="3756232" y="31485"/>
                    <a:pt x="3774318" y="30585"/>
                  </a:cubicBezTo>
                  <a:lnTo>
                    <a:pt x="3618205" y="30585"/>
                  </a:lnTo>
                  <a:lnTo>
                    <a:pt x="3605830" y="30585"/>
                  </a:lnTo>
                  <a:lnTo>
                    <a:pt x="3672464" y="30585"/>
                  </a:lnTo>
                  <a:cubicBezTo>
                    <a:pt x="3622965" y="30585"/>
                    <a:pt x="3581081" y="32385"/>
                    <a:pt x="3577273" y="35083"/>
                  </a:cubicBezTo>
                  <a:lnTo>
                    <a:pt x="3586792" y="35083"/>
                  </a:lnTo>
                  <a:lnTo>
                    <a:pt x="3568706" y="35983"/>
                  </a:lnTo>
                  <a:lnTo>
                    <a:pt x="3534437" y="35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Bny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TsAAEAdAACsOwAAQx0AAAAAAAAmAAAACAAAAP//////////"/>
                </a:ext>
              </a:extLst>
            </p:cNvSpPr>
            <p:nvPr/>
          </p:nvSpPr>
          <p:spPr>
            <a:xfrm>
              <a:off x="9637395" y="4754880"/>
              <a:ext cx="62865" cy="1905"/>
            </a:xfrm>
            <a:custGeom>
              <a:avLst/>
              <a:gdLst/>
              <a:ahLst/>
              <a:cxnLst/>
              <a:rect l="0" t="0" r="62865" b="1905"/>
              <a:pathLst>
                <a:path w="62865" h="1905">
                  <a:moveTo>
                    <a:pt x="18097" y="1905"/>
                  </a:moveTo>
                  <a:cubicBezTo>
                    <a:pt x="31432" y="1905"/>
                    <a:pt x="62865" y="1905"/>
                    <a:pt x="57150" y="0"/>
                  </a:cubicBezTo>
                  <a:cubicBezTo>
                    <a:pt x="57150" y="1905"/>
                    <a:pt x="0" y="0"/>
                    <a:pt x="18097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DsAAEUdAAC6OwAARh0AAAAAAAAmAAAACAAAAP//////////"/>
                </a:ext>
              </a:extLst>
            </p:cNvSpPr>
            <p:nvPr/>
          </p:nvSpPr>
          <p:spPr>
            <a:xfrm>
              <a:off x="9669780" y="4758055"/>
              <a:ext cx="39370" cy="635"/>
            </a:xfrm>
            <a:custGeom>
              <a:avLst/>
              <a:gdLst/>
              <a:ahLst/>
              <a:cxnLst/>
              <a:rect l="0" t="0" r="39370" b="635"/>
              <a:pathLst>
                <a:path w="39370" h="635">
                  <a:moveTo>
                    <a:pt x="24006" y="635"/>
                  </a:moveTo>
                  <a:cubicBezTo>
                    <a:pt x="25927" y="635"/>
                    <a:pt x="24966" y="0"/>
                    <a:pt x="39370" y="0"/>
                  </a:cubicBezTo>
                  <a:lnTo>
                    <a:pt x="0" y="0"/>
                  </a:lnTo>
                  <a:lnTo>
                    <a:pt x="24006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jsAAFMdAAChPAAAXR0AAAAAAAAmAAAACAAAAP//////////"/>
                </a:ext>
              </a:extLst>
            </p:cNvSpPr>
            <p:nvPr/>
          </p:nvSpPr>
          <p:spPr>
            <a:xfrm>
              <a:off x="9732010" y="4766945"/>
              <a:ext cx="123825" cy="6350"/>
            </a:xfrm>
            <a:custGeom>
              <a:avLst/>
              <a:gdLst/>
              <a:ahLst/>
              <a:cxnLst/>
              <a:rect l="0" t="0" r="123825" b="6350"/>
              <a:pathLst>
                <a:path w="123825" h="6350">
                  <a:moveTo>
                    <a:pt x="1905" y="2721"/>
                  </a:moveTo>
                  <a:cubicBezTo>
                    <a:pt x="21907" y="1814"/>
                    <a:pt x="35242" y="907"/>
                    <a:pt x="66675" y="1814"/>
                  </a:cubicBezTo>
                  <a:cubicBezTo>
                    <a:pt x="78105" y="5443"/>
                    <a:pt x="14287" y="1814"/>
                    <a:pt x="0" y="5443"/>
                  </a:cubicBezTo>
                  <a:cubicBezTo>
                    <a:pt x="58102" y="6350"/>
                    <a:pt x="76200" y="3629"/>
                    <a:pt x="123825" y="3629"/>
                  </a:cubicBezTo>
                  <a:cubicBezTo>
                    <a:pt x="100965" y="1814"/>
                    <a:pt x="3810" y="0"/>
                    <a:pt x="1905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zsAAF0dAADsOwAAXh0AAAAAAAAmAAAACAAAAP//////////"/>
                </a:ext>
              </a:extLst>
            </p:cNvSpPr>
            <p:nvPr/>
          </p:nvSpPr>
          <p:spPr>
            <a:xfrm>
              <a:off x="9704705" y="4773295"/>
              <a:ext cx="36195" cy="635"/>
            </a:xfrm>
            <a:custGeom>
              <a:avLst/>
              <a:gdLst/>
              <a:ahLst/>
              <a:cxnLst/>
              <a:rect l="0" t="0" r="36195" b="635"/>
              <a:pathLst>
                <a:path w="36195" h="635">
                  <a:moveTo>
                    <a:pt x="3810" y="635"/>
                  </a:moveTo>
                  <a:lnTo>
                    <a:pt x="36195" y="0"/>
                  </a:lnTo>
                  <a:lnTo>
                    <a:pt x="32385" y="0"/>
                  </a:lnTo>
                  <a:lnTo>
                    <a:pt x="0" y="635"/>
                  </a:lnTo>
                  <a:lnTo>
                    <a:pt x="381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cAACMdAABnNwAAJh0AAAAAAAAmAAAACAAAAP//////////"/>
                </a:ext>
              </a:extLst>
            </p:cNvSpPr>
            <p:nvPr/>
          </p:nvSpPr>
          <p:spPr>
            <a:xfrm>
              <a:off x="8973185" y="4736465"/>
              <a:ext cx="33020" cy="1905"/>
            </a:xfrm>
            <a:custGeom>
              <a:avLst/>
              <a:gdLst/>
              <a:ahLst/>
              <a:cxnLst/>
              <a:rect l="0" t="0" r="33020" b="1905"/>
              <a:pathLst>
                <a:path w="33020" h="1905">
                  <a:moveTo>
                    <a:pt x="33020" y="1905"/>
                  </a:moveTo>
                  <a:cubicBezTo>
                    <a:pt x="30190" y="0"/>
                    <a:pt x="10378" y="952"/>
                    <a:pt x="0" y="1905"/>
                  </a:cubicBezTo>
                  <a:cubicBezTo>
                    <a:pt x="8491" y="1905"/>
                    <a:pt x="20755" y="1905"/>
                    <a:pt x="3302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4AACYdAABFEAAAJx0AAAAAAAAmAAAACAAAAP//////////"/>
                </a:ext>
              </a:extLst>
            </p:cNvSpPr>
            <p:nvPr/>
          </p:nvSpPr>
          <p:spPr>
            <a:xfrm>
              <a:off x="2397760" y="4738370"/>
              <a:ext cx="247015" cy="635"/>
            </a:xfrm>
            <a:custGeom>
              <a:avLst/>
              <a:gdLst/>
              <a:ahLst/>
              <a:cxnLst/>
              <a:rect l="0" t="0" r="247015" b="635"/>
              <a:pathLst>
                <a:path w="247015" h="635">
                  <a:moveTo>
                    <a:pt x="247015" y="0"/>
                  </a:moveTo>
                  <a:lnTo>
                    <a:pt x="0" y="0"/>
                  </a:lnTo>
                  <a:lnTo>
                    <a:pt x="2470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zIAACQdAABeMwAALR0AAAAAAAAmAAAACAAAAP//////////"/>
                </a:ext>
              </a:extLst>
            </p:cNvSpPr>
            <p:nvPr/>
          </p:nvSpPr>
          <p:spPr>
            <a:xfrm>
              <a:off x="8157845" y="4737100"/>
              <a:ext cx="192405" cy="5715"/>
            </a:xfrm>
            <a:custGeom>
              <a:avLst/>
              <a:gdLst/>
              <a:ahLst/>
              <a:cxnLst/>
              <a:rect l="0" t="0" r="192405" b="5715"/>
              <a:pathLst>
                <a:path w="192405" h="5715">
                  <a:moveTo>
                    <a:pt x="28575" y="5715"/>
                  </a:moveTo>
                  <a:cubicBezTo>
                    <a:pt x="95250" y="4762"/>
                    <a:pt x="124777" y="2857"/>
                    <a:pt x="192405" y="2857"/>
                  </a:cubicBezTo>
                  <a:cubicBezTo>
                    <a:pt x="103822" y="0"/>
                    <a:pt x="75247" y="5715"/>
                    <a:pt x="0" y="2857"/>
                  </a:cubicBezTo>
                  <a:lnTo>
                    <a:pt x="28575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jIAAB4dAACiMgAAJB0AAAAAAAAmAAAACAAAAP//////////"/>
                </a:ext>
              </a:extLst>
            </p:cNvSpPr>
            <p:nvPr/>
          </p:nvSpPr>
          <p:spPr>
            <a:xfrm>
              <a:off x="8159750" y="4733290"/>
              <a:ext cx="71120" cy="3810"/>
            </a:xfrm>
            <a:custGeom>
              <a:avLst/>
              <a:gdLst/>
              <a:ahLst/>
              <a:cxnLst/>
              <a:rect l="0" t="0" r="71120" b="3810"/>
              <a:pathLst>
                <a:path w="71120" h="3810">
                  <a:moveTo>
                    <a:pt x="51206" y="0"/>
                  </a:moveTo>
                  <a:cubicBezTo>
                    <a:pt x="61637" y="1905"/>
                    <a:pt x="0" y="2858"/>
                    <a:pt x="9483" y="3810"/>
                  </a:cubicBezTo>
                  <a:cubicBezTo>
                    <a:pt x="54051" y="3810"/>
                    <a:pt x="30345" y="1905"/>
                    <a:pt x="71120" y="1905"/>
                  </a:cubicBezTo>
                  <a:lnTo>
                    <a:pt x="512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zQAAFgdAABaNAAAWh0AAAAAAAAmAAAACAAAAP//////////"/>
                </a:ext>
              </a:extLst>
            </p:cNvSpPr>
            <p:nvPr/>
          </p:nvSpPr>
          <p:spPr>
            <a:xfrm>
              <a:off x="8490585" y="4770120"/>
              <a:ext cx="19685" cy="1270"/>
            </a:xfrm>
            <a:custGeom>
              <a:avLst/>
              <a:gdLst/>
              <a:ahLst/>
              <a:cxnLst/>
              <a:rect l="0" t="0" r="19685" b="1270"/>
              <a:pathLst>
                <a:path w="19685" h="1270">
                  <a:moveTo>
                    <a:pt x="19685" y="0"/>
                  </a:moveTo>
                  <a:lnTo>
                    <a:pt x="0" y="1270"/>
                  </a:lnTo>
                  <a:lnTo>
                    <a:pt x="15935" y="127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TAAAB4dAACxMAAAIB0AAAAAAAAmAAAACAAAAP//////////"/>
                </a:ext>
              </a:extLst>
            </p:cNvSpPr>
            <p:nvPr/>
          </p:nvSpPr>
          <p:spPr>
            <a:xfrm>
              <a:off x="7882255" y="4733290"/>
              <a:ext cx="33020" cy="1270"/>
            </a:xfrm>
            <a:custGeom>
              <a:avLst/>
              <a:gdLst/>
              <a:ahLst/>
              <a:cxnLst/>
              <a:rect l="0" t="0" r="33020" b="1270"/>
              <a:pathLst>
                <a:path w="33020" h="1270">
                  <a:moveTo>
                    <a:pt x="25473" y="1270"/>
                  </a:moveTo>
                  <a:lnTo>
                    <a:pt x="33020" y="1270"/>
                  </a:lnTo>
                  <a:lnTo>
                    <a:pt x="0" y="0"/>
                  </a:lnTo>
                  <a:lnTo>
                    <a:pt x="25473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TAAAB4dAAC+MAAAIB0AAAAAAAAmAAAACAAAAP//////////"/>
                </a:ext>
              </a:extLst>
            </p:cNvSpPr>
            <p:nvPr/>
          </p:nvSpPr>
          <p:spPr>
            <a:xfrm>
              <a:off x="7915275" y="473329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8255" y="0"/>
                  </a:moveTo>
                  <a:lnTo>
                    <a:pt x="0" y="1270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jQAAGAdAAB5NAAAYR0AAAAAAAAmAAAACAAAAP//////////"/>
                </a:ext>
              </a:extLst>
            </p:cNvSpPr>
            <p:nvPr/>
          </p:nvSpPr>
          <p:spPr>
            <a:xfrm>
              <a:off x="8484870" y="4775200"/>
              <a:ext cx="45085" cy="635"/>
            </a:xfrm>
            <a:custGeom>
              <a:avLst/>
              <a:gdLst/>
              <a:ahLst/>
              <a:cxnLst/>
              <a:rect l="0" t="0" r="45085" b="635"/>
              <a:pathLst>
                <a:path w="45085" h="635">
                  <a:moveTo>
                    <a:pt x="0" y="0"/>
                  </a:moveTo>
                  <a:lnTo>
                    <a:pt x="30696" y="635"/>
                  </a:lnTo>
                  <a:lnTo>
                    <a:pt x="45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zIAAEodAAC9MgAATB0AAAAAAAAmAAAACAAAAP//////////"/>
                </a:ext>
              </a:extLst>
            </p:cNvSpPr>
            <p:nvPr/>
          </p:nvSpPr>
          <p:spPr>
            <a:xfrm>
              <a:off x="8206105" y="4761230"/>
              <a:ext cx="41910" cy="1270"/>
            </a:xfrm>
            <a:custGeom>
              <a:avLst/>
              <a:gdLst/>
              <a:ahLst/>
              <a:cxnLst/>
              <a:rect l="0" t="0" r="41910" b="1270"/>
              <a:pathLst>
                <a:path w="41910" h="1270">
                  <a:moveTo>
                    <a:pt x="15240" y="1270"/>
                  </a:moveTo>
                  <a:lnTo>
                    <a:pt x="41910" y="1270"/>
                  </a:lnTo>
                  <a:cubicBezTo>
                    <a:pt x="37148" y="1270"/>
                    <a:pt x="0" y="0"/>
                    <a:pt x="1524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y8AAB4dAABrLwAAIB0AAAAAAAAmAAAACAAAAP//////////"/>
                </a:ext>
              </a:extLst>
            </p:cNvSpPr>
            <p:nvPr/>
          </p:nvSpPr>
          <p:spPr>
            <a:xfrm>
              <a:off x="7672705" y="4733290"/>
              <a:ext cx="35560" cy="1270"/>
            </a:xfrm>
            <a:custGeom>
              <a:avLst/>
              <a:gdLst/>
              <a:ahLst/>
              <a:cxnLst/>
              <a:rect l="0" t="0" r="35560" b="1270"/>
              <a:pathLst>
                <a:path w="35560" h="1270">
                  <a:moveTo>
                    <a:pt x="32677" y="0"/>
                  </a:moveTo>
                  <a:lnTo>
                    <a:pt x="0" y="1270"/>
                  </a:lnTo>
                  <a:lnTo>
                    <a:pt x="2883" y="1270"/>
                  </a:lnTo>
                  <a:lnTo>
                    <a:pt x="35560" y="0"/>
                  </a:lnTo>
                  <a:lnTo>
                    <a:pt x="32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jAAAFYdAABmMQAAWB0AAAAAAAAmAAAACAAAAP//////////"/>
                </a:ext>
              </a:extLst>
            </p:cNvSpPr>
            <p:nvPr/>
          </p:nvSpPr>
          <p:spPr>
            <a:xfrm>
              <a:off x="7959090" y="4768850"/>
              <a:ext cx="71120" cy="1270"/>
            </a:xfrm>
            <a:custGeom>
              <a:avLst/>
              <a:gdLst/>
              <a:ahLst/>
              <a:cxnLst/>
              <a:rect l="0" t="0" r="71120" b="1270"/>
              <a:pathLst>
                <a:path w="71120" h="1270">
                  <a:moveTo>
                    <a:pt x="52404" y="0"/>
                  </a:moveTo>
                  <a:cubicBezTo>
                    <a:pt x="71120" y="1270"/>
                    <a:pt x="0" y="0"/>
                    <a:pt x="37432" y="1270"/>
                  </a:cubicBezTo>
                  <a:cubicBezTo>
                    <a:pt x="71120" y="1270"/>
                    <a:pt x="57083" y="635"/>
                    <a:pt x="52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i4AAEIdAADfLgAAQx0AAAAAAAAmAAAACAAAAP//////////"/>
                </a:ext>
              </a:extLst>
            </p:cNvSpPr>
            <p:nvPr/>
          </p:nvSpPr>
          <p:spPr>
            <a:xfrm>
              <a:off x="7606030" y="4756150"/>
              <a:ext cx="13335" cy="635"/>
            </a:xfrm>
            <a:custGeom>
              <a:avLst/>
              <a:gdLst/>
              <a:ahLst/>
              <a:cxnLst/>
              <a:rect l="0" t="0" r="13335" b="635"/>
              <a:pathLst>
                <a:path w="13335" h="635">
                  <a:moveTo>
                    <a:pt x="13335" y="0"/>
                  </a:moveTo>
                  <a:cubicBezTo>
                    <a:pt x="8572" y="0"/>
                    <a:pt x="4762" y="0"/>
                    <a:pt x="0" y="635"/>
                  </a:cubicBezTo>
                  <a:lnTo>
                    <a:pt x="13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y4AAEIdAAAcLwAAQx0AAAAAAAAmAAAACAAAAP//////////"/>
                </a:ext>
              </a:extLst>
            </p:cNvSpPr>
            <p:nvPr/>
          </p:nvSpPr>
          <p:spPr>
            <a:xfrm>
              <a:off x="7619365" y="4756150"/>
              <a:ext cx="38735" cy="635"/>
            </a:xfrm>
            <a:custGeom>
              <a:avLst/>
              <a:gdLst/>
              <a:ahLst/>
              <a:cxnLst/>
              <a:rect l="0" t="0" r="38735" b="635"/>
              <a:pathLst>
                <a:path w="38735" h="635">
                  <a:moveTo>
                    <a:pt x="0" y="0"/>
                  </a:moveTo>
                  <a:cubicBezTo>
                    <a:pt x="14525" y="0"/>
                    <a:pt x="29051" y="635"/>
                    <a:pt x="38735" y="635"/>
                  </a:cubicBezTo>
                  <a:cubicBezTo>
                    <a:pt x="20335" y="0"/>
                    <a:pt x="1452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FxcC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S0AAEAdAAAgLgAARR0AAAAAAAAmAAAACAAAAP//////////"/>
                </a:ext>
              </a:extLst>
            </p:cNvSpPr>
            <p:nvPr/>
          </p:nvSpPr>
          <p:spPr>
            <a:xfrm>
              <a:off x="7452995" y="4754880"/>
              <a:ext cx="45085" cy="3175"/>
            </a:xfrm>
            <a:custGeom>
              <a:avLst/>
              <a:gdLst/>
              <a:ahLst/>
              <a:cxnLst/>
              <a:rect l="0" t="0" r="45085" b="3175"/>
              <a:pathLst>
                <a:path w="45085" h="3175">
                  <a:moveTo>
                    <a:pt x="4796" y="2116"/>
                  </a:moveTo>
                  <a:lnTo>
                    <a:pt x="17266" y="2116"/>
                  </a:lnTo>
                  <a:cubicBezTo>
                    <a:pt x="3837" y="3175"/>
                    <a:pt x="10551" y="3175"/>
                    <a:pt x="22062" y="2116"/>
                  </a:cubicBezTo>
                  <a:cubicBezTo>
                    <a:pt x="35492" y="2116"/>
                    <a:pt x="35492" y="1058"/>
                    <a:pt x="36451" y="1058"/>
                  </a:cubicBezTo>
                  <a:lnTo>
                    <a:pt x="45085" y="0"/>
                  </a:lnTo>
                  <a:lnTo>
                    <a:pt x="33573" y="1058"/>
                  </a:lnTo>
                  <a:cubicBezTo>
                    <a:pt x="12470" y="1058"/>
                    <a:pt x="0" y="1058"/>
                    <a:pt x="4796" y="2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ioAABYdAADsKgAAGh0AAAAAAAAmAAAACAAAAP//////////"/>
                </a:ext>
              </a:extLst>
            </p:cNvSpPr>
            <p:nvPr/>
          </p:nvSpPr>
          <p:spPr>
            <a:xfrm>
              <a:off x="6854190" y="4728210"/>
              <a:ext cx="123190" cy="2540"/>
            </a:xfrm>
            <a:custGeom>
              <a:avLst/>
              <a:gdLst/>
              <a:ahLst/>
              <a:cxnLst/>
              <a:rect l="0" t="0" r="123190" b="2540"/>
              <a:pathLst>
                <a:path w="123190" h="2540">
                  <a:moveTo>
                    <a:pt x="0" y="0"/>
                  </a:moveTo>
                  <a:cubicBezTo>
                    <a:pt x="47748" y="847"/>
                    <a:pt x="60163" y="847"/>
                    <a:pt x="57298" y="1693"/>
                  </a:cubicBezTo>
                  <a:cubicBezTo>
                    <a:pt x="103136" y="2540"/>
                    <a:pt x="95496" y="0"/>
                    <a:pt x="1231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7CoAABYdAAAGKwAAFh0AAAAAAAAmAAAACAAAAP//////////"/>
                </a:ext>
              </a:extLst>
            </p:cNvSpPr>
            <p:nvPr/>
          </p:nvSpPr>
          <p:spPr>
            <a:xfrm>
              <a:off x="6977380" y="4728210"/>
              <a:ext cx="16510" cy="0"/>
            </a:xfrm>
            <a:custGeom>
              <a:avLst/>
              <a:gdLst/>
              <a:ahLst/>
              <a:cxnLst/>
              <a:rect l="0" t="0" r="16510" b="0"/>
              <a:pathLst>
                <a:path w="16510">
                  <a:moveTo>
                    <a:pt x="0" y="0"/>
                  </a:moveTo>
                  <a:lnTo>
                    <a:pt x="16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C4AAFodAAAKLwAAXR0AAAAAAAAmAAAACAAAAP//////////"/>
                </a:ext>
              </a:extLst>
            </p:cNvSpPr>
            <p:nvPr/>
          </p:nvSpPr>
          <p:spPr>
            <a:xfrm>
              <a:off x="7617460" y="4771390"/>
              <a:ext cx="29210" cy="1905"/>
            </a:xfrm>
            <a:custGeom>
              <a:avLst/>
              <a:gdLst/>
              <a:ahLst/>
              <a:cxnLst/>
              <a:rect l="0" t="0" r="29210" b="1905"/>
              <a:pathLst>
                <a:path w="29210" h="1905">
                  <a:moveTo>
                    <a:pt x="29210" y="0"/>
                  </a:moveTo>
                  <a:lnTo>
                    <a:pt x="0" y="1905"/>
                  </a:lnTo>
                  <a:lnTo>
                    <a:pt x="10365" y="1905"/>
                  </a:lnTo>
                  <a:lnTo>
                    <a:pt x="29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Bny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SkAABUdAADtKQAAFh0AAAAAAAAmAAAACAAAAP//////////"/>
                </a:ext>
              </a:extLst>
            </p:cNvSpPr>
            <p:nvPr/>
          </p:nvSpPr>
          <p:spPr>
            <a:xfrm>
              <a:off x="6774815" y="4727575"/>
              <a:ext cx="40640" cy="635"/>
            </a:xfrm>
            <a:custGeom>
              <a:avLst/>
              <a:gdLst/>
              <a:ahLst/>
              <a:cxnLst/>
              <a:rect l="0" t="0" r="40640" b="635"/>
              <a:pathLst>
                <a:path w="40640" h="635">
                  <a:moveTo>
                    <a:pt x="8506" y="635"/>
                  </a:moveTo>
                  <a:cubicBezTo>
                    <a:pt x="17012" y="635"/>
                    <a:pt x="31189" y="635"/>
                    <a:pt x="38750" y="635"/>
                  </a:cubicBezTo>
                  <a:cubicBezTo>
                    <a:pt x="40640" y="0"/>
                    <a:pt x="0" y="635"/>
                    <a:pt x="8506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8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ioAADsdAAAmKwAAPx0AAAAAAAAmAAAACAAAAP//////////"/>
                </a:ext>
              </a:extLst>
            </p:cNvSpPr>
            <p:nvPr/>
          </p:nvSpPr>
          <p:spPr>
            <a:xfrm>
              <a:off x="6965950" y="4751705"/>
              <a:ext cx="48260" cy="2540"/>
            </a:xfrm>
            <a:custGeom>
              <a:avLst/>
              <a:gdLst/>
              <a:ahLst/>
              <a:cxnLst/>
              <a:rect l="0" t="0" r="48260" b="2540"/>
              <a:pathLst>
                <a:path w="48260" h="2540">
                  <a:moveTo>
                    <a:pt x="0" y="1693"/>
                  </a:moveTo>
                  <a:cubicBezTo>
                    <a:pt x="5791" y="2540"/>
                    <a:pt x="35712" y="1693"/>
                    <a:pt x="48260" y="2540"/>
                  </a:cubicBezTo>
                  <a:cubicBezTo>
                    <a:pt x="30886" y="1693"/>
                    <a:pt x="16408" y="0"/>
                    <a:pt x="0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8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CgAABwdAAAuKQAAIR0AAAAAAAAmAAAACAAAAP//////////"/>
                </a:ext>
              </a:extLst>
            </p:cNvSpPr>
            <p:nvPr/>
          </p:nvSpPr>
          <p:spPr>
            <a:xfrm>
              <a:off x="6647180" y="4732020"/>
              <a:ext cx="46990" cy="3175"/>
            </a:xfrm>
            <a:custGeom>
              <a:avLst/>
              <a:gdLst/>
              <a:ahLst/>
              <a:cxnLst/>
              <a:rect l="0" t="0" r="46990" b="3175"/>
              <a:pathLst>
                <a:path w="46990" h="3175">
                  <a:moveTo>
                    <a:pt x="0" y="793"/>
                  </a:moveTo>
                  <a:cubicBezTo>
                    <a:pt x="9590" y="1587"/>
                    <a:pt x="23016" y="1587"/>
                    <a:pt x="17262" y="3175"/>
                  </a:cubicBezTo>
                  <a:cubicBezTo>
                    <a:pt x="29728" y="2381"/>
                    <a:pt x="46990" y="0"/>
                    <a:pt x="0" y="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8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ioAADwdAACRKgAAPh0AAAAAAAAmAAAACAAAAP//////////"/>
                </a:ext>
              </a:extLst>
            </p:cNvSpPr>
            <p:nvPr/>
          </p:nvSpPr>
          <p:spPr>
            <a:xfrm>
              <a:off x="6879590" y="4752340"/>
              <a:ext cx="40005" cy="1270"/>
            </a:xfrm>
            <a:custGeom>
              <a:avLst/>
              <a:gdLst/>
              <a:ahLst/>
              <a:cxnLst/>
              <a:rect l="0" t="0" r="40005" b="1270"/>
              <a:pathLst>
                <a:path w="40005" h="1270">
                  <a:moveTo>
                    <a:pt x="0" y="1270"/>
                  </a:moveTo>
                  <a:lnTo>
                    <a:pt x="7620" y="1270"/>
                  </a:lnTo>
                  <a:lnTo>
                    <a:pt x="40005" y="0"/>
                  </a:lnTo>
                  <a:lnTo>
                    <a:pt x="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8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SoAAFEdAABDKwAAWx0AAAAAAAAmAAAACAAAAP//////////"/>
                </a:ext>
              </a:extLst>
            </p:cNvSpPr>
            <p:nvPr/>
          </p:nvSpPr>
          <p:spPr>
            <a:xfrm>
              <a:off x="6919595" y="4765675"/>
              <a:ext cx="113030" cy="6350"/>
            </a:xfrm>
            <a:custGeom>
              <a:avLst/>
              <a:gdLst/>
              <a:ahLst/>
              <a:cxnLst/>
              <a:rect l="0" t="0" r="113030" b="6350"/>
              <a:pathLst>
                <a:path w="113030" h="6350">
                  <a:moveTo>
                    <a:pt x="76631" y="6350"/>
                  </a:moveTo>
                  <a:cubicBezTo>
                    <a:pt x="113030" y="4536"/>
                    <a:pt x="18200" y="2721"/>
                    <a:pt x="81420" y="907"/>
                  </a:cubicBezTo>
                  <a:cubicBezTo>
                    <a:pt x="0" y="0"/>
                    <a:pt x="88125" y="3629"/>
                    <a:pt x="27779" y="3629"/>
                  </a:cubicBezTo>
                  <a:cubicBezTo>
                    <a:pt x="63220" y="3629"/>
                    <a:pt x="80462" y="5443"/>
                    <a:pt x="76631" y="63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9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SoAAFYdAAC9KgAAVx0AAAAAAAAmAAAACAAAAP//////////"/>
                </a:ext>
              </a:extLst>
            </p:cNvSpPr>
            <p:nvPr/>
          </p:nvSpPr>
          <p:spPr>
            <a:xfrm>
              <a:off x="6929755" y="4768850"/>
              <a:ext cx="17780" cy="635"/>
            </a:xfrm>
            <a:custGeom>
              <a:avLst/>
              <a:gdLst/>
              <a:ahLst/>
              <a:cxnLst/>
              <a:rect l="0" t="0" r="17780" b="635"/>
              <a:pathLst>
                <a:path w="17780" h="635">
                  <a:moveTo>
                    <a:pt x="17780" y="635"/>
                  </a:moveTo>
                  <a:lnTo>
                    <a:pt x="0" y="0"/>
                  </a:lnTo>
                  <a:lnTo>
                    <a:pt x="1778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9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CcAAEYdAACmJwAARx0AAAAAAAAmAAAACAAAAP//////////"/>
                </a:ext>
              </a:extLst>
            </p:cNvSpPr>
            <p:nvPr/>
          </p:nvSpPr>
          <p:spPr>
            <a:xfrm>
              <a:off x="6433820" y="4758690"/>
              <a:ext cx="11430" cy="635"/>
            </a:xfrm>
            <a:custGeom>
              <a:avLst/>
              <a:gdLst/>
              <a:ahLst/>
              <a:cxnLst/>
              <a:rect l="0" t="0" r="11430" b="635"/>
              <a:pathLst>
                <a:path w="11430" h="635">
                  <a:moveTo>
                    <a:pt x="0" y="635"/>
                  </a:moveTo>
                  <a:lnTo>
                    <a:pt x="1143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9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CkAAFYdAADmKQAAWx0AAAAAAAAmAAAACAAAAP//////////"/>
                </a:ext>
              </a:extLst>
            </p:cNvSpPr>
            <p:nvPr/>
          </p:nvSpPr>
          <p:spPr>
            <a:xfrm>
              <a:off x="6682740" y="4768850"/>
              <a:ext cx="128270" cy="3175"/>
            </a:xfrm>
            <a:custGeom>
              <a:avLst/>
              <a:gdLst/>
              <a:ahLst/>
              <a:cxnLst/>
              <a:rect l="0" t="0" r="128270" b="3175"/>
              <a:pathLst>
                <a:path w="128270" h="3175">
                  <a:moveTo>
                    <a:pt x="73161" y="1587"/>
                  </a:moveTo>
                  <a:lnTo>
                    <a:pt x="128270" y="0"/>
                  </a:lnTo>
                  <a:cubicBezTo>
                    <a:pt x="91214" y="793"/>
                    <a:pt x="0" y="793"/>
                    <a:pt x="5701" y="3175"/>
                  </a:cubicBezTo>
                  <a:cubicBezTo>
                    <a:pt x="35155" y="3175"/>
                    <a:pt x="71261" y="3175"/>
                    <a:pt x="85513" y="2381"/>
                  </a:cubicBezTo>
                  <a:lnTo>
                    <a:pt x="73161" y="15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9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yUAABYdAADYJQAAGR0AAAAAAAAmAAAACAAAAP//////////"/>
                </a:ext>
              </a:extLst>
            </p:cNvSpPr>
            <p:nvPr/>
          </p:nvSpPr>
          <p:spPr>
            <a:xfrm>
              <a:off x="6115685" y="4728210"/>
              <a:ext cx="36195" cy="1905"/>
            </a:xfrm>
            <a:custGeom>
              <a:avLst/>
              <a:gdLst/>
              <a:ahLst/>
              <a:cxnLst/>
              <a:rect l="0" t="0" r="36195" b="1905"/>
              <a:pathLst>
                <a:path w="36195" h="1905">
                  <a:moveTo>
                    <a:pt x="12382" y="952"/>
                  </a:moveTo>
                  <a:lnTo>
                    <a:pt x="36195" y="0"/>
                  </a:lnTo>
                  <a:lnTo>
                    <a:pt x="6667" y="0"/>
                  </a:lnTo>
                  <a:cubicBezTo>
                    <a:pt x="15240" y="0"/>
                    <a:pt x="0" y="1905"/>
                    <a:pt x="12382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9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Bny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CUAABYdAACoJQAAFh0AAAAAAAAmAAAACAAAAP//////////"/>
                </a:ext>
              </a:extLst>
            </p:cNvSpPr>
            <p:nvPr/>
          </p:nvSpPr>
          <p:spPr>
            <a:xfrm>
              <a:off x="6116320" y="472821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50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9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ygAAEMdAACCKAAARh0AAAAAAAAmAAAACAAAAP//////////"/>
                </a:ext>
              </a:extLst>
            </p:cNvSpPr>
            <p:nvPr/>
          </p:nvSpPr>
          <p:spPr>
            <a:xfrm>
              <a:off x="6534785" y="4756785"/>
              <a:ext cx="50165" cy="1905"/>
            </a:xfrm>
            <a:custGeom>
              <a:avLst/>
              <a:gdLst/>
              <a:ahLst/>
              <a:cxnLst/>
              <a:rect l="0" t="0" r="50165" b="1905"/>
              <a:pathLst>
                <a:path w="50165" h="1905">
                  <a:moveTo>
                    <a:pt x="2839" y="1905"/>
                  </a:moveTo>
                  <a:cubicBezTo>
                    <a:pt x="19876" y="1905"/>
                    <a:pt x="34074" y="1905"/>
                    <a:pt x="50165" y="952"/>
                  </a:cubicBezTo>
                  <a:cubicBezTo>
                    <a:pt x="43539" y="952"/>
                    <a:pt x="0" y="0"/>
                    <a:pt x="2839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9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CQAABwdAADpJAAAHR0AAAAAAAAmAAAACAAAAP//////////"/>
                </a:ext>
              </a:extLst>
            </p:cNvSpPr>
            <p:nvPr/>
          </p:nvSpPr>
          <p:spPr>
            <a:xfrm>
              <a:off x="5958840" y="4732020"/>
              <a:ext cx="41275" cy="635"/>
            </a:xfrm>
            <a:custGeom>
              <a:avLst/>
              <a:gdLst/>
              <a:ahLst/>
              <a:cxnLst/>
              <a:rect l="0" t="0" r="41275" b="635"/>
              <a:pathLst>
                <a:path w="41275" h="635">
                  <a:moveTo>
                    <a:pt x="2814" y="635"/>
                  </a:moveTo>
                  <a:lnTo>
                    <a:pt x="41275" y="0"/>
                  </a:lnTo>
                  <a:lnTo>
                    <a:pt x="0" y="0"/>
                  </a:lnTo>
                  <a:lnTo>
                    <a:pt x="2814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9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CMAABYdAACNIwAAGR0AAAAAAAAmAAAACAAAAP//////////"/>
                </a:ext>
              </a:extLst>
            </p:cNvSpPr>
            <p:nvPr/>
          </p:nvSpPr>
          <p:spPr>
            <a:xfrm>
              <a:off x="5740400" y="4728210"/>
              <a:ext cx="38735" cy="1905"/>
            </a:xfrm>
            <a:custGeom>
              <a:avLst/>
              <a:gdLst/>
              <a:ahLst/>
              <a:cxnLst/>
              <a:rect l="0" t="0" r="38735" b="1905"/>
              <a:pathLst>
                <a:path w="38735" h="1905">
                  <a:moveTo>
                    <a:pt x="38735" y="952"/>
                  </a:moveTo>
                  <a:lnTo>
                    <a:pt x="32121" y="0"/>
                  </a:lnTo>
                  <a:lnTo>
                    <a:pt x="0" y="952"/>
                  </a:lnTo>
                  <a:lnTo>
                    <a:pt x="6613" y="1905"/>
                  </a:lnTo>
                  <a:lnTo>
                    <a:pt x="38735" y="9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9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8yQAAFsdAABPJQAAYB0AAAAAAAAmAAAACAAAAP//////////"/>
                </a:ext>
              </a:extLst>
            </p:cNvSpPr>
            <p:nvPr/>
          </p:nvSpPr>
          <p:spPr>
            <a:xfrm>
              <a:off x="6006465" y="4772025"/>
              <a:ext cx="58420" cy="3175"/>
            </a:xfrm>
            <a:custGeom>
              <a:avLst/>
              <a:gdLst/>
              <a:ahLst/>
              <a:cxnLst/>
              <a:rect l="0" t="0" r="58420" b="3175"/>
              <a:pathLst>
                <a:path w="58420" h="3175">
                  <a:moveTo>
                    <a:pt x="10535" y="2116"/>
                  </a:moveTo>
                  <a:cubicBezTo>
                    <a:pt x="37350" y="3175"/>
                    <a:pt x="58420" y="0"/>
                    <a:pt x="51716" y="0"/>
                  </a:cubicBezTo>
                  <a:lnTo>
                    <a:pt x="0" y="0"/>
                  </a:lnTo>
                  <a:cubicBezTo>
                    <a:pt x="12450" y="2116"/>
                    <a:pt x="14366" y="0"/>
                    <a:pt x="44054" y="0"/>
                  </a:cubicBezTo>
                  <a:lnTo>
                    <a:pt x="10535" y="2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9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hYAABcdAAC/HAAAKx0AAAAAAAAmAAAACAAAAP//////////"/>
                </a:ext>
              </a:extLst>
            </p:cNvSpPr>
            <p:nvPr/>
          </p:nvSpPr>
          <p:spPr>
            <a:xfrm>
              <a:off x="3717290" y="4728845"/>
              <a:ext cx="955675" cy="12700"/>
            </a:xfrm>
            <a:custGeom>
              <a:avLst/>
              <a:gdLst/>
              <a:ahLst/>
              <a:cxnLst/>
              <a:rect l="0" t="0" r="955675" b="12700"/>
              <a:pathLst>
                <a:path w="955675" h="12700">
                  <a:moveTo>
                    <a:pt x="710093" y="5443"/>
                  </a:moveTo>
                  <a:cubicBezTo>
                    <a:pt x="721515" y="4536"/>
                    <a:pt x="777675" y="4536"/>
                    <a:pt x="780531" y="6350"/>
                  </a:cubicBezTo>
                  <a:cubicBezTo>
                    <a:pt x="772916" y="6350"/>
                    <a:pt x="742456" y="7257"/>
                    <a:pt x="761494" y="7257"/>
                  </a:cubicBezTo>
                  <a:lnTo>
                    <a:pt x="806231" y="4536"/>
                  </a:lnTo>
                  <a:cubicBezTo>
                    <a:pt x="865247" y="6350"/>
                    <a:pt x="761494" y="9071"/>
                    <a:pt x="731986" y="9979"/>
                  </a:cubicBezTo>
                  <a:cubicBezTo>
                    <a:pt x="791953" y="9979"/>
                    <a:pt x="810039" y="8164"/>
                    <a:pt x="873814" y="8164"/>
                  </a:cubicBezTo>
                  <a:cubicBezTo>
                    <a:pt x="855728" y="8164"/>
                    <a:pt x="843354" y="7257"/>
                    <a:pt x="833835" y="6350"/>
                  </a:cubicBezTo>
                  <a:cubicBezTo>
                    <a:pt x="830980" y="4536"/>
                    <a:pt x="890948" y="5443"/>
                    <a:pt x="933782" y="4536"/>
                  </a:cubicBezTo>
                  <a:cubicBezTo>
                    <a:pt x="906177" y="3629"/>
                    <a:pt x="922359" y="2721"/>
                    <a:pt x="941396" y="1814"/>
                  </a:cubicBezTo>
                  <a:cubicBezTo>
                    <a:pt x="945204" y="1814"/>
                    <a:pt x="948060" y="1814"/>
                    <a:pt x="949011" y="1814"/>
                  </a:cubicBezTo>
                  <a:lnTo>
                    <a:pt x="955675" y="1814"/>
                  </a:lnTo>
                  <a:lnTo>
                    <a:pt x="950915" y="1814"/>
                  </a:lnTo>
                  <a:cubicBezTo>
                    <a:pt x="950915" y="907"/>
                    <a:pt x="949963" y="907"/>
                    <a:pt x="946156" y="907"/>
                  </a:cubicBezTo>
                  <a:cubicBezTo>
                    <a:pt x="910937" y="907"/>
                    <a:pt x="883333" y="0"/>
                    <a:pt x="860488" y="0"/>
                  </a:cubicBezTo>
                  <a:cubicBezTo>
                    <a:pt x="883333" y="2721"/>
                    <a:pt x="782435" y="907"/>
                    <a:pt x="752927" y="1814"/>
                  </a:cubicBezTo>
                  <a:lnTo>
                    <a:pt x="719611" y="1814"/>
                  </a:lnTo>
                  <a:lnTo>
                    <a:pt x="707237" y="1814"/>
                  </a:lnTo>
                  <a:cubicBezTo>
                    <a:pt x="704381" y="1814"/>
                    <a:pt x="708189" y="907"/>
                    <a:pt x="727226" y="907"/>
                  </a:cubicBezTo>
                  <a:cubicBezTo>
                    <a:pt x="711045" y="907"/>
                    <a:pt x="658692" y="907"/>
                    <a:pt x="663451" y="1814"/>
                  </a:cubicBezTo>
                  <a:lnTo>
                    <a:pt x="542564" y="1814"/>
                  </a:lnTo>
                  <a:cubicBezTo>
                    <a:pt x="538757" y="2721"/>
                    <a:pt x="534949" y="1814"/>
                    <a:pt x="532093" y="1814"/>
                  </a:cubicBezTo>
                  <a:cubicBezTo>
                    <a:pt x="527334" y="1814"/>
                    <a:pt x="527334" y="2721"/>
                    <a:pt x="527334" y="2721"/>
                  </a:cubicBezTo>
                  <a:lnTo>
                    <a:pt x="0" y="2721"/>
                  </a:lnTo>
                  <a:lnTo>
                    <a:pt x="75197" y="4536"/>
                  </a:lnTo>
                  <a:cubicBezTo>
                    <a:pt x="35219" y="7257"/>
                    <a:pt x="118983" y="5443"/>
                    <a:pt x="107561" y="7257"/>
                  </a:cubicBezTo>
                  <a:cubicBezTo>
                    <a:pt x="89475" y="8164"/>
                    <a:pt x="62823" y="8164"/>
                    <a:pt x="46641" y="7257"/>
                  </a:cubicBezTo>
                  <a:cubicBezTo>
                    <a:pt x="40930" y="8164"/>
                    <a:pt x="63775" y="9071"/>
                    <a:pt x="60919" y="10886"/>
                  </a:cubicBezTo>
                  <a:cubicBezTo>
                    <a:pt x="127550" y="11793"/>
                    <a:pt x="138020" y="6350"/>
                    <a:pt x="202747" y="7257"/>
                  </a:cubicBezTo>
                  <a:cubicBezTo>
                    <a:pt x="199892" y="9071"/>
                    <a:pt x="179902" y="9979"/>
                    <a:pt x="222737" y="9979"/>
                  </a:cubicBezTo>
                  <a:lnTo>
                    <a:pt x="212266" y="9979"/>
                  </a:lnTo>
                  <a:cubicBezTo>
                    <a:pt x="279849" y="8164"/>
                    <a:pt x="264619" y="12700"/>
                    <a:pt x="308405" y="9071"/>
                  </a:cubicBezTo>
                  <a:lnTo>
                    <a:pt x="306501" y="10886"/>
                  </a:lnTo>
                  <a:cubicBezTo>
                    <a:pt x="337912" y="9979"/>
                    <a:pt x="397880" y="9979"/>
                    <a:pt x="432147" y="9071"/>
                  </a:cubicBezTo>
                  <a:lnTo>
                    <a:pt x="430244" y="9979"/>
                  </a:lnTo>
                  <a:cubicBezTo>
                    <a:pt x="524479" y="7257"/>
                    <a:pt x="483548" y="9071"/>
                    <a:pt x="590157" y="8164"/>
                  </a:cubicBezTo>
                  <a:lnTo>
                    <a:pt x="540660" y="9979"/>
                  </a:lnTo>
                  <a:cubicBezTo>
                    <a:pt x="577783" y="10886"/>
                    <a:pt x="586350" y="9071"/>
                    <a:pt x="612050" y="9071"/>
                  </a:cubicBezTo>
                  <a:cubicBezTo>
                    <a:pt x="610147" y="9071"/>
                    <a:pt x="616810" y="10886"/>
                    <a:pt x="592061" y="10886"/>
                  </a:cubicBezTo>
                  <a:lnTo>
                    <a:pt x="721515" y="7257"/>
                  </a:lnTo>
                  <a:cubicBezTo>
                    <a:pt x="751975" y="6350"/>
                    <a:pt x="714852" y="6350"/>
                    <a:pt x="710093" y="54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10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hwAACQdAABjHAAAJB0AAAAAAAAmAAAACAAAAP//////////"/>
                </a:ext>
              </a:extLst>
            </p:cNvSpPr>
            <p:nvPr/>
          </p:nvSpPr>
          <p:spPr>
            <a:xfrm>
              <a:off x="4591050" y="4737100"/>
              <a:ext cx="23495" cy="0"/>
            </a:xfrm>
            <a:custGeom>
              <a:avLst/>
              <a:gdLst/>
              <a:ahLst/>
              <a:cxnLst/>
              <a:rect l="0" t="0" r="23495" b="0"/>
              <a:pathLst>
                <a:path w="23495">
                  <a:moveTo>
                    <a:pt x="0" y="0"/>
                  </a:moveTo>
                  <a:lnTo>
                    <a:pt x="234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10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BYAAB0dAADeFgAAHR0AAAAAAAAmAAAACAAAAP//////////"/>
                </a:ext>
              </a:extLst>
            </p:cNvSpPr>
            <p:nvPr/>
          </p:nvSpPr>
          <p:spPr>
            <a:xfrm>
              <a:off x="3680460" y="4732655"/>
              <a:ext cx="36830" cy="0"/>
            </a:xfrm>
            <a:custGeom>
              <a:avLst/>
              <a:gdLst/>
              <a:ahLst/>
              <a:cxnLst/>
              <a:rect l="0" t="0" r="36830" b="0"/>
              <a:pathLst>
                <a:path w="36830">
                  <a:moveTo>
                    <a:pt x="0" y="0"/>
                  </a:moveTo>
                  <a:lnTo>
                    <a:pt x="36830" y="0"/>
                  </a:lnTo>
                  <a:cubicBezTo>
                    <a:pt x="25498" y="0"/>
                    <a:pt x="1322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10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+RwAABkdAACDHQAAHR0AAAAAAAAmAAAACAAAAP//////////"/>
                </a:ext>
              </a:extLst>
            </p:cNvSpPr>
            <p:nvPr/>
          </p:nvSpPr>
          <p:spPr>
            <a:xfrm>
              <a:off x="4709795" y="4730115"/>
              <a:ext cx="87630" cy="2540"/>
            </a:xfrm>
            <a:custGeom>
              <a:avLst/>
              <a:gdLst/>
              <a:ahLst/>
              <a:cxnLst/>
              <a:rect l="0" t="0" r="87630" b="2540"/>
              <a:pathLst>
                <a:path w="87630" h="2540">
                  <a:moveTo>
                    <a:pt x="67628" y="2540"/>
                  </a:moveTo>
                  <a:cubicBezTo>
                    <a:pt x="44768" y="1693"/>
                    <a:pt x="83820" y="847"/>
                    <a:pt x="87630" y="0"/>
                  </a:cubicBezTo>
                  <a:lnTo>
                    <a:pt x="7620" y="847"/>
                  </a:lnTo>
                  <a:cubicBezTo>
                    <a:pt x="7620" y="847"/>
                    <a:pt x="0" y="1693"/>
                    <a:pt x="1905" y="2540"/>
                  </a:cubicBezTo>
                  <a:lnTo>
                    <a:pt x="67628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10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xwAABcdAAAGHQAAGh0AAAAAAAAmAAAACAAAAP//////////"/>
                </a:ext>
              </a:extLst>
            </p:cNvSpPr>
            <p:nvPr/>
          </p:nvSpPr>
          <p:spPr>
            <a:xfrm>
              <a:off x="4672965" y="4728845"/>
              <a:ext cx="45085" cy="1905"/>
            </a:xfrm>
            <a:custGeom>
              <a:avLst/>
              <a:gdLst/>
              <a:ahLst/>
              <a:cxnLst/>
              <a:rect l="0" t="0" r="45085" b="1905"/>
              <a:pathLst>
                <a:path w="45085" h="1905">
                  <a:moveTo>
                    <a:pt x="21103" y="0"/>
                  </a:moveTo>
                  <a:cubicBezTo>
                    <a:pt x="18225" y="952"/>
                    <a:pt x="10551" y="952"/>
                    <a:pt x="0" y="1905"/>
                  </a:cubicBezTo>
                  <a:lnTo>
                    <a:pt x="45085" y="1905"/>
                  </a:lnTo>
                  <a:cubicBezTo>
                    <a:pt x="45085" y="952"/>
                    <a:pt x="39329" y="0"/>
                    <a:pt x="211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10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thwAAFQdAADuHAAAVh0AAAAAAAAmAAAACAAAAP//////////"/>
                </a:ext>
              </a:extLst>
            </p:cNvSpPr>
            <p:nvPr/>
          </p:nvSpPr>
          <p:spPr>
            <a:xfrm>
              <a:off x="4667250" y="4767580"/>
              <a:ext cx="35560" cy="1270"/>
            </a:xfrm>
            <a:custGeom>
              <a:avLst/>
              <a:gdLst/>
              <a:ahLst/>
              <a:cxnLst/>
              <a:rect l="0" t="0" r="35560" b="1270"/>
              <a:pathLst>
                <a:path w="35560" h="1270">
                  <a:moveTo>
                    <a:pt x="35560" y="0"/>
                  </a:moveTo>
                  <a:lnTo>
                    <a:pt x="21144" y="1270"/>
                  </a:lnTo>
                  <a:lnTo>
                    <a:pt x="0" y="1270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10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xsAAFAdAADtGwAAUx0AAAAAAAAmAAAACAAAAP//////////"/>
                </a:ext>
              </a:extLst>
            </p:cNvSpPr>
            <p:nvPr/>
          </p:nvSpPr>
          <p:spPr>
            <a:xfrm>
              <a:off x="4479925" y="4765040"/>
              <a:ext cx="59690" cy="1905"/>
            </a:xfrm>
            <a:custGeom>
              <a:avLst/>
              <a:gdLst/>
              <a:ahLst/>
              <a:cxnLst/>
              <a:rect l="0" t="0" r="59690" b="1905"/>
              <a:pathLst>
                <a:path w="59690" h="1905">
                  <a:moveTo>
                    <a:pt x="0" y="0"/>
                  </a:moveTo>
                  <a:cubicBezTo>
                    <a:pt x="17054" y="1905"/>
                    <a:pt x="49268" y="952"/>
                    <a:pt x="59690" y="0"/>
                  </a:cubicBezTo>
                  <a:cubicBezTo>
                    <a:pt x="22739" y="0"/>
                    <a:pt x="3884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10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xsAAGIdAADYGwAAZB0AAAAAAAAmAAAACAAAAP//////////"/>
                </a:ext>
              </a:extLst>
            </p:cNvSpPr>
            <p:nvPr/>
          </p:nvSpPr>
          <p:spPr>
            <a:xfrm>
              <a:off x="4490085" y="4776470"/>
              <a:ext cx="36195" cy="1270"/>
            </a:xfrm>
            <a:custGeom>
              <a:avLst/>
              <a:gdLst/>
              <a:ahLst/>
              <a:cxnLst/>
              <a:rect l="0" t="0" r="36195" b="1270"/>
              <a:pathLst>
                <a:path w="36195" h="1270">
                  <a:moveTo>
                    <a:pt x="36195" y="0"/>
                  </a:moveTo>
                  <a:lnTo>
                    <a:pt x="0" y="1270"/>
                  </a:lnTo>
                  <a:lnTo>
                    <a:pt x="2857" y="127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10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RQAACgdAAD0FAAAKB0AAAAAAAAmAAAACAAAAP//////////"/>
                </a:ext>
              </a:extLst>
            </p:cNvSpPr>
            <p:nvPr/>
          </p:nvSpPr>
          <p:spPr>
            <a:xfrm>
              <a:off x="3388995" y="4739640"/>
              <a:ext cx="17145" cy="0"/>
            </a:xfrm>
            <a:custGeom>
              <a:avLst/>
              <a:gdLst/>
              <a:ahLst/>
              <a:cxnLst/>
              <a:rect l="0" t="0" r="17145" b="0"/>
              <a:pathLst>
                <a:path w="17145">
                  <a:moveTo>
                    <a:pt x="17145" y="0"/>
                  </a:moveTo>
                  <a:lnTo>
                    <a:pt x="0" y="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10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xMAAB4dAAAwFwAAKh0AAAAAAAAmAAAACAAAAP//////////"/>
                </a:ext>
              </a:extLst>
            </p:cNvSpPr>
            <p:nvPr/>
          </p:nvSpPr>
          <p:spPr>
            <a:xfrm>
              <a:off x="3154045" y="4733290"/>
              <a:ext cx="615315" cy="7620"/>
            </a:xfrm>
            <a:custGeom>
              <a:avLst/>
              <a:gdLst/>
              <a:ahLst/>
              <a:cxnLst/>
              <a:rect l="0" t="0" r="615315" b="7620"/>
              <a:pathLst>
                <a:path w="615315" h="7620">
                  <a:moveTo>
                    <a:pt x="559204" y="4763"/>
                  </a:moveTo>
                  <a:cubicBezTo>
                    <a:pt x="474562" y="2858"/>
                    <a:pt x="615315" y="2858"/>
                    <a:pt x="588686" y="0"/>
                  </a:cubicBezTo>
                  <a:lnTo>
                    <a:pt x="542085" y="953"/>
                  </a:lnTo>
                  <a:lnTo>
                    <a:pt x="545889" y="0"/>
                  </a:lnTo>
                  <a:lnTo>
                    <a:pt x="489779" y="953"/>
                  </a:lnTo>
                  <a:cubicBezTo>
                    <a:pt x="501191" y="1905"/>
                    <a:pt x="509750" y="1905"/>
                    <a:pt x="506897" y="2858"/>
                  </a:cubicBezTo>
                  <a:cubicBezTo>
                    <a:pt x="431766" y="2858"/>
                    <a:pt x="483122" y="1905"/>
                    <a:pt x="427962" y="0"/>
                  </a:cubicBezTo>
                  <a:lnTo>
                    <a:pt x="343321" y="0"/>
                  </a:lnTo>
                  <a:lnTo>
                    <a:pt x="349978" y="0"/>
                  </a:lnTo>
                  <a:cubicBezTo>
                    <a:pt x="343321" y="0"/>
                    <a:pt x="339516" y="0"/>
                    <a:pt x="337614" y="0"/>
                  </a:cubicBezTo>
                  <a:lnTo>
                    <a:pt x="52306" y="0"/>
                  </a:lnTo>
                  <a:cubicBezTo>
                    <a:pt x="0" y="2858"/>
                    <a:pt x="80837" y="3810"/>
                    <a:pt x="42796" y="5715"/>
                  </a:cubicBezTo>
                  <a:cubicBezTo>
                    <a:pt x="102711" y="5715"/>
                    <a:pt x="192107" y="7620"/>
                    <a:pt x="196862" y="4763"/>
                  </a:cubicBezTo>
                  <a:cubicBezTo>
                    <a:pt x="194960" y="4763"/>
                    <a:pt x="191156" y="5715"/>
                    <a:pt x="203519" y="5715"/>
                  </a:cubicBezTo>
                  <a:lnTo>
                    <a:pt x="237756" y="3810"/>
                  </a:lnTo>
                  <a:lnTo>
                    <a:pt x="205422" y="2858"/>
                  </a:lnTo>
                  <a:cubicBezTo>
                    <a:pt x="239659" y="953"/>
                    <a:pt x="352831" y="953"/>
                    <a:pt x="373753" y="2858"/>
                  </a:cubicBezTo>
                  <a:cubicBezTo>
                    <a:pt x="309084" y="3810"/>
                    <a:pt x="341418" y="5715"/>
                    <a:pt x="252022" y="4763"/>
                  </a:cubicBezTo>
                  <a:cubicBezTo>
                    <a:pt x="255826" y="5715"/>
                    <a:pt x="271993" y="6668"/>
                    <a:pt x="252022" y="6668"/>
                  </a:cubicBezTo>
                  <a:cubicBezTo>
                    <a:pt x="356635" y="5715"/>
                    <a:pt x="450787" y="7620"/>
                    <a:pt x="559204" y="47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10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BAAACgdAABgEAAAKB0AAAAAAAAmAAAACAAAAP//////////"/>
                </a:ext>
              </a:extLst>
            </p:cNvSpPr>
            <p:nvPr/>
          </p:nvSpPr>
          <p:spPr>
            <a:xfrm>
              <a:off x="2659380" y="473964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1270" y="0"/>
                  </a:moveTo>
                  <a:lnTo>
                    <a:pt x="2540" y="0"/>
                  </a:lnTo>
                  <a:cubicBezTo>
                    <a:pt x="0" y="0"/>
                    <a:pt x="0" y="0"/>
                    <a:pt x="1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1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BAAACQdAADnEAAAKB0AAAAAAAAmAAAACAAAAP//////////"/>
                </a:ext>
              </a:extLst>
            </p:cNvSpPr>
            <p:nvPr/>
          </p:nvSpPr>
          <p:spPr>
            <a:xfrm>
              <a:off x="2661920" y="4737100"/>
              <a:ext cx="85725" cy="2540"/>
            </a:xfrm>
            <a:custGeom>
              <a:avLst/>
              <a:gdLst/>
              <a:ahLst/>
              <a:cxnLst/>
              <a:rect l="0" t="0" r="85725" b="2540"/>
              <a:pathLst>
                <a:path w="85725" h="2540">
                  <a:moveTo>
                    <a:pt x="34290" y="2540"/>
                  </a:moveTo>
                  <a:lnTo>
                    <a:pt x="85725" y="0"/>
                  </a:lnTo>
                  <a:lnTo>
                    <a:pt x="5715" y="847"/>
                  </a:lnTo>
                  <a:lnTo>
                    <a:pt x="0" y="2540"/>
                  </a:lnTo>
                  <a:cubicBezTo>
                    <a:pt x="7620" y="1693"/>
                    <a:pt x="35242" y="847"/>
                    <a:pt x="45720" y="1693"/>
                  </a:cubicBezTo>
                  <a:lnTo>
                    <a:pt x="3429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1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4hAAACMdAABDEQAAKx0AAAAAAAAmAAAACAAAAP//////////"/>
                </a:ext>
              </a:extLst>
            </p:cNvSpPr>
            <p:nvPr/>
          </p:nvSpPr>
          <p:spPr>
            <a:xfrm>
              <a:off x="2744470" y="4736465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0"/>
                  </a:moveTo>
                  <a:cubicBezTo>
                    <a:pt x="20847" y="847"/>
                    <a:pt x="23690" y="2540"/>
                    <a:pt x="45485" y="3387"/>
                  </a:cubicBezTo>
                  <a:cubicBezTo>
                    <a:pt x="7580" y="4233"/>
                    <a:pt x="25585" y="847"/>
                    <a:pt x="0" y="3387"/>
                  </a:cubicBezTo>
                  <a:cubicBezTo>
                    <a:pt x="947" y="5080"/>
                    <a:pt x="47380" y="4233"/>
                    <a:pt x="57804" y="3387"/>
                  </a:cubicBezTo>
                  <a:lnTo>
                    <a:pt x="615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1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hMAACQdAAA+EwAAJh0AAAAAAAAmAAAACAAAAP//////////"/>
                </a:ext>
              </a:extLst>
            </p:cNvSpPr>
            <p:nvPr/>
          </p:nvSpPr>
          <p:spPr>
            <a:xfrm>
              <a:off x="3100070" y="4737100"/>
              <a:ext cx="27940" cy="1270"/>
            </a:xfrm>
            <a:custGeom>
              <a:avLst/>
              <a:gdLst/>
              <a:ahLst/>
              <a:cxnLst/>
              <a:rect l="0" t="0" r="27940" b="1270"/>
              <a:pathLst>
                <a:path w="27940" h="1270">
                  <a:moveTo>
                    <a:pt x="11176" y="0"/>
                  </a:moveTo>
                  <a:lnTo>
                    <a:pt x="0" y="1270"/>
                  </a:lnTo>
                  <a:lnTo>
                    <a:pt x="27940" y="1270"/>
                  </a:lnTo>
                  <a:lnTo>
                    <a:pt x="11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11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BIAACYdAAASEwAAKB0AAAAAAAAmAAAACAAAAP//////////"/>
                </a:ext>
              </a:extLst>
            </p:cNvSpPr>
            <p:nvPr/>
          </p:nvSpPr>
          <p:spPr>
            <a:xfrm>
              <a:off x="3070860" y="4738370"/>
              <a:ext cx="29210" cy="1270"/>
            </a:xfrm>
            <a:custGeom>
              <a:avLst/>
              <a:gdLst/>
              <a:ahLst/>
              <a:cxnLst/>
              <a:rect l="0" t="0" r="29210" b="1270"/>
              <a:pathLst>
                <a:path w="29210" h="1270">
                  <a:moveTo>
                    <a:pt x="29210" y="0"/>
                  </a:moveTo>
                  <a:lnTo>
                    <a:pt x="0" y="0"/>
                  </a:lnTo>
                  <a:cubicBezTo>
                    <a:pt x="1947" y="0"/>
                    <a:pt x="3895" y="635"/>
                    <a:pt x="8763" y="1270"/>
                  </a:cubicBezTo>
                  <a:lnTo>
                    <a:pt x="29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11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RIAACQdAABvEgAAJB0AAAAAAAAmAAAACAAAAP//////////"/>
                </a:ext>
              </a:extLst>
            </p:cNvSpPr>
            <p:nvPr/>
          </p:nvSpPr>
          <p:spPr>
            <a:xfrm>
              <a:off x="2954655" y="4737100"/>
              <a:ext cx="41910" cy="0"/>
            </a:xfrm>
            <a:custGeom>
              <a:avLst/>
              <a:gdLst/>
              <a:ahLst/>
              <a:cxnLst/>
              <a:rect l="0" t="0" r="41910" b="0"/>
              <a:pathLst>
                <a:path w="41910">
                  <a:moveTo>
                    <a:pt x="41910" y="0"/>
                  </a:moveTo>
                  <a:lnTo>
                    <a:pt x="0" y="0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1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xIAACQdAACiEgAAJh0AAAAAAAAmAAAACAAAAP//////////"/>
                </a:ext>
              </a:extLst>
            </p:cNvSpPr>
            <p:nvPr/>
          </p:nvSpPr>
          <p:spPr>
            <a:xfrm>
              <a:off x="2996565" y="4737100"/>
              <a:ext cx="32385" cy="1270"/>
            </a:xfrm>
            <a:custGeom>
              <a:avLst/>
              <a:gdLst/>
              <a:ahLst/>
              <a:cxnLst/>
              <a:rect l="0" t="0" r="32385" b="1270"/>
              <a:pathLst>
                <a:path w="32385" h="1270">
                  <a:moveTo>
                    <a:pt x="32385" y="1270"/>
                  </a:moveTo>
                  <a:lnTo>
                    <a:pt x="31432" y="0"/>
                  </a:lnTo>
                  <a:lnTo>
                    <a:pt x="0" y="0"/>
                  </a:lnTo>
                  <a:lnTo>
                    <a:pt x="3238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1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xIAACAdAADkEgAAJh0AAAAAAAAmAAAACAAAAP//////////"/>
                </a:ext>
              </a:extLst>
            </p:cNvSpPr>
            <p:nvPr/>
          </p:nvSpPr>
          <p:spPr>
            <a:xfrm>
              <a:off x="3019425" y="4734560"/>
              <a:ext cx="51435" cy="3810"/>
            </a:xfrm>
            <a:custGeom>
              <a:avLst/>
              <a:gdLst/>
              <a:ahLst/>
              <a:cxnLst/>
              <a:rect l="0" t="0" r="51435" b="3810"/>
              <a:pathLst>
                <a:path w="51435" h="3810">
                  <a:moveTo>
                    <a:pt x="51435" y="3810"/>
                  </a:moveTo>
                  <a:cubicBezTo>
                    <a:pt x="46672" y="1905"/>
                    <a:pt x="40957" y="0"/>
                    <a:pt x="0" y="953"/>
                  </a:cubicBezTo>
                  <a:lnTo>
                    <a:pt x="8572" y="2858"/>
                  </a:lnTo>
                  <a:lnTo>
                    <a:pt x="51435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1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hoAAGAdAABDGgAAYh0AAAAAAAAmAAAACAAAAP//////////"/>
                </a:ext>
              </a:extLst>
            </p:cNvSpPr>
            <p:nvPr/>
          </p:nvSpPr>
          <p:spPr>
            <a:xfrm>
              <a:off x="4232910" y="4775200"/>
              <a:ext cx="36195" cy="1270"/>
            </a:xfrm>
            <a:custGeom>
              <a:avLst/>
              <a:gdLst/>
              <a:ahLst/>
              <a:cxnLst/>
              <a:rect l="0" t="0" r="36195" b="1270"/>
              <a:pathLst>
                <a:path w="36195" h="1270">
                  <a:moveTo>
                    <a:pt x="32385" y="0"/>
                  </a:moveTo>
                  <a:lnTo>
                    <a:pt x="0" y="635"/>
                  </a:lnTo>
                  <a:lnTo>
                    <a:pt x="3810" y="1270"/>
                  </a:lnTo>
                  <a:lnTo>
                    <a:pt x="36195" y="6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1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xgAAF4dAAAWGQAAYB0AAAAAAAAmAAAACAAAAP//////////"/>
                </a:ext>
              </a:extLst>
            </p:cNvSpPr>
            <p:nvPr/>
          </p:nvSpPr>
          <p:spPr>
            <a:xfrm>
              <a:off x="4058285" y="4773930"/>
              <a:ext cx="19685" cy="1270"/>
            </a:xfrm>
            <a:custGeom>
              <a:avLst/>
              <a:gdLst/>
              <a:ahLst/>
              <a:cxnLst/>
              <a:rect l="0" t="0" r="19685" b="1270"/>
              <a:pathLst>
                <a:path w="19685" h="1270">
                  <a:moveTo>
                    <a:pt x="19685" y="0"/>
                  </a:moveTo>
                  <a:lnTo>
                    <a:pt x="0" y="1270"/>
                  </a:lnTo>
                  <a:cubicBezTo>
                    <a:pt x="8436" y="1270"/>
                    <a:pt x="14998" y="1270"/>
                    <a:pt x="19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1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hcAAF4dAAD3GAAAch0AAAAAAAAmAAAACAAAAP//////////"/>
                </a:ext>
              </a:extLst>
            </p:cNvSpPr>
            <p:nvPr/>
          </p:nvSpPr>
          <p:spPr>
            <a:xfrm>
              <a:off x="3831590" y="4773930"/>
              <a:ext cx="226695" cy="12700"/>
            </a:xfrm>
            <a:custGeom>
              <a:avLst/>
              <a:gdLst/>
              <a:ahLst/>
              <a:cxnLst/>
              <a:rect l="0" t="0" r="226695" b="12700"/>
              <a:pathLst>
                <a:path w="226695" h="12700">
                  <a:moveTo>
                    <a:pt x="107632" y="10886"/>
                  </a:moveTo>
                  <a:cubicBezTo>
                    <a:pt x="69532" y="9071"/>
                    <a:pt x="160020" y="8164"/>
                    <a:pt x="89535" y="8164"/>
                  </a:cubicBezTo>
                  <a:cubicBezTo>
                    <a:pt x="83820" y="6350"/>
                    <a:pt x="116204" y="4536"/>
                    <a:pt x="149542" y="5443"/>
                  </a:cubicBezTo>
                  <a:cubicBezTo>
                    <a:pt x="147637" y="6350"/>
                    <a:pt x="117157" y="6350"/>
                    <a:pt x="138112" y="7257"/>
                  </a:cubicBezTo>
                  <a:cubicBezTo>
                    <a:pt x="160020" y="6350"/>
                    <a:pt x="168592" y="7257"/>
                    <a:pt x="160972" y="5443"/>
                  </a:cubicBezTo>
                  <a:cubicBezTo>
                    <a:pt x="198120" y="3629"/>
                    <a:pt x="201930" y="2721"/>
                    <a:pt x="226695" y="907"/>
                  </a:cubicBezTo>
                  <a:cubicBezTo>
                    <a:pt x="181927" y="1814"/>
                    <a:pt x="87630" y="0"/>
                    <a:pt x="30479" y="2721"/>
                  </a:cubicBezTo>
                  <a:cubicBezTo>
                    <a:pt x="0" y="5443"/>
                    <a:pt x="19050" y="8164"/>
                    <a:pt x="18097" y="11793"/>
                  </a:cubicBezTo>
                  <a:cubicBezTo>
                    <a:pt x="22860" y="12700"/>
                    <a:pt x="104775" y="12700"/>
                    <a:pt x="107632" y="108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1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hgAAHIdAADQGAAAdR0AAAAAAAAmAAAACAAAAP//////////"/>
                </a:ext>
              </a:extLst>
            </p:cNvSpPr>
            <p:nvPr/>
          </p:nvSpPr>
          <p:spPr>
            <a:xfrm>
              <a:off x="3999230" y="4786630"/>
              <a:ext cx="34290" cy="1905"/>
            </a:xfrm>
            <a:custGeom>
              <a:avLst/>
              <a:gdLst/>
              <a:ahLst/>
              <a:cxnLst/>
              <a:rect l="0" t="0" r="34290" b="1905"/>
              <a:pathLst>
                <a:path w="34290" h="1905">
                  <a:moveTo>
                    <a:pt x="0" y="952"/>
                  </a:moveTo>
                  <a:cubicBezTo>
                    <a:pt x="18098" y="1905"/>
                    <a:pt x="22860" y="952"/>
                    <a:pt x="34290" y="952"/>
                  </a:cubicBezTo>
                  <a:cubicBezTo>
                    <a:pt x="31433" y="0"/>
                    <a:pt x="14288" y="952"/>
                    <a:pt x="0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1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BUAAEwdAAA6FgAATx0AAAAAAAAmAAAACAAAAP//////////"/>
                </a:ext>
              </a:extLst>
            </p:cNvSpPr>
            <p:nvPr/>
          </p:nvSpPr>
          <p:spPr>
            <a:xfrm>
              <a:off x="3558540" y="4762500"/>
              <a:ext cx="54610" cy="1905"/>
            </a:xfrm>
            <a:custGeom>
              <a:avLst/>
              <a:gdLst/>
              <a:ahLst/>
              <a:cxnLst/>
              <a:rect l="0" t="0" r="54610" b="1905"/>
              <a:pathLst>
                <a:path w="54610" h="1905">
                  <a:moveTo>
                    <a:pt x="34837" y="0"/>
                  </a:moveTo>
                  <a:cubicBezTo>
                    <a:pt x="32013" y="952"/>
                    <a:pt x="0" y="952"/>
                    <a:pt x="6591" y="1905"/>
                  </a:cubicBezTo>
                  <a:lnTo>
                    <a:pt x="54610" y="1905"/>
                  </a:lnTo>
                  <a:cubicBezTo>
                    <a:pt x="43311" y="1905"/>
                    <a:pt x="39545" y="952"/>
                    <a:pt x="34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1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hYAAE0dAABdFgAATx0AAAAAAAAmAAAACAAAAP//////////"/>
                </a:ext>
              </a:extLst>
            </p:cNvSpPr>
            <p:nvPr/>
          </p:nvSpPr>
          <p:spPr>
            <a:xfrm>
              <a:off x="3613150" y="4763135"/>
              <a:ext cx="22225" cy="1270"/>
            </a:xfrm>
            <a:custGeom>
              <a:avLst/>
              <a:gdLst/>
              <a:ahLst/>
              <a:cxnLst/>
              <a:rect l="0" t="0" r="22225" b="1270"/>
              <a:pathLst>
                <a:path w="22225" h="1270">
                  <a:moveTo>
                    <a:pt x="22225" y="0"/>
                  </a:moveTo>
                  <a:lnTo>
                    <a:pt x="0" y="1270"/>
                  </a:lnTo>
                  <a:cubicBezTo>
                    <a:pt x="5797" y="1270"/>
                    <a:pt x="12561" y="1270"/>
                    <a:pt x="22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1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BYAAEwdAAAdFgAATB0AAAAAAAAmAAAACAAAAP//////////"/>
                </a:ext>
              </a:extLst>
            </p:cNvSpPr>
            <p:nvPr/>
          </p:nvSpPr>
          <p:spPr>
            <a:xfrm>
              <a:off x="3591560" y="4762500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0" y="0"/>
                  </a:moveTo>
                  <a:lnTo>
                    <a:pt x="2116" y="0"/>
                  </a:lnTo>
                  <a:cubicBezTo>
                    <a:pt x="3175" y="0"/>
                    <a:pt x="317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1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xEAACEdAAC2EQAAIx0AAAAAAAAmAAAACAAAAP//////////"/>
                </a:ext>
              </a:extLst>
            </p:cNvSpPr>
            <p:nvPr/>
          </p:nvSpPr>
          <p:spPr>
            <a:xfrm>
              <a:off x="2846705" y="4735195"/>
              <a:ext cx="32385" cy="1270"/>
            </a:xfrm>
            <a:custGeom>
              <a:avLst/>
              <a:gdLst/>
              <a:ahLst/>
              <a:cxnLst/>
              <a:rect l="0" t="0" r="32385" b="1270"/>
              <a:pathLst>
                <a:path w="32385" h="1270">
                  <a:moveTo>
                    <a:pt x="31432" y="1270"/>
                  </a:moveTo>
                  <a:cubicBezTo>
                    <a:pt x="32385" y="0"/>
                    <a:pt x="11430" y="1270"/>
                    <a:pt x="0" y="1270"/>
                  </a:cubicBezTo>
                  <a:cubicBezTo>
                    <a:pt x="8572" y="1270"/>
                    <a:pt x="20955" y="1270"/>
                    <a:pt x="31432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1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wwAACcdAAC4DAAAJx0AAAAAAAAmAAAACAAAAP//////////"/>
                </a:ext>
              </a:extLst>
            </p:cNvSpPr>
            <p:nvPr/>
          </p:nvSpPr>
          <p:spPr>
            <a:xfrm>
              <a:off x="2049145" y="4739005"/>
              <a:ext cx="18415" cy="0"/>
            </a:xfrm>
            <a:custGeom>
              <a:avLst/>
              <a:gdLst/>
              <a:ahLst/>
              <a:cxnLst/>
              <a:rect l="0" t="0" r="18415" b="0"/>
              <a:pathLst>
                <a:path w="18415">
                  <a:moveTo>
                    <a:pt x="18415" y="0"/>
                  </a:moveTo>
                  <a:lnTo>
                    <a:pt x="0" y="0"/>
                  </a:lnTo>
                  <a:cubicBezTo>
                    <a:pt x="6445" y="0"/>
                    <a:pt x="10128" y="0"/>
                    <a:pt x="18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1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QoAAE8dAADqCgAAUB0AAAAAAAAmAAAACAAAAP//////////"/>
                </a:ext>
              </a:extLst>
            </p:cNvSpPr>
            <p:nvPr/>
          </p:nvSpPr>
          <p:spPr>
            <a:xfrm>
              <a:off x="1771015" y="476440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3175" y="0"/>
                  </a:moveTo>
                  <a:cubicBezTo>
                    <a:pt x="2381" y="0"/>
                    <a:pt x="1587" y="635"/>
                    <a:pt x="0" y="635"/>
                  </a:cubicBezTo>
                  <a:cubicBezTo>
                    <a:pt x="1587" y="635"/>
                    <a:pt x="2381" y="635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1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QoAAE8dAADlCgAAUR0AAAAAAAAmAAAACAAAAP//////////"/>
                </a:ext>
              </a:extLst>
            </p:cNvSpPr>
            <p:nvPr/>
          </p:nvSpPr>
          <p:spPr>
            <a:xfrm>
              <a:off x="1677035" y="4764405"/>
              <a:ext cx="93980" cy="1270"/>
            </a:xfrm>
            <a:custGeom>
              <a:avLst/>
              <a:gdLst/>
              <a:ahLst/>
              <a:cxnLst/>
              <a:rect l="0" t="0" r="93980" b="1270"/>
              <a:pathLst>
                <a:path w="93980" h="1270">
                  <a:moveTo>
                    <a:pt x="93980" y="635"/>
                  </a:moveTo>
                  <a:cubicBezTo>
                    <a:pt x="80554" y="1270"/>
                    <a:pt x="40277" y="0"/>
                    <a:pt x="24933" y="635"/>
                  </a:cubicBezTo>
                  <a:lnTo>
                    <a:pt x="26851" y="635"/>
                  </a:lnTo>
                  <a:lnTo>
                    <a:pt x="0" y="1270"/>
                  </a:lnTo>
                  <a:cubicBezTo>
                    <a:pt x="25892" y="1270"/>
                    <a:pt x="78636" y="1270"/>
                    <a:pt x="9398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NwT4wQfAAAAVAAAAAAAAAAAAAAAAAAAAAAAAAAAAAAAAAAAAAAAAAAAAAAAAAAAAAAAAAAAAAAAAAAAAAAAAAAAAAAAAAAAAAAAAAAAAAAAAAAAAAAAAAAAAAAAAAAAACEAAAAYAAAAFAAAAFUCAAAoBQAAY0oAAKAFAAAQAAAAJgAAAAgAAAD/////AAAAAA=="/>
              </a:ext>
            </a:extLst>
          </p:cNvGrpSpPr>
          <p:nvPr/>
        </p:nvGrpSpPr>
        <p:grpSpPr>
          <a:xfrm>
            <a:off x="379095" y="838200"/>
            <a:ext cx="11713210" cy="76200"/>
            <a:chOff x="379095" y="838200"/>
            <a:chExt cx="11713210" cy="76200"/>
          </a:xfrm>
        </p:grpSpPr>
        <p:sp>
          <p:nvSpPr>
            <p:cNvPr id="76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EkAAD0FAABjSgAARgUAAAAAAAAmAAAACAAAAP//////////"/>
                </a:ext>
              </a:extLst>
            </p:cNvSpPr>
            <p:nvPr/>
          </p:nvSpPr>
          <p:spPr>
            <a:xfrm>
              <a:off x="12021820" y="851535"/>
              <a:ext cx="70485" cy="5715"/>
            </a:xfrm>
            <a:custGeom>
              <a:avLst/>
              <a:gdLst/>
              <a:ahLst/>
              <a:cxnLst/>
              <a:rect l="0" t="0" r="70485" b="5715"/>
              <a:pathLst>
                <a:path w="70485" h="5715">
                  <a:moveTo>
                    <a:pt x="31560" y="5715"/>
                  </a:moveTo>
                  <a:lnTo>
                    <a:pt x="70485" y="2857"/>
                  </a:lnTo>
                  <a:cubicBezTo>
                    <a:pt x="63120" y="1905"/>
                    <a:pt x="27352" y="952"/>
                    <a:pt x="41028" y="0"/>
                  </a:cubicBezTo>
                  <a:cubicBezTo>
                    <a:pt x="0" y="952"/>
                    <a:pt x="8416" y="2857"/>
                    <a:pt x="31560" y="57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UkAAEsFAAAKSgAATQUAAAAAAAAmAAAACAAAAP//////////"/>
                </a:ext>
              </a:extLst>
            </p:cNvSpPr>
            <p:nvPr/>
          </p:nvSpPr>
          <p:spPr>
            <a:xfrm>
              <a:off x="12014835" y="860425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0" y="1270"/>
                  </a:moveTo>
                  <a:lnTo>
                    <a:pt x="20955" y="635"/>
                  </a:lnTo>
                  <a:cubicBezTo>
                    <a:pt x="16764" y="0"/>
                    <a:pt x="1152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koAAEgFAABQSgAAVAUAAAAAAAAmAAAACAAAAP//////////"/>
                </a:ext>
              </a:extLst>
            </p:cNvSpPr>
            <p:nvPr/>
          </p:nvSpPr>
          <p:spPr>
            <a:xfrm>
              <a:off x="12035790" y="858520"/>
              <a:ext cx="44450" cy="7620"/>
            </a:xfrm>
            <a:custGeom>
              <a:avLst/>
              <a:gdLst/>
              <a:ahLst/>
              <a:cxnLst/>
              <a:rect l="0" t="0" r="44450" b="7620"/>
              <a:pathLst>
                <a:path w="44450" h="7620">
                  <a:moveTo>
                    <a:pt x="44450" y="0"/>
                  </a:moveTo>
                  <a:lnTo>
                    <a:pt x="0" y="2540"/>
                  </a:lnTo>
                  <a:cubicBezTo>
                    <a:pt x="5421" y="3810"/>
                    <a:pt x="6505" y="7620"/>
                    <a:pt x="20599" y="1270"/>
                  </a:cubicBezTo>
                  <a:cubicBezTo>
                    <a:pt x="16262" y="3810"/>
                    <a:pt x="24935" y="1270"/>
                    <a:pt x="444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UgAAD8FAADnSAAASAUAAAAAAAAmAAAACAAAAP//////////"/>
                </a:ext>
              </a:extLst>
            </p:cNvSpPr>
            <p:nvPr/>
          </p:nvSpPr>
          <p:spPr>
            <a:xfrm>
              <a:off x="11804015" y="852805"/>
              <a:ext cx="46990" cy="5715"/>
            </a:xfrm>
            <a:custGeom>
              <a:avLst/>
              <a:gdLst/>
              <a:ahLst/>
              <a:cxnLst/>
              <a:rect l="0" t="0" r="46990" b="5715"/>
              <a:pathLst>
                <a:path w="46990" h="5715">
                  <a:moveTo>
                    <a:pt x="2088" y="0"/>
                  </a:moveTo>
                  <a:cubicBezTo>
                    <a:pt x="0" y="952"/>
                    <a:pt x="15663" y="3810"/>
                    <a:pt x="18796" y="5715"/>
                  </a:cubicBezTo>
                  <a:lnTo>
                    <a:pt x="46990" y="3810"/>
                  </a:lnTo>
                  <a:cubicBezTo>
                    <a:pt x="32371" y="2857"/>
                    <a:pt x="4177" y="1905"/>
                    <a:pt x="20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dkgAAEgFAAC+SAAATQUAAAAAAAAmAAAACAAAAP//////////"/>
                </a:ext>
              </a:extLst>
            </p:cNvSpPr>
            <p:nvPr/>
          </p:nvSpPr>
          <p:spPr>
            <a:xfrm>
              <a:off x="11779250" y="858520"/>
              <a:ext cx="45720" cy="3175"/>
            </a:xfrm>
            <a:custGeom>
              <a:avLst/>
              <a:gdLst/>
              <a:ahLst/>
              <a:cxnLst/>
              <a:rect l="0" t="0" r="45720" b="3175"/>
              <a:pathLst>
                <a:path w="45720" h="3175">
                  <a:moveTo>
                    <a:pt x="43642" y="0"/>
                  </a:moveTo>
                  <a:lnTo>
                    <a:pt x="0" y="3175"/>
                  </a:lnTo>
                  <a:cubicBezTo>
                    <a:pt x="38446" y="3175"/>
                    <a:pt x="45720" y="2116"/>
                    <a:pt x="436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EkAAFQFAABQSgAAWwUAAAAAAAAmAAAACAAAAP//////////"/>
                </a:ext>
              </a:extLst>
            </p:cNvSpPr>
            <p:nvPr/>
          </p:nvSpPr>
          <p:spPr>
            <a:xfrm>
              <a:off x="11993880" y="866140"/>
              <a:ext cx="86360" cy="4445"/>
            </a:xfrm>
            <a:custGeom>
              <a:avLst/>
              <a:gdLst/>
              <a:ahLst/>
              <a:cxnLst/>
              <a:rect l="0" t="0" r="86360" b="4445"/>
              <a:pathLst>
                <a:path w="86360" h="4445">
                  <a:moveTo>
                    <a:pt x="14744" y="4445"/>
                  </a:moveTo>
                  <a:lnTo>
                    <a:pt x="86360" y="0"/>
                  </a:lnTo>
                  <a:lnTo>
                    <a:pt x="0" y="4445"/>
                  </a:lnTo>
                  <a:lnTo>
                    <a:pt x="14744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kcAADgFAAC/RwAAQQUAAAAAAAAmAAAACAAAAP//////////"/>
                </a:ext>
              </a:extLst>
            </p:cNvSpPr>
            <p:nvPr/>
          </p:nvSpPr>
          <p:spPr>
            <a:xfrm>
              <a:off x="11619230" y="848360"/>
              <a:ext cx="43815" cy="5715"/>
            </a:xfrm>
            <a:custGeom>
              <a:avLst/>
              <a:gdLst/>
              <a:ahLst/>
              <a:cxnLst/>
              <a:rect l="0" t="0" r="43815" b="5715"/>
              <a:pathLst>
                <a:path w="43815" h="5715">
                  <a:moveTo>
                    <a:pt x="19821" y="4572"/>
                  </a:moveTo>
                  <a:lnTo>
                    <a:pt x="43815" y="0"/>
                  </a:lnTo>
                  <a:lnTo>
                    <a:pt x="0" y="5715"/>
                  </a:lnTo>
                  <a:lnTo>
                    <a:pt x="19821" y="45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UYAADYFAAAFRwAAPwUAAAAAAAAmAAAACAAAAP//////////"/>
                </a:ext>
              </a:extLst>
            </p:cNvSpPr>
            <p:nvPr/>
          </p:nvSpPr>
          <p:spPr>
            <a:xfrm>
              <a:off x="11443335" y="847090"/>
              <a:ext cx="101600" cy="5715"/>
            </a:xfrm>
            <a:custGeom>
              <a:avLst/>
              <a:gdLst/>
              <a:ahLst/>
              <a:cxnLst/>
              <a:rect l="0" t="0" r="101600" b="5715"/>
              <a:pathLst>
                <a:path w="101600" h="5715">
                  <a:moveTo>
                    <a:pt x="83976" y="5715"/>
                  </a:moveTo>
                  <a:cubicBezTo>
                    <a:pt x="101600" y="2857"/>
                    <a:pt x="59094" y="952"/>
                    <a:pt x="77755" y="0"/>
                  </a:cubicBezTo>
                  <a:cubicBezTo>
                    <a:pt x="48727" y="0"/>
                    <a:pt x="22808" y="1905"/>
                    <a:pt x="0" y="4762"/>
                  </a:cubicBezTo>
                  <a:cubicBezTo>
                    <a:pt x="24882" y="2857"/>
                    <a:pt x="50800" y="3810"/>
                    <a:pt x="83976" y="57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EYAAD0FAABlRgAARAUAAAAAAAAmAAAACAAAAP//////////"/>
                </a:ext>
              </a:extLst>
            </p:cNvSpPr>
            <p:nvPr/>
          </p:nvSpPr>
          <p:spPr>
            <a:xfrm>
              <a:off x="11404600" y="851535"/>
              <a:ext cx="38735" cy="4445"/>
            </a:xfrm>
            <a:custGeom>
              <a:avLst/>
              <a:gdLst/>
              <a:ahLst/>
              <a:cxnLst/>
              <a:rect l="0" t="0" r="38735" b="4445"/>
              <a:pathLst>
                <a:path w="38735" h="4445">
                  <a:moveTo>
                    <a:pt x="0" y="4445"/>
                  </a:moveTo>
                  <a:cubicBezTo>
                    <a:pt x="11835" y="2963"/>
                    <a:pt x="24747" y="1481"/>
                    <a:pt x="38735" y="0"/>
                  </a:cubicBezTo>
                  <a:cubicBezTo>
                    <a:pt x="25823" y="0"/>
                    <a:pt x="12911" y="1481"/>
                    <a:pt x="0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gEE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kcAAEQFAAD/RwAATQUAAAAAAAAmAAAACAAAAP//////////"/>
                </a:ext>
              </a:extLst>
            </p:cNvSpPr>
            <p:nvPr/>
          </p:nvSpPr>
          <p:spPr>
            <a:xfrm>
              <a:off x="11670030" y="855980"/>
              <a:ext cx="33655" cy="5715"/>
            </a:xfrm>
            <a:custGeom>
              <a:avLst/>
              <a:gdLst/>
              <a:ahLst/>
              <a:cxnLst/>
              <a:rect l="0" t="0" r="33655" b="5715"/>
              <a:pathLst>
                <a:path w="33655" h="5715">
                  <a:moveTo>
                    <a:pt x="33655" y="5715"/>
                  </a:moveTo>
                  <a:cubicBezTo>
                    <a:pt x="30499" y="4572"/>
                    <a:pt x="24189" y="1143"/>
                    <a:pt x="0" y="0"/>
                  </a:cubicBezTo>
                  <a:lnTo>
                    <a:pt x="16827" y="5715"/>
                  </a:lnTo>
                  <a:lnTo>
                    <a:pt x="33655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UcAAEsFAADmRwAATQUAAAAAAAAmAAAACAAAAP//////////"/>
                </a:ext>
              </a:extLst>
            </p:cNvSpPr>
            <p:nvPr/>
          </p:nvSpPr>
          <p:spPr>
            <a:xfrm>
              <a:off x="11649075" y="860425"/>
              <a:ext cx="38735" cy="1270"/>
            </a:xfrm>
            <a:custGeom>
              <a:avLst/>
              <a:gdLst/>
              <a:ahLst/>
              <a:cxnLst/>
              <a:rect l="0" t="0" r="38735" b="1270"/>
              <a:pathLst>
                <a:path w="38735" h="1270">
                  <a:moveTo>
                    <a:pt x="38735" y="1270"/>
                  </a:moveTo>
                  <a:lnTo>
                    <a:pt x="37659" y="1270"/>
                  </a:lnTo>
                  <a:lnTo>
                    <a:pt x="0" y="0"/>
                  </a:lnTo>
                  <a:lnTo>
                    <a:pt x="3873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IAQ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/0cAAE0FAAAHSAAATQUAAAAAAAAmAAAACAAAAP//////////"/>
                </a:ext>
              </a:extLst>
            </p:cNvSpPr>
            <p:nvPr/>
          </p:nvSpPr>
          <p:spPr>
            <a:xfrm>
              <a:off x="11703685" y="861695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5080" y="0"/>
                  </a:moveTo>
                  <a:lnTo>
                    <a:pt x="0" y="0"/>
                  </a:lnTo>
                  <a:cubicBezTo>
                    <a:pt x="2032" y="0"/>
                    <a:pt x="3048" y="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Vsc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UgAAFQFAAAqSQAAZAUAAAAAAAAmAAAACAAAAP//////////"/>
                </a:ext>
              </a:extLst>
            </p:cNvSpPr>
            <p:nvPr/>
          </p:nvSpPr>
          <p:spPr>
            <a:xfrm>
              <a:off x="11814175" y="866140"/>
              <a:ext cx="79375" cy="10160"/>
            </a:xfrm>
            <a:custGeom>
              <a:avLst/>
              <a:gdLst/>
              <a:ahLst/>
              <a:cxnLst/>
              <a:rect l="0" t="0" r="79375" b="10160"/>
              <a:pathLst>
                <a:path w="79375" h="10160">
                  <a:moveTo>
                    <a:pt x="79375" y="0"/>
                  </a:moveTo>
                  <a:cubicBezTo>
                    <a:pt x="53975" y="3387"/>
                    <a:pt x="0" y="5644"/>
                    <a:pt x="51858" y="10160"/>
                  </a:cubicBezTo>
                  <a:cubicBezTo>
                    <a:pt x="69850" y="6773"/>
                    <a:pt x="40216" y="4516"/>
                    <a:pt x="79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j9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EgAAE8FAAB2SAAAVgUAAAAAAAAmAAAACAAAAP//////////"/>
                </a:ext>
              </a:extLst>
            </p:cNvSpPr>
            <p:nvPr/>
          </p:nvSpPr>
          <p:spPr>
            <a:xfrm>
              <a:off x="11729720" y="862965"/>
              <a:ext cx="49530" cy="4445"/>
            </a:xfrm>
            <a:custGeom>
              <a:avLst/>
              <a:gdLst/>
              <a:ahLst/>
              <a:cxnLst/>
              <a:rect l="0" t="0" r="49530" b="4445"/>
              <a:pathLst>
                <a:path w="49530" h="4445">
                  <a:moveTo>
                    <a:pt x="0" y="3333"/>
                  </a:moveTo>
                  <a:lnTo>
                    <a:pt x="46369" y="4445"/>
                  </a:lnTo>
                  <a:cubicBezTo>
                    <a:pt x="45315" y="3333"/>
                    <a:pt x="36884" y="1111"/>
                    <a:pt x="49530" y="0"/>
                  </a:cubicBezTo>
                  <a:lnTo>
                    <a:pt x="0" y="3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AUr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EgAAFQFAAAoSAAAWAUAAAAAAAAmAAAACAAAAP//////////"/>
                </a:ext>
              </a:extLst>
            </p:cNvSpPr>
            <p:nvPr/>
          </p:nvSpPr>
          <p:spPr>
            <a:xfrm>
              <a:off x="11706860" y="866140"/>
              <a:ext cx="22860" cy="2540"/>
            </a:xfrm>
            <a:custGeom>
              <a:avLst/>
              <a:gdLst/>
              <a:ahLst/>
              <a:cxnLst/>
              <a:rect l="0" t="0" r="22860" b="2540"/>
              <a:pathLst>
                <a:path w="22860" h="2540">
                  <a:moveTo>
                    <a:pt x="0" y="2540"/>
                  </a:moveTo>
                  <a:lnTo>
                    <a:pt x="22860" y="0"/>
                  </a:lnTo>
                  <a:lnTo>
                    <a:pt x="5195" y="0"/>
                  </a:lnTo>
                  <a:lnTo>
                    <a:pt x="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0YAAEgFAADRRgAATwUAAAAAAAAmAAAACAAAAP//////////"/>
                </a:ext>
              </a:extLst>
            </p:cNvSpPr>
            <p:nvPr/>
          </p:nvSpPr>
          <p:spPr>
            <a:xfrm>
              <a:off x="11416665" y="858520"/>
              <a:ext cx="95250" cy="4445"/>
            </a:xfrm>
            <a:custGeom>
              <a:avLst/>
              <a:gdLst/>
              <a:ahLst/>
              <a:cxnLst/>
              <a:rect l="0" t="0" r="95250" b="4445"/>
              <a:pathLst>
                <a:path w="95250" h="4445">
                  <a:moveTo>
                    <a:pt x="66675" y="0"/>
                  </a:moveTo>
                  <a:cubicBezTo>
                    <a:pt x="46567" y="2222"/>
                    <a:pt x="24342" y="2222"/>
                    <a:pt x="0" y="2222"/>
                  </a:cubicBezTo>
                  <a:cubicBezTo>
                    <a:pt x="26458" y="3333"/>
                    <a:pt x="53975" y="4445"/>
                    <a:pt x="80433" y="4445"/>
                  </a:cubicBezTo>
                  <a:cubicBezTo>
                    <a:pt x="83608" y="2222"/>
                    <a:pt x="95250" y="0"/>
                    <a:pt x="666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0cAAEsFAABARwAATQUAAAAAAAAmAAAACAAAAP//////////"/>
                </a:ext>
              </a:extLst>
            </p:cNvSpPr>
            <p:nvPr/>
          </p:nvSpPr>
          <p:spPr>
            <a:xfrm>
              <a:off x="11576685" y="860425"/>
              <a:ext cx="5715" cy="1270"/>
            </a:xfrm>
            <a:custGeom>
              <a:avLst/>
              <a:gdLst/>
              <a:ahLst/>
              <a:cxnLst/>
              <a:rect l="0" t="0" r="5715" b="1270"/>
              <a:pathLst>
                <a:path w="5715" h="1270">
                  <a:moveTo>
                    <a:pt x="5715" y="0"/>
                  </a:moveTo>
                  <a:lnTo>
                    <a:pt x="0" y="1270"/>
                  </a:lnTo>
                  <a:cubicBezTo>
                    <a:pt x="3429" y="1270"/>
                    <a:pt x="5715" y="1270"/>
                    <a:pt x="57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kQAAE0FAADCRAAATQUAAAAAAAAmAAAACAAAAP//////////"/>
                </a:ext>
              </a:extLst>
            </p:cNvSpPr>
            <p:nvPr/>
          </p:nvSpPr>
          <p:spPr>
            <a:xfrm>
              <a:off x="11172190" y="861695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4064" y="0"/>
                  </a:lnTo>
                  <a:cubicBezTo>
                    <a:pt x="4064" y="0"/>
                    <a:pt x="4064" y="0"/>
                    <a:pt x="50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EYAAE0FAAAFRwAAUgUAAAAAAAAmAAAACAAAAP//////////"/>
                </a:ext>
              </a:extLst>
            </p:cNvSpPr>
            <p:nvPr/>
          </p:nvSpPr>
          <p:spPr>
            <a:xfrm>
              <a:off x="11496040" y="861695"/>
              <a:ext cx="48895" cy="3175"/>
            </a:xfrm>
            <a:custGeom>
              <a:avLst/>
              <a:gdLst/>
              <a:ahLst/>
              <a:cxnLst/>
              <a:rect l="0" t="0" r="48895" b="3175"/>
              <a:pathLst>
                <a:path w="48895" h="3175">
                  <a:moveTo>
                    <a:pt x="6241" y="3175"/>
                  </a:moveTo>
                  <a:cubicBezTo>
                    <a:pt x="26007" y="3175"/>
                    <a:pt x="37451" y="1587"/>
                    <a:pt x="48895" y="0"/>
                  </a:cubicBezTo>
                  <a:cubicBezTo>
                    <a:pt x="34330" y="0"/>
                    <a:pt x="18725" y="1587"/>
                    <a:pt x="2080" y="1587"/>
                  </a:cubicBezTo>
                  <a:cubicBezTo>
                    <a:pt x="0" y="1587"/>
                    <a:pt x="0" y="3175"/>
                    <a:pt x="6241" y="3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EUAAEQFAADzRQAASAUAAAAAAAAmAAAACAAAAP//////////"/>
                </a:ext>
              </a:extLst>
            </p:cNvSpPr>
            <p:nvPr/>
          </p:nvSpPr>
          <p:spPr>
            <a:xfrm>
              <a:off x="11336020" y="855980"/>
              <a:ext cx="34925" cy="2540"/>
            </a:xfrm>
            <a:custGeom>
              <a:avLst/>
              <a:gdLst/>
              <a:ahLst/>
              <a:cxnLst/>
              <a:rect l="0" t="0" r="34925" b="2540"/>
              <a:pathLst>
                <a:path w="34925" h="2540">
                  <a:moveTo>
                    <a:pt x="0" y="847"/>
                  </a:moveTo>
                  <a:cubicBezTo>
                    <a:pt x="10583" y="1693"/>
                    <a:pt x="22225" y="2540"/>
                    <a:pt x="34925" y="2540"/>
                  </a:cubicBezTo>
                  <a:cubicBezTo>
                    <a:pt x="24341" y="1693"/>
                    <a:pt x="3175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UcAAEgFAAA0RwAASAUAAAAAAAAmAAAACAAAAP//////////"/>
                </a:ext>
              </a:extLst>
            </p:cNvSpPr>
            <p:nvPr/>
          </p:nvSpPr>
          <p:spPr>
            <a:xfrm>
              <a:off x="11567795" y="858520"/>
              <a:ext cx="6985" cy="0"/>
            </a:xfrm>
            <a:custGeom>
              <a:avLst/>
              <a:gdLst/>
              <a:ahLst/>
              <a:cxnLst/>
              <a:rect l="0" t="0" r="6985" b="0"/>
              <a:pathLst>
                <a:path w="6985">
                  <a:moveTo>
                    <a:pt x="3492" y="0"/>
                  </a:moveTo>
                  <a:lnTo>
                    <a:pt x="6985" y="0"/>
                  </a:lnTo>
                  <a:cubicBezTo>
                    <a:pt x="0" y="0"/>
                    <a:pt x="0" y="0"/>
                    <a:pt x="3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NA8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UcAAEgFAAA3RwAATQUAAAAAAAAmAAAACAAAAP//////////"/>
                </a:ext>
              </a:extLst>
            </p:cNvSpPr>
            <p:nvPr/>
          </p:nvSpPr>
          <p:spPr>
            <a:xfrm>
              <a:off x="11544935" y="858520"/>
              <a:ext cx="31750" cy="3175"/>
            </a:xfrm>
            <a:custGeom>
              <a:avLst/>
              <a:gdLst/>
              <a:ahLst/>
              <a:cxnLst/>
              <a:rect l="0" t="0" r="31750" b="3175"/>
              <a:pathLst>
                <a:path w="31750" h="3175">
                  <a:moveTo>
                    <a:pt x="25605" y="0"/>
                  </a:moveTo>
                  <a:cubicBezTo>
                    <a:pt x="15363" y="1058"/>
                    <a:pt x="8194" y="2116"/>
                    <a:pt x="0" y="3175"/>
                  </a:cubicBezTo>
                  <a:cubicBezTo>
                    <a:pt x="11266" y="3175"/>
                    <a:pt x="22532" y="2116"/>
                    <a:pt x="31750" y="2116"/>
                  </a:cubicBezTo>
                  <a:cubicBezTo>
                    <a:pt x="29702" y="1058"/>
                    <a:pt x="27653" y="1058"/>
                    <a:pt x="25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4kMAAE0FAAAsRQAAeQUAAAAAAAAmAAAACAAAAP//////////"/>
                </a:ext>
              </a:extLst>
            </p:cNvSpPr>
            <p:nvPr/>
          </p:nvSpPr>
          <p:spPr>
            <a:xfrm>
              <a:off x="11035030" y="861695"/>
              <a:ext cx="209550" cy="27940"/>
            </a:xfrm>
            <a:custGeom>
              <a:avLst/>
              <a:gdLst/>
              <a:ahLst/>
              <a:cxnLst/>
              <a:rect l="0" t="0" r="209550" b="27940"/>
              <a:pathLst>
                <a:path w="209550" h="27940">
                  <a:moveTo>
                    <a:pt x="63500" y="27940"/>
                  </a:moveTo>
                  <a:cubicBezTo>
                    <a:pt x="66675" y="23801"/>
                    <a:pt x="119592" y="19661"/>
                    <a:pt x="165100" y="24836"/>
                  </a:cubicBezTo>
                  <a:cubicBezTo>
                    <a:pt x="209550" y="21731"/>
                    <a:pt x="180975" y="7244"/>
                    <a:pt x="141817" y="0"/>
                  </a:cubicBezTo>
                  <a:cubicBezTo>
                    <a:pt x="140758" y="2070"/>
                    <a:pt x="140758" y="3104"/>
                    <a:pt x="94192" y="6209"/>
                  </a:cubicBezTo>
                  <a:cubicBezTo>
                    <a:pt x="110067" y="8279"/>
                    <a:pt x="196850" y="11383"/>
                    <a:pt x="157692" y="14487"/>
                  </a:cubicBezTo>
                  <a:cubicBezTo>
                    <a:pt x="96308" y="16557"/>
                    <a:pt x="107950" y="13453"/>
                    <a:pt x="78317" y="11383"/>
                  </a:cubicBezTo>
                  <a:cubicBezTo>
                    <a:pt x="102658" y="16557"/>
                    <a:pt x="0" y="18627"/>
                    <a:pt x="13758" y="25870"/>
                  </a:cubicBezTo>
                  <a:lnTo>
                    <a:pt x="66675" y="23801"/>
                  </a:lnTo>
                  <a:cubicBezTo>
                    <a:pt x="67733" y="24836"/>
                    <a:pt x="48683" y="26905"/>
                    <a:pt x="63500" y="279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kQAAEQFAABpRQAATQUAAAAAAAAmAAAACAAAAP//////////"/>
                </a:ext>
              </a:extLst>
            </p:cNvSpPr>
            <p:nvPr/>
          </p:nvSpPr>
          <p:spPr>
            <a:xfrm>
              <a:off x="11177270" y="855980"/>
              <a:ext cx="106045" cy="5715"/>
            </a:xfrm>
            <a:custGeom>
              <a:avLst/>
              <a:gdLst/>
              <a:ahLst/>
              <a:cxnLst/>
              <a:rect l="0" t="0" r="106045" b="5715"/>
              <a:pathLst>
                <a:path w="106045" h="5715">
                  <a:moveTo>
                    <a:pt x="86956" y="5715"/>
                  </a:moveTo>
                  <a:lnTo>
                    <a:pt x="106045" y="5715"/>
                  </a:lnTo>
                  <a:cubicBezTo>
                    <a:pt x="83775" y="4762"/>
                    <a:pt x="68929" y="3810"/>
                    <a:pt x="40297" y="0"/>
                  </a:cubicBezTo>
                  <a:cubicBezTo>
                    <a:pt x="8483" y="1905"/>
                    <a:pt x="2120" y="3810"/>
                    <a:pt x="0" y="4762"/>
                  </a:cubicBezTo>
                  <a:lnTo>
                    <a:pt x="93319" y="5715"/>
                  </a:lnTo>
                  <a:lnTo>
                    <a:pt x="86956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UUAAEgFAABURgAAXwUAAAAAAAAmAAAACAAAAP//////////"/>
                </a:ext>
              </a:extLst>
            </p:cNvSpPr>
            <p:nvPr/>
          </p:nvSpPr>
          <p:spPr>
            <a:xfrm>
              <a:off x="11283315" y="858520"/>
              <a:ext cx="149225" cy="14605"/>
            </a:xfrm>
            <a:custGeom>
              <a:avLst/>
              <a:gdLst/>
              <a:ahLst/>
              <a:cxnLst/>
              <a:rect l="0" t="0" r="149225" b="14605"/>
              <a:pathLst>
                <a:path w="149225" h="14605">
                  <a:moveTo>
                    <a:pt x="84070" y="3129"/>
                  </a:moveTo>
                  <a:cubicBezTo>
                    <a:pt x="69358" y="7302"/>
                    <a:pt x="24170" y="9388"/>
                    <a:pt x="51493" y="14605"/>
                  </a:cubicBezTo>
                  <a:cubicBezTo>
                    <a:pt x="107189" y="14605"/>
                    <a:pt x="90375" y="10432"/>
                    <a:pt x="124003" y="8345"/>
                  </a:cubicBezTo>
                  <a:cubicBezTo>
                    <a:pt x="34679" y="9388"/>
                    <a:pt x="149225" y="6259"/>
                    <a:pt x="85121" y="3129"/>
                  </a:cubicBezTo>
                  <a:cubicBezTo>
                    <a:pt x="101935" y="3129"/>
                    <a:pt x="117698" y="2086"/>
                    <a:pt x="133461" y="2086"/>
                  </a:cubicBezTo>
                  <a:cubicBezTo>
                    <a:pt x="116647" y="2086"/>
                    <a:pt x="101935" y="1043"/>
                    <a:pt x="87223" y="0"/>
                  </a:cubicBezTo>
                  <a:lnTo>
                    <a:pt x="89324" y="1043"/>
                  </a:lnTo>
                  <a:cubicBezTo>
                    <a:pt x="89324" y="1043"/>
                    <a:pt x="89324" y="1043"/>
                    <a:pt x="89324" y="1043"/>
                  </a:cubicBezTo>
                  <a:cubicBezTo>
                    <a:pt x="93528" y="1043"/>
                    <a:pt x="94579" y="1043"/>
                    <a:pt x="90375" y="1043"/>
                  </a:cubicBezTo>
                  <a:lnTo>
                    <a:pt x="88273" y="1043"/>
                  </a:lnTo>
                  <a:cubicBezTo>
                    <a:pt x="87223" y="2086"/>
                    <a:pt x="86172" y="2086"/>
                    <a:pt x="84070" y="3129"/>
                  </a:cubicBezTo>
                  <a:cubicBezTo>
                    <a:pt x="58849" y="2086"/>
                    <a:pt x="79866" y="2086"/>
                    <a:pt x="88273" y="1043"/>
                  </a:cubicBezTo>
                  <a:cubicBezTo>
                    <a:pt x="88273" y="1043"/>
                    <a:pt x="89324" y="1043"/>
                    <a:pt x="89324" y="1043"/>
                  </a:cubicBezTo>
                  <a:lnTo>
                    <a:pt x="0" y="3129"/>
                  </a:lnTo>
                  <a:cubicBezTo>
                    <a:pt x="18915" y="3129"/>
                    <a:pt x="42035" y="3129"/>
                    <a:pt x="84070" y="31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NgtOQ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kgAAHAFAACzSAAAcgUAAAAAAAAmAAAACAAAAP//////////"/>
                </a:ext>
              </a:extLst>
            </p:cNvSpPr>
            <p:nvPr/>
          </p:nvSpPr>
          <p:spPr>
            <a:xfrm>
              <a:off x="11807190" y="883920"/>
              <a:ext cx="10795" cy="1270"/>
            </a:xfrm>
            <a:custGeom>
              <a:avLst/>
              <a:gdLst/>
              <a:ahLst/>
              <a:cxnLst/>
              <a:rect l="0" t="0" r="10795" b="1270"/>
              <a:pathLst>
                <a:path w="10795" h="1270">
                  <a:moveTo>
                    <a:pt x="10795" y="1270"/>
                  </a:moveTo>
                  <a:cubicBezTo>
                    <a:pt x="7850" y="1270"/>
                    <a:pt x="7850" y="1270"/>
                    <a:pt x="7850" y="0"/>
                  </a:cubicBezTo>
                  <a:cubicBezTo>
                    <a:pt x="1962" y="1270"/>
                    <a:pt x="0" y="1270"/>
                    <a:pt x="1079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EgAAF0FAAD1SAAAcAUAAAAAAAAmAAAACAAAAP//////////"/>
                </a:ext>
              </a:extLst>
            </p:cNvSpPr>
            <p:nvPr/>
          </p:nvSpPr>
          <p:spPr>
            <a:xfrm>
              <a:off x="11729720" y="871855"/>
              <a:ext cx="130175" cy="12065"/>
            </a:xfrm>
            <a:custGeom>
              <a:avLst/>
              <a:gdLst/>
              <a:ahLst/>
              <a:cxnLst/>
              <a:rect l="0" t="0" r="130175" b="12065"/>
              <a:pathLst>
                <a:path w="130175" h="12065">
                  <a:moveTo>
                    <a:pt x="51216" y="11059"/>
                  </a:moveTo>
                  <a:cubicBezTo>
                    <a:pt x="57618" y="10054"/>
                    <a:pt x="62953" y="8043"/>
                    <a:pt x="84293" y="9048"/>
                  </a:cubicBezTo>
                  <a:cubicBezTo>
                    <a:pt x="102432" y="10054"/>
                    <a:pt x="84293" y="11059"/>
                    <a:pt x="85360" y="12065"/>
                  </a:cubicBezTo>
                  <a:cubicBezTo>
                    <a:pt x="98164" y="11059"/>
                    <a:pt x="130175" y="9048"/>
                    <a:pt x="89628" y="7037"/>
                  </a:cubicBezTo>
                  <a:lnTo>
                    <a:pt x="83226" y="8043"/>
                  </a:lnTo>
                  <a:cubicBezTo>
                    <a:pt x="46948" y="6032"/>
                    <a:pt x="0" y="1005"/>
                    <a:pt x="6402" y="0"/>
                  </a:cubicBezTo>
                  <a:cubicBezTo>
                    <a:pt x="17072" y="4021"/>
                    <a:pt x="26675" y="7037"/>
                    <a:pt x="51216" y="110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0YAAF8FAAA0RwAAaQUAAAAAAAAmAAAACAAAAP//////////"/>
                </a:ext>
              </a:extLst>
            </p:cNvSpPr>
            <p:nvPr/>
          </p:nvSpPr>
          <p:spPr>
            <a:xfrm>
              <a:off x="11497945" y="873125"/>
              <a:ext cx="76835" cy="6350"/>
            </a:xfrm>
            <a:custGeom>
              <a:avLst/>
              <a:gdLst/>
              <a:ahLst/>
              <a:cxnLst/>
              <a:rect l="0" t="0" r="76835" b="6350"/>
              <a:pathLst>
                <a:path w="76835" h="6350">
                  <a:moveTo>
                    <a:pt x="72681" y="0"/>
                  </a:moveTo>
                  <a:lnTo>
                    <a:pt x="0" y="2117"/>
                  </a:lnTo>
                  <a:lnTo>
                    <a:pt x="37379" y="6350"/>
                  </a:lnTo>
                  <a:lnTo>
                    <a:pt x="35302" y="4233"/>
                  </a:lnTo>
                  <a:cubicBezTo>
                    <a:pt x="76835" y="4233"/>
                    <a:pt x="67490" y="2117"/>
                    <a:pt x="72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EQAAEEFAAC6RAAATQUAAAAAAAAmAAAACAAAAP//////////"/>
                </a:ext>
              </a:extLst>
            </p:cNvSpPr>
            <p:nvPr/>
          </p:nvSpPr>
          <p:spPr>
            <a:xfrm>
              <a:off x="11130280" y="854075"/>
              <a:ext cx="41910" cy="7620"/>
            </a:xfrm>
            <a:custGeom>
              <a:avLst/>
              <a:gdLst/>
              <a:ahLst/>
              <a:cxnLst/>
              <a:rect l="0" t="0" r="41910" b="7620"/>
              <a:pathLst>
                <a:path w="41910" h="7620">
                  <a:moveTo>
                    <a:pt x="32480" y="5443"/>
                  </a:moveTo>
                  <a:lnTo>
                    <a:pt x="41910" y="0"/>
                  </a:lnTo>
                  <a:lnTo>
                    <a:pt x="0" y="7620"/>
                  </a:lnTo>
                  <a:lnTo>
                    <a:pt x="32480" y="54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8EMAAEQFAAAXRAAASAUAAAAAAAAmAAAACAAAAP//////////"/>
                </a:ext>
              </a:extLst>
            </p:cNvSpPr>
            <p:nvPr/>
          </p:nvSpPr>
          <p:spPr>
            <a:xfrm>
              <a:off x="11043920" y="855980"/>
              <a:ext cx="24765" cy="2540"/>
            </a:xfrm>
            <a:custGeom>
              <a:avLst/>
              <a:gdLst/>
              <a:ahLst/>
              <a:cxnLst/>
              <a:rect l="0" t="0" r="24765" b="2540"/>
              <a:pathLst>
                <a:path w="24765" h="2540">
                  <a:moveTo>
                    <a:pt x="21669" y="2540"/>
                  </a:moveTo>
                  <a:lnTo>
                    <a:pt x="24765" y="0"/>
                  </a:lnTo>
                  <a:lnTo>
                    <a:pt x="0" y="1905"/>
                  </a:lnTo>
                  <a:lnTo>
                    <a:pt x="21669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qQ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CIAAIkFAABYIgAAiwUAAAAAAAAmAAAACAAAAP//////////"/>
                </a:ext>
              </a:extLst>
            </p:cNvSpPr>
            <p:nvPr/>
          </p:nvSpPr>
          <p:spPr>
            <a:xfrm>
              <a:off x="5560060" y="899795"/>
              <a:ext cx="22860" cy="1270"/>
            </a:xfrm>
            <a:custGeom>
              <a:avLst/>
              <a:gdLst/>
              <a:ahLst/>
              <a:cxnLst/>
              <a:rect l="0" t="0" r="22860" b="1270"/>
              <a:pathLst>
                <a:path w="22860" h="1270">
                  <a:moveTo>
                    <a:pt x="22860" y="0"/>
                  </a:moveTo>
                  <a:lnTo>
                    <a:pt x="0" y="1270"/>
                  </a:lnTo>
                  <a:cubicBezTo>
                    <a:pt x="10886" y="0"/>
                    <a:pt x="17417" y="0"/>
                    <a:pt x="228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SMAAIcFAABaIwAAiQUAAAAAAAAmAAAACAAAAP//////////"/>
                </a:ext>
              </a:extLst>
            </p:cNvSpPr>
            <p:nvPr/>
          </p:nvSpPr>
          <p:spPr>
            <a:xfrm>
              <a:off x="5735955" y="898525"/>
              <a:ext cx="10795" cy="1270"/>
            </a:xfrm>
            <a:custGeom>
              <a:avLst/>
              <a:gdLst/>
              <a:ahLst/>
              <a:cxnLst/>
              <a:rect l="0" t="0" r="10795" b="1270"/>
              <a:pathLst>
                <a:path w="10795" h="1270">
                  <a:moveTo>
                    <a:pt x="6477" y="1270"/>
                  </a:moveTo>
                  <a:lnTo>
                    <a:pt x="10795" y="0"/>
                  </a:lnTo>
                  <a:cubicBezTo>
                    <a:pt x="3238" y="635"/>
                    <a:pt x="0" y="1270"/>
                    <a:pt x="6477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CAg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+DQAADYFAABkNQAARAUAAAAAAAAmAAAACAAAAP//////////"/>
                </a:ext>
              </a:extLst>
            </p:cNvSpPr>
            <p:nvPr/>
          </p:nvSpPr>
          <p:spPr>
            <a:xfrm>
              <a:off x="8610600" y="847090"/>
              <a:ext cx="68580" cy="8890"/>
            </a:xfrm>
            <a:custGeom>
              <a:avLst/>
              <a:gdLst/>
              <a:ahLst/>
              <a:cxnLst/>
              <a:rect l="0" t="0" r="68580" b="8890"/>
              <a:pathLst>
                <a:path w="68580" h="8890">
                  <a:moveTo>
                    <a:pt x="68580" y="8890"/>
                  </a:moveTo>
                  <a:cubicBezTo>
                    <a:pt x="35873" y="4939"/>
                    <a:pt x="0" y="0"/>
                    <a:pt x="4220" y="3951"/>
                  </a:cubicBezTo>
                  <a:lnTo>
                    <a:pt x="13716" y="7902"/>
                  </a:lnTo>
                  <a:cubicBezTo>
                    <a:pt x="36928" y="6914"/>
                    <a:pt x="53809" y="7902"/>
                    <a:pt x="68580" y="88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isAAGQFAACIKwAAawUAAAAAAAAmAAAACAAAAP//////////"/>
                </a:ext>
              </a:extLst>
            </p:cNvSpPr>
            <p:nvPr/>
          </p:nvSpPr>
          <p:spPr>
            <a:xfrm>
              <a:off x="7044690" y="876300"/>
              <a:ext cx="31750" cy="4445"/>
            </a:xfrm>
            <a:custGeom>
              <a:avLst/>
              <a:gdLst/>
              <a:ahLst/>
              <a:cxnLst/>
              <a:rect l="0" t="0" r="31750" b="4445"/>
              <a:pathLst>
                <a:path w="31750" h="4445">
                  <a:moveTo>
                    <a:pt x="0" y="3333"/>
                  </a:moveTo>
                  <a:lnTo>
                    <a:pt x="9853" y="4445"/>
                  </a:lnTo>
                  <a:lnTo>
                    <a:pt x="31750" y="0"/>
                  </a:lnTo>
                  <a:lnTo>
                    <a:pt x="0" y="3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JpnH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8CoAAIIFAAAyKwAAhwUAAAAAAAAmAAAACAAAAP//////////"/>
                </a:ext>
              </a:extLst>
            </p:cNvSpPr>
            <p:nvPr/>
          </p:nvSpPr>
          <p:spPr>
            <a:xfrm>
              <a:off x="6979920" y="895350"/>
              <a:ext cx="41910" cy="3175"/>
            </a:xfrm>
            <a:custGeom>
              <a:avLst/>
              <a:gdLst/>
              <a:ahLst/>
              <a:cxnLst/>
              <a:rect l="0" t="0" r="41910" b="3175"/>
              <a:pathLst>
                <a:path w="41910" h="3175">
                  <a:moveTo>
                    <a:pt x="41910" y="3175"/>
                  </a:moveTo>
                  <a:lnTo>
                    <a:pt x="0" y="0"/>
                  </a:lnTo>
                  <a:cubicBezTo>
                    <a:pt x="9430" y="1058"/>
                    <a:pt x="23051" y="2116"/>
                    <a:pt x="41910" y="3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EnO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1hwAAI4FAAAWHQAAlAUAAAAAAAAmAAAACAAAAP//////////"/>
                </a:ext>
              </a:extLst>
            </p:cNvSpPr>
            <p:nvPr/>
          </p:nvSpPr>
          <p:spPr>
            <a:xfrm>
              <a:off x="4687570" y="902970"/>
              <a:ext cx="40640" cy="3810"/>
            </a:xfrm>
            <a:custGeom>
              <a:avLst/>
              <a:gdLst/>
              <a:ahLst/>
              <a:cxnLst/>
              <a:rect l="0" t="0" r="40640" b="3810"/>
              <a:pathLst>
                <a:path w="40640" h="3810">
                  <a:moveTo>
                    <a:pt x="25667" y="0"/>
                  </a:moveTo>
                  <a:lnTo>
                    <a:pt x="0" y="3810"/>
                  </a:lnTo>
                  <a:cubicBezTo>
                    <a:pt x="40640" y="3810"/>
                    <a:pt x="22459" y="2286"/>
                    <a:pt x="25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PbHS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iD0AAEYFAAD0PQAATwUAAAAAAAAmAAAACAAAAP//////////"/>
                </a:ext>
              </a:extLst>
            </p:cNvSpPr>
            <p:nvPr/>
          </p:nvSpPr>
          <p:spPr>
            <a:xfrm>
              <a:off x="10002520" y="857250"/>
              <a:ext cx="68580" cy="5715"/>
            </a:xfrm>
            <a:custGeom>
              <a:avLst/>
              <a:gdLst/>
              <a:ahLst/>
              <a:cxnLst/>
              <a:rect l="0" t="0" r="68580" b="5715"/>
              <a:pathLst>
                <a:path w="68580" h="5715">
                  <a:moveTo>
                    <a:pt x="68580" y="2857"/>
                  </a:moveTo>
                  <a:cubicBezTo>
                    <a:pt x="41148" y="952"/>
                    <a:pt x="18991" y="0"/>
                    <a:pt x="0" y="0"/>
                  </a:cubicBezTo>
                  <a:cubicBezTo>
                    <a:pt x="33762" y="1905"/>
                    <a:pt x="60139" y="5715"/>
                    <a:pt x="68580" y="28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OwHX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SIAAD0FAAC/IgAAQQUAAAAAAAAmAAAACAAAAP//////////"/>
                </a:ext>
              </a:extLst>
            </p:cNvSpPr>
            <p:nvPr/>
          </p:nvSpPr>
          <p:spPr>
            <a:xfrm>
              <a:off x="5626735" y="851535"/>
              <a:ext cx="21590" cy="2540"/>
            </a:xfrm>
            <a:custGeom>
              <a:avLst/>
              <a:gdLst/>
              <a:ahLst/>
              <a:cxnLst/>
              <a:rect l="0" t="0" r="21590" b="2540"/>
              <a:pathLst>
                <a:path w="21590" h="2540">
                  <a:moveTo>
                    <a:pt x="18506" y="0"/>
                  </a:moveTo>
                  <a:cubicBezTo>
                    <a:pt x="5140" y="1270"/>
                    <a:pt x="0" y="2540"/>
                    <a:pt x="0" y="2540"/>
                  </a:cubicBezTo>
                  <a:cubicBezTo>
                    <a:pt x="13365" y="2540"/>
                    <a:pt x="21590" y="1270"/>
                    <a:pt x="185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pYo5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z0AAEEFAACIPQAASAUAAAAAAAAmAAAACAAAAP//////////"/>
                </a:ext>
              </a:extLst>
            </p:cNvSpPr>
            <p:nvPr/>
          </p:nvSpPr>
          <p:spPr>
            <a:xfrm>
              <a:off x="9923145" y="854075"/>
              <a:ext cx="79375" cy="4445"/>
            </a:xfrm>
            <a:custGeom>
              <a:avLst/>
              <a:gdLst/>
              <a:ahLst/>
              <a:cxnLst/>
              <a:rect l="0" t="0" r="79375" b="4445"/>
              <a:pathLst>
                <a:path w="79375" h="4445">
                  <a:moveTo>
                    <a:pt x="0" y="3333"/>
                  </a:moveTo>
                  <a:lnTo>
                    <a:pt x="13758" y="4445"/>
                  </a:lnTo>
                  <a:cubicBezTo>
                    <a:pt x="33866" y="3333"/>
                    <a:pt x="55033" y="2222"/>
                    <a:pt x="79375" y="3333"/>
                  </a:cubicBezTo>
                  <a:cubicBezTo>
                    <a:pt x="55033" y="1111"/>
                    <a:pt x="26458" y="0"/>
                    <a:pt x="0" y="3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uboo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AkAAH0FAACeCQAAgAUAAAAAAAAmAAAACAAAAP//////////"/>
                </a:ext>
              </a:extLst>
            </p:cNvSpPr>
            <p:nvPr/>
          </p:nvSpPr>
          <p:spPr>
            <a:xfrm>
              <a:off x="1554480" y="892175"/>
              <a:ext cx="8890" cy="1905"/>
            </a:xfrm>
            <a:custGeom>
              <a:avLst/>
              <a:gdLst/>
              <a:ahLst/>
              <a:cxnLst/>
              <a:rect l="0" t="0" r="8890" b="1905"/>
              <a:pathLst>
                <a:path w="8890" h="1905">
                  <a:moveTo>
                    <a:pt x="8890" y="1905"/>
                  </a:moveTo>
                  <a:lnTo>
                    <a:pt x="1111" y="0"/>
                  </a:lnTo>
                  <a:cubicBezTo>
                    <a:pt x="0" y="1905"/>
                    <a:pt x="3334" y="1905"/>
                    <a:pt x="889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9DQA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wMAADYFAAA0BAAAOAUAAAAAAAAmAAAACAAAAP//////////"/>
                </a:ext>
              </a:extLst>
            </p:cNvSpPr>
            <p:nvPr/>
          </p:nvSpPr>
          <p:spPr>
            <a:xfrm>
              <a:off x="644525" y="847090"/>
              <a:ext cx="38735" cy="1270"/>
            </a:xfrm>
            <a:custGeom>
              <a:avLst/>
              <a:gdLst/>
              <a:ahLst/>
              <a:cxnLst/>
              <a:rect l="0" t="0" r="38735" b="1270"/>
              <a:pathLst>
                <a:path w="38735" h="1270">
                  <a:moveTo>
                    <a:pt x="0" y="1270"/>
                  </a:moveTo>
                  <a:cubicBezTo>
                    <a:pt x="9683" y="1270"/>
                    <a:pt x="24747" y="1270"/>
                    <a:pt x="38735" y="1270"/>
                  </a:cubicBezTo>
                  <a:cubicBezTo>
                    <a:pt x="31203" y="0"/>
                    <a:pt x="20443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l3g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kEAAEQFAADLQQAARgUAAAAAAAAmAAAACAAAAP//////////"/>
                </a:ext>
              </a:extLst>
            </p:cNvSpPr>
            <p:nvPr/>
          </p:nvSpPr>
          <p:spPr>
            <a:xfrm>
              <a:off x="10674350" y="855980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0" y="1270"/>
                  </a:moveTo>
                  <a:cubicBezTo>
                    <a:pt x="20955" y="1270"/>
                    <a:pt x="3143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Hlfb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UIAAGIFAABLQgAAZgUAAAAAAAAmAAAACAAAAP//////////"/>
                </a:ext>
              </a:extLst>
            </p:cNvSpPr>
            <p:nvPr/>
          </p:nvSpPr>
          <p:spPr>
            <a:xfrm>
              <a:off x="10767695" y="875030"/>
              <a:ext cx="8890" cy="2540"/>
            </a:xfrm>
            <a:custGeom>
              <a:avLst/>
              <a:gdLst/>
              <a:ahLst/>
              <a:cxnLst/>
              <a:rect l="0" t="0" r="8890" b="2540"/>
              <a:pathLst>
                <a:path w="8890" h="2540">
                  <a:moveTo>
                    <a:pt x="8890" y="0"/>
                  </a:moveTo>
                  <a:cubicBezTo>
                    <a:pt x="4445" y="847"/>
                    <a:pt x="1111" y="1693"/>
                    <a:pt x="0" y="2540"/>
                  </a:cubicBezTo>
                  <a:cubicBezTo>
                    <a:pt x="2223" y="1693"/>
                    <a:pt x="4445" y="847"/>
                    <a:pt x="88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WHH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DsAAHIFAADMOwAAdAUAAAAAAAAmAAAACAAAAP//////////"/>
                </a:ext>
              </a:extLst>
            </p:cNvSpPr>
            <p:nvPr/>
          </p:nvSpPr>
          <p:spPr>
            <a:xfrm>
              <a:off x="9715500" y="88519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1016" y="0"/>
                  </a:moveTo>
                  <a:lnTo>
                    <a:pt x="0" y="0"/>
                  </a:lnTo>
                  <a:cubicBezTo>
                    <a:pt x="5080" y="1270"/>
                    <a:pt x="4064" y="0"/>
                    <a:pt x="1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U8aW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kEAAEgFAADcQQAASAUAAAAAAAAmAAAACAAAAP//////////"/>
                </a:ext>
              </a:extLst>
            </p:cNvSpPr>
            <p:nvPr/>
          </p:nvSpPr>
          <p:spPr>
            <a:xfrm>
              <a:off x="10679430" y="858520"/>
              <a:ext cx="26670" cy="0"/>
            </a:xfrm>
            <a:custGeom>
              <a:avLst/>
              <a:gdLst/>
              <a:ahLst/>
              <a:cxnLst/>
              <a:rect l="0" t="0" r="26670" b="0"/>
              <a:pathLst>
                <a:path w="26670">
                  <a:moveTo>
                    <a:pt x="26670" y="0"/>
                  </a:moveTo>
                  <a:cubicBezTo>
                    <a:pt x="19202" y="0"/>
                    <a:pt x="10668" y="0"/>
                    <a:pt x="0" y="0"/>
                  </a:cubicBezTo>
                  <a:cubicBezTo>
                    <a:pt x="5334" y="0"/>
                    <a:pt x="12802" y="0"/>
                    <a:pt x="26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+Ofz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1EEAAEQFAAD1QQAARgUAAAAAAAAmAAAACAAAAP//////////"/>
                </a:ext>
              </a:extLst>
            </p:cNvSpPr>
            <p:nvPr/>
          </p:nvSpPr>
          <p:spPr>
            <a:xfrm>
              <a:off x="10701020" y="855980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0" y="1270"/>
                  </a:moveTo>
                  <a:lnTo>
                    <a:pt x="18859" y="1270"/>
                  </a:lnTo>
                  <a:cubicBezTo>
                    <a:pt x="20955" y="1270"/>
                    <a:pt x="18859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FcqC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kEAAEYFAACyQQAASAUAAAAAAAAmAAAACAAAAP//////////"/>
                </a:ext>
              </a:extLst>
            </p:cNvSpPr>
            <p:nvPr/>
          </p:nvSpPr>
          <p:spPr>
            <a:xfrm>
              <a:off x="10646410" y="857250"/>
              <a:ext cx="33020" cy="1270"/>
            </a:xfrm>
            <a:custGeom>
              <a:avLst/>
              <a:gdLst/>
              <a:ahLst/>
              <a:cxnLst/>
              <a:rect l="0" t="0" r="33020" b="1270"/>
              <a:pathLst>
                <a:path w="33020" h="1270">
                  <a:moveTo>
                    <a:pt x="0" y="0"/>
                  </a:moveTo>
                  <a:cubicBezTo>
                    <a:pt x="11717" y="0"/>
                    <a:pt x="22368" y="0"/>
                    <a:pt x="33020" y="1270"/>
                  </a:cubicBezTo>
                  <a:cubicBezTo>
                    <a:pt x="29825" y="0"/>
                    <a:pt x="27694" y="0"/>
                    <a:pt x="2875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GxkB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hMAAHAFAAD+EwAAdAUAAAAAAAAmAAAACAAAAP//////////"/>
                </a:ext>
              </a:extLst>
            </p:cNvSpPr>
            <p:nvPr/>
          </p:nvSpPr>
          <p:spPr>
            <a:xfrm>
              <a:off x="3227070" y="883920"/>
              <a:ext cx="22860" cy="2540"/>
            </a:xfrm>
            <a:custGeom>
              <a:avLst/>
              <a:gdLst/>
              <a:ahLst/>
              <a:cxnLst/>
              <a:rect l="0" t="0" r="22860" b="2540"/>
              <a:pathLst>
                <a:path w="22860" h="2540">
                  <a:moveTo>
                    <a:pt x="22860" y="0"/>
                  </a:moveTo>
                  <a:lnTo>
                    <a:pt x="18884" y="0"/>
                  </a:lnTo>
                  <a:cubicBezTo>
                    <a:pt x="0" y="2540"/>
                    <a:pt x="7951" y="1270"/>
                    <a:pt x="228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yAF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zIAAIsFAAAdMgAAjgUAAAAAAAAmAAAACAAAAP//////////"/>
                </a:ext>
              </a:extLst>
            </p:cNvSpPr>
            <p:nvPr/>
          </p:nvSpPr>
          <p:spPr>
            <a:xfrm>
              <a:off x="8142605" y="901065"/>
              <a:ext cx="3810" cy="1905"/>
            </a:xfrm>
            <a:custGeom>
              <a:avLst/>
              <a:gdLst/>
              <a:ahLst/>
              <a:cxnLst/>
              <a:rect l="0" t="0" r="3810" b="1905"/>
              <a:pathLst>
                <a:path w="3810" h="1905">
                  <a:moveTo>
                    <a:pt x="1270" y="1905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127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L5Mg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zEAAHYFAAAXMgAAkgUAAAAAAAAmAAAACAAAAP//////////"/>
                </a:ext>
              </a:extLst>
            </p:cNvSpPr>
            <p:nvPr/>
          </p:nvSpPr>
          <p:spPr>
            <a:xfrm>
              <a:off x="8068945" y="887730"/>
              <a:ext cx="73660" cy="17780"/>
            </a:xfrm>
            <a:custGeom>
              <a:avLst/>
              <a:gdLst/>
              <a:ahLst/>
              <a:cxnLst/>
              <a:rect l="0" t="0" r="73660" b="17780"/>
              <a:pathLst>
                <a:path w="73660" h="17780">
                  <a:moveTo>
                    <a:pt x="0" y="17780"/>
                  </a:moveTo>
                  <a:cubicBezTo>
                    <a:pt x="32026" y="11505"/>
                    <a:pt x="50174" y="12551"/>
                    <a:pt x="73660" y="13596"/>
                  </a:cubicBezTo>
                  <a:lnTo>
                    <a:pt x="49107" y="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xIQF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gIAACgFAADMQwAAoAUAAAAAAAAmAAAACAAAAP//////////"/>
                </a:ext>
              </a:extLst>
            </p:cNvSpPr>
            <p:nvPr/>
          </p:nvSpPr>
          <p:spPr>
            <a:xfrm>
              <a:off x="422910" y="838200"/>
              <a:ext cx="10598150" cy="76200"/>
            </a:xfrm>
            <a:custGeom>
              <a:avLst/>
              <a:gdLst/>
              <a:ahLst/>
              <a:cxnLst/>
              <a:rect l="0" t="0" r="10598150" b="76200"/>
              <a:pathLst>
                <a:path w="10598150" h="76200">
                  <a:moveTo>
                    <a:pt x="2608857" y="12192"/>
                  </a:moveTo>
                  <a:lnTo>
                    <a:pt x="2622593" y="13208"/>
                  </a:lnTo>
                  <a:cubicBezTo>
                    <a:pt x="2591950" y="15240"/>
                    <a:pt x="2600404" y="13208"/>
                    <a:pt x="2608857" y="12192"/>
                  </a:cubicBezTo>
                  <a:close/>
                  <a:moveTo>
                    <a:pt x="10096244" y="25400"/>
                  </a:moveTo>
                  <a:cubicBezTo>
                    <a:pt x="10103640" y="24384"/>
                    <a:pt x="10102583" y="23368"/>
                    <a:pt x="10100470" y="23368"/>
                  </a:cubicBezTo>
                  <a:cubicBezTo>
                    <a:pt x="10095187" y="24384"/>
                    <a:pt x="10079337" y="24384"/>
                    <a:pt x="10061374" y="24384"/>
                  </a:cubicBezTo>
                  <a:cubicBezTo>
                    <a:pt x="10066658" y="25400"/>
                    <a:pt x="10076167" y="26416"/>
                    <a:pt x="10096244" y="25400"/>
                  </a:cubicBezTo>
                  <a:close/>
                  <a:moveTo>
                    <a:pt x="10026505" y="23368"/>
                  </a:moveTo>
                  <a:lnTo>
                    <a:pt x="10025448" y="23368"/>
                  </a:lnTo>
                  <a:cubicBezTo>
                    <a:pt x="9991636" y="21336"/>
                    <a:pt x="10003259" y="22352"/>
                    <a:pt x="10026505" y="23368"/>
                  </a:cubicBezTo>
                  <a:close/>
                  <a:moveTo>
                    <a:pt x="6737169" y="50800"/>
                  </a:moveTo>
                  <a:cubicBezTo>
                    <a:pt x="6725546" y="52832"/>
                    <a:pt x="6708640" y="51816"/>
                    <a:pt x="6688563" y="49784"/>
                  </a:cubicBezTo>
                  <a:cubicBezTo>
                    <a:pt x="6703356" y="49784"/>
                    <a:pt x="6719206" y="49784"/>
                    <a:pt x="6737169" y="50800"/>
                  </a:cubicBezTo>
                  <a:close/>
                  <a:moveTo>
                    <a:pt x="5555840" y="60960"/>
                  </a:moveTo>
                  <a:cubicBezTo>
                    <a:pt x="5541047" y="61976"/>
                    <a:pt x="5511461" y="65024"/>
                    <a:pt x="5499838" y="61976"/>
                  </a:cubicBezTo>
                  <a:cubicBezTo>
                    <a:pt x="5517801" y="55880"/>
                    <a:pt x="5530480" y="58928"/>
                    <a:pt x="5555840" y="60960"/>
                  </a:cubicBezTo>
                  <a:close/>
                  <a:moveTo>
                    <a:pt x="4779206" y="61976"/>
                  </a:moveTo>
                  <a:lnTo>
                    <a:pt x="4830981" y="66040"/>
                  </a:lnTo>
                  <a:cubicBezTo>
                    <a:pt x="4768639" y="72136"/>
                    <a:pt x="4723203" y="70104"/>
                    <a:pt x="4771809" y="76200"/>
                  </a:cubicBezTo>
                  <a:cubicBezTo>
                    <a:pt x="4779206" y="61976"/>
                    <a:pt x="4973628" y="75184"/>
                    <a:pt x="4981025" y="60960"/>
                  </a:cubicBezTo>
                  <a:lnTo>
                    <a:pt x="5015894" y="64008"/>
                  </a:lnTo>
                  <a:cubicBezTo>
                    <a:pt x="5005328" y="64008"/>
                    <a:pt x="5004271" y="65024"/>
                    <a:pt x="4994761" y="65024"/>
                  </a:cubicBezTo>
                  <a:cubicBezTo>
                    <a:pt x="5061330" y="71120"/>
                    <a:pt x="5044424" y="54864"/>
                    <a:pt x="5130012" y="56896"/>
                  </a:cubicBezTo>
                  <a:cubicBezTo>
                    <a:pt x="5159598" y="57912"/>
                    <a:pt x="5180731" y="59944"/>
                    <a:pt x="5160654" y="61976"/>
                  </a:cubicBezTo>
                  <a:lnTo>
                    <a:pt x="5227223" y="57912"/>
                  </a:lnTo>
                  <a:cubicBezTo>
                    <a:pt x="5246243" y="58928"/>
                    <a:pt x="5242016" y="60960"/>
                    <a:pt x="5221940" y="60960"/>
                  </a:cubicBezTo>
                  <a:lnTo>
                    <a:pt x="5324434" y="60960"/>
                  </a:lnTo>
                  <a:lnTo>
                    <a:pt x="5323378" y="59944"/>
                  </a:lnTo>
                  <a:cubicBezTo>
                    <a:pt x="5338171" y="57912"/>
                    <a:pt x="5370927" y="54864"/>
                    <a:pt x="5386777" y="52832"/>
                  </a:cubicBezTo>
                  <a:cubicBezTo>
                    <a:pt x="5412136" y="54864"/>
                    <a:pt x="5374097" y="54864"/>
                    <a:pt x="5380437" y="56896"/>
                  </a:cubicBezTo>
                  <a:lnTo>
                    <a:pt x="5436439" y="52832"/>
                  </a:lnTo>
                  <a:cubicBezTo>
                    <a:pt x="5459685" y="56896"/>
                    <a:pt x="5413193" y="59944"/>
                    <a:pt x="5374097" y="59944"/>
                  </a:cubicBezTo>
                  <a:cubicBezTo>
                    <a:pt x="5426929" y="74168"/>
                    <a:pt x="5420589" y="55880"/>
                    <a:pt x="5534707" y="65024"/>
                  </a:cubicBezTo>
                  <a:lnTo>
                    <a:pt x="5480818" y="66040"/>
                  </a:lnTo>
                  <a:cubicBezTo>
                    <a:pt x="5515687" y="74168"/>
                    <a:pt x="5556896" y="71120"/>
                    <a:pt x="5617125" y="76200"/>
                  </a:cubicBezTo>
                  <a:cubicBezTo>
                    <a:pt x="5602332" y="74168"/>
                    <a:pt x="5496668" y="64008"/>
                    <a:pt x="5557953" y="60960"/>
                  </a:cubicBezTo>
                  <a:cubicBezTo>
                    <a:pt x="5574859" y="61976"/>
                    <a:pt x="5598106" y="61976"/>
                    <a:pt x="5630862" y="59944"/>
                  </a:cubicBezTo>
                  <a:cubicBezTo>
                    <a:pt x="5630862" y="64008"/>
                    <a:pt x="5662561" y="62992"/>
                    <a:pt x="5703770" y="62992"/>
                  </a:cubicBezTo>
                  <a:lnTo>
                    <a:pt x="5700600" y="70104"/>
                  </a:lnTo>
                  <a:cubicBezTo>
                    <a:pt x="5743923" y="68072"/>
                    <a:pt x="5740753" y="65024"/>
                    <a:pt x="5766112" y="61976"/>
                  </a:cubicBezTo>
                  <a:cubicBezTo>
                    <a:pt x="5814718" y="61976"/>
                    <a:pt x="5825284" y="67056"/>
                    <a:pt x="5835851" y="72136"/>
                  </a:cubicBezTo>
                  <a:cubicBezTo>
                    <a:pt x="5914042" y="73152"/>
                    <a:pt x="5783018" y="64008"/>
                    <a:pt x="5874947" y="62992"/>
                  </a:cubicBezTo>
                  <a:cubicBezTo>
                    <a:pt x="5939402" y="65024"/>
                    <a:pt x="5984838" y="62992"/>
                    <a:pt x="6061973" y="58928"/>
                  </a:cubicBezTo>
                  <a:cubicBezTo>
                    <a:pt x="6107408" y="60960"/>
                    <a:pt x="6054576" y="62992"/>
                    <a:pt x="6070426" y="65024"/>
                  </a:cubicBezTo>
                  <a:lnTo>
                    <a:pt x="6110578" y="59944"/>
                  </a:lnTo>
                  <a:cubicBezTo>
                    <a:pt x="6120088" y="59944"/>
                    <a:pt x="6116918" y="60960"/>
                    <a:pt x="6115862" y="61976"/>
                  </a:cubicBezTo>
                  <a:cubicBezTo>
                    <a:pt x="6149674" y="59944"/>
                    <a:pt x="6117975" y="55880"/>
                    <a:pt x="6171864" y="53848"/>
                  </a:cubicBezTo>
                  <a:cubicBezTo>
                    <a:pt x="6185600" y="46736"/>
                    <a:pt x="6280698" y="65024"/>
                    <a:pt x="6346210" y="56896"/>
                  </a:cubicBezTo>
                  <a:cubicBezTo>
                    <a:pt x="6362060" y="58928"/>
                    <a:pt x="6338814" y="60960"/>
                    <a:pt x="6343040" y="62992"/>
                  </a:cubicBezTo>
                  <a:cubicBezTo>
                    <a:pt x="6433912" y="57912"/>
                    <a:pt x="6421232" y="59944"/>
                    <a:pt x="6495197" y="52832"/>
                  </a:cubicBezTo>
                  <a:lnTo>
                    <a:pt x="6557539" y="56896"/>
                  </a:lnTo>
                  <a:cubicBezTo>
                    <a:pt x="6512104" y="51816"/>
                    <a:pt x="6571276" y="45720"/>
                    <a:pt x="6623051" y="41656"/>
                  </a:cubicBezTo>
                  <a:cubicBezTo>
                    <a:pt x="6606145" y="38608"/>
                    <a:pt x="6592409" y="36576"/>
                    <a:pt x="6582899" y="35560"/>
                  </a:cubicBezTo>
                  <a:lnTo>
                    <a:pt x="6665317" y="32512"/>
                  </a:lnTo>
                  <a:cubicBezTo>
                    <a:pt x="6675884" y="33528"/>
                    <a:pt x="6667430" y="35560"/>
                    <a:pt x="6653694" y="38608"/>
                  </a:cubicBezTo>
                  <a:lnTo>
                    <a:pt x="6668487" y="36576"/>
                  </a:lnTo>
                  <a:cubicBezTo>
                    <a:pt x="6698073" y="39624"/>
                    <a:pt x="6683280" y="43688"/>
                    <a:pt x="6662147" y="46736"/>
                  </a:cubicBezTo>
                  <a:lnTo>
                    <a:pt x="6632561" y="42672"/>
                  </a:lnTo>
                  <a:cubicBezTo>
                    <a:pt x="6611428" y="46736"/>
                    <a:pt x="6592409" y="50800"/>
                    <a:pt x="6596635" y="54864"/>
                  </a:cubicBezTo>
                  <a:cubicBezTo>
                    <a:pt x="6601918" y="53848"/>
                    <a:pt x="6612485" y="53848"/>
                    <a:pt x="6624108" y="52832"/>
                  </a:cubicBezTo>
                  <a:cubicBezTo>
                    <a:pt x="6618825" y="53848"/>
                    <a:pt x="6615655" y="54864"/>
                    <a:pt x="6617768" y="55880"/>
                  </a:cubicBezTo>
                  <a:cubicBezTo>
                    <a:pt x="6620938" y="56896"/>
                    <a:pt x="6629391" y="54864"/>
                    <a:pt x="6643128" y="53848"/>
                  </a:cubicBezTo>
                  <a:lnTo>
                    <a:pt x="6661090" y="60960"/>
                  </a:lnTo>
                  <a:lnTo>
                    <a:pt x="6666374" y="57912"/>
                  </a:lnTo>
                  <a:lnTo>
                    <a:pt x="6774152" y="62992"/>
                  </a:lnTo>
                  <a:cubicBezTo>
                    <a:pt x="6852343" y="55880"/>
                    <a:pt x="6918912" y="44704"/>
                    <a:pt x="7042539" y="41656"/>
                  </a:cubicBezTo>
                  <a:cubicBezTo>
                    <a:pt x="7011897" y="47752"/>
                    <a:pt x="7036199" y="50800"/>
                    <a:pt x="7034086" y="56896"/>
                  </a:cubicBezTo>
                  <a:cubicBezTo>
                    <a:pt x="7000274" y="50800"/>
                    <a:pt x="6938988" y="59944"/>
                    <a:pt x="6875589" y="58928"/>
                  </a:cubicBezTo>
                  <a:cubicBezTo>
                    <a:pt x="6908345" y="58928"/>
                    <a:pt x="6900949" y="61976"/>
                    <a:pt x="6892496" y="62992"/>
                  </a:cubicBezTo>
                  <a:lnTo>
                    <a:pt x="7006613" y="57912"/>
                  </a:lnTo>
                  <a:cubicBezTo>
                    <a:pt x="7003443" y="62992"/>
                    <a:pt x="7030916" y="60960"/>
                    <a:pt x="7060502" y="64008"/>
                  </a:cubicBezTo>
                  <a:cubicBezTo>
                    <a:pt x="7037256" y="52832"/>
                    <a:pt x="7145034" y="56896"/>
                    <a:pt x="7191526" y="53848"/>
                  </a:cubicBezTo>
                  <a:cubicBezTo>
                    <a:pt x="7193640" y="56896"/>
                    <a:pt x="7183073" y="60960"/>
                    <a:pt x="7126014" y="59944"/>
                  </a:cubicBezTo>
                  <a:cubicBezTo>
                    <a:pt x="7188356" y="68072"/>
                    <a:pt x="7207376" y="47752"/>
                    <a:pt x="7268661" y="54864"/>
                  </a:cubicBezTo>
                  <a:cubicBezTo>
                    <a:pt x="7253868" y="54864"/>
                    <a:pt x="7246472" y="53848"/>
                    <a:pt x="7241189" y="55880"/>
                  </a:cubicBezTo>
                  <a:cubicBezTo>
                    <a:pt x="7273945" y="52832"/>
                    <a:pt x="7352136" y="55880"/>
                    <a:pt x="7334173" y="58928"/>
                  </a:cubicBezTo>
                  <a:lnTo>
                    <a:pt x="7320437" y="58928"/>
                  </a:lnTo>
                  <a:cubicBezTo>
                    <a:pt x="7411308" y="59944"/>
                    <a:pt x="7598335" y="58928"/>
                    <a:pt x="7612071" y="50800"/>
                  </a:cubicBezTo>
                  <a:cubicBezTo>
                    <a:pt x="7613128" y="51816"/>
                    <a:pt x="7600448" y="60960"/>
                    <a:pt x="7595165" y="62992"/>
                  </a:cubicBezTo>
                  <a:lnTo>
                    <a:pt x="7757888" y="33528"/>
                  </a:lnTo>
                  <a:cubicBezTo>
                    <a:pt x="7744152" y="41656"/>
                    <a:pt x="7799097" y="58928"/>
                    <a:pt x="7723019" y="62992"/>
                  </a:cubicBezTo>
                  <a:cubicBezTo>
                    <a:pt x="7745208" y="64008"/>
                    <a:pt x="7771624" y="66040"/>
                    <a:pt x="7818117" y="62992"/>
                  </a:cubicBezTo>
                  <a:cubicBezTo>
                    <a:pt x="7803324" y="61976"/>
                    <a:pt x="7781134" y="51816"/>
                    <a:pt x="7801211" y="51816"/>
                  </a:cubicBezTo>
                  <a:cubicBezTo>
                    <a:pt x="7857213" y="59944"/>
                    <a:pt x="7840306" y="55880"/>
                    <a:pt x="7908988" y="62992"/>
                  </a:cubicBezTo>
                  <a:cubicBezTo>
                    <a:pt x="7885742" y="61976"/>
                    <a:pt x="7911102" y="49784"/>
                    <a:pt x="7945971" y="50800"/>
                  </a:cubicBezTo>
                  <a:cubicBezTo>
                    <a:pt x="7940688" y="51816"/>
                    <a:pt x="7949141" y="61976"/>
                    <a:pt x="7936461" y="62992"/>
                  </a:cubicBezTo>
                  <a:lnTo>
                    <a:pt x="8024163" y="51816"/>
                  </a:lnTo>
                  <a:cubicBezTo>
                    <a:pt x="8001973" y="53848"/>
                    <a:pt x="8019936" y="61976"/>
                    <a:pt x="8040012" y="65024"/>
                  </a:cubicBezTo>
                  <a:cubicBezTo>
                    <a:pt x="8030502" y="62992"/>
                    <a:pt x="8115034" y="65024"/>
                    <a:pt x="8138280" y="64008"/>
                  </a:cubicBezTo>
                  <a:lnTo>
                    <a:pt x="8101298" y="61976"/>
                  </a:lnTo>
                  <a:cubicBezTo>
                    <a:pt x="8200622" y="64008"/>
                    <a:pt x="8199566" y="45720"/>
                    <a:pt x="8297834" y="46736"/>
                  </a:cubicBezTo>
                  <a:cubicBezTo>
                    <a:pt x="8286211" y="48768"/>
                    <a:pt x="8268248" y="60960"/>
                    <a:pt x="8317910" y="62992"/>
                  </a:cubicBezTo>
                  <a:cubicBezTo>
                    <a:pt x="8341156" y="56896"/>
                    <a:pt x="8419348" y="34544"/>
                    <a:pt x="8505993" y="29464"/>
                  </a:cubicBezTo>
                  <a:lnTo>
                    <a:pt x="8522899" y="33528"/>
                  </a:lnTo>
                  <a:lnTo>
                    <a:pt x="8589468" y="29464"/>
                  </a:lnTo>
                  <a:cubicBezTo>
                    <a:pt x="8548259" y="38608"/>
                    <a:pt x="8432028" y="56896"/>
                    <a:pt x="8367572" y="64008"/>
                  </a:cubicBezTo>
                  <a:cubicBezTo>
                    <a:pt x="8404555" y="67056"/>
                    <a:pt x="8378139" y="68072"/>
                    <a:pt x="8434141" y="68072"/>
                  </a:cubicBezTo>
                  <a:cubicBezTo>
                    <a:pt x="8453161" y="71120"/>
                    <a:pt x="8403498" y="73152"/>
                    <a:pt x="8387649" y="73152"/>
                  </a:cubicBezTo>
                  <a:lnTo>
                    <a:pt x="8516559" y="75184"/>
                  </a:lnTo>
                  <a:cubicBezTo>
                    <a:pt x="8510219" y="68072"/>
                    <a:pt x="8614827" y="68072"/>
                    <a:pt x="8610601" y="62992"/>
                  </a:cubicBezTo>
                  <a:lnTo>
                    <a:pt x="8470067" y="69088"/>
                  </a:lnTo>
                  <a:cubicBezTo>
                    <a:pt x="8464784" y="62992"/>
                    <a:pt x="8551429" y="49784"/>
                    <a:pt x="8642300" y="51816"/>
                  </a:cubicBezTo>
                  <a:cubicBezTo>
                    <a:pt x="8665546" y="53848"/>
                    <a:pt x="8625394" y="64008"/>
                    <a:pt x="8627507" y="66040"/>
                  </a:cubicBezTo>
                  <a:cubicBezTo>
                    <a:pt x="8639130" y="64008"/>
                    <a:pt x="8714152" y="61976"/>
                    <a:pt x="8722605" y="62992"/>
                  </a:cubicBezTo>
                  <a:lnTo>
                    <a:pt x="8683509" y="67056"/>
                  </a:lnTo>
                  <a:cubicBezTo>
                    <a:pt x="8734228" y="70104"/>
                    <a:pt x="8766984" y="57912"/>
                    <a:pt x="8828270" y="65024"/>
                  </a:cubicBezTo>
                  <a:cubicBezTo>
                    <a:pt x="8849402" y="65024"/>
                    <a:pt x="8890612" y="74168"/>
                    <a:pt x="8894838" y="70104"/>
                  </a:cubicBezTo>
                  <a:cubicBezTo>
                    <a:pt x="8859969" y="61976"/>
                    <a:pt x="8853629" y="37592"/>
                    <a:pt x="8876875" y="31496"/>
                  </a:cubicBezTo>
                  <a:cubicBezTo>
                    <a:pt x="8884272" y="31496"/>
                    <a:pt x="8986766" y="38608"/>
                    <a:pt x="9011069" y="42672"/>
                  </a:cubicBezTo>
                  <a:cubicBezTo>
                    <a:pt x="9045938" y="48768"/>
                    <a:pt x="8959294" y="57912"/>
                    <a:pt x="8988880" y="62992"/>
                  </a:cubicBezTo>
                  <a:cubicBezTo>
                    <a:pt x="8989936" y="60960"/>
                    <a:pt x="9008956" y="58928"/>
                    <a:pt x="9017409" y="57912"/>
                  </a:cubicBezTo>
                  <a:cubicBezTo>
                    <a:pt x="9039599" y="59944"/>
                    <a:pt x="9007899" y="64008"/>
                    <a:pt x="9056505" y="62992"/>
                  </a:cubicBezTo>
                  <a:cubicBezTo>
                    <a:pt x="9063901" y="55880"/>
                    <a:pt x="9154773" y="64008"/>
                    <a:pt x="9078694" y="56896"/>
                  </a:cubicBezTo>
                  <a:cubicBezTo>
                    <a:pt x="9126243" y="55880"/>
                    <a:pt x="9129413" y="58928"/>
                    <a:pt x="9184359" y="58928"/>
                  </a:cubicBezTo>
                  <a:cubicBezTo>
                    <a:pt x="9166396" y="53848"/>
                    <a:pt x="9234021" y="43688"/>
                    <a:pt x="9281570" y="41656"/>
                  </a:cubicBezTo>
                  <a:cubicBezTo>
                    <a:pt x="9278400" y="42672"/>
                    <a:pt x="9288967" y="45720"/>
                    <a:pt x="9294250" y="46736"/>
                  </a:cubicBezTo>
                  <a:cubicBezTo>
                    <a:pt x="9391461" y="47752"/>
                    <a:pt x="9443237" y="50800"/>
                    <a:pt x="9533052" y="50800"/>
                  </a:cubicBezTo>
                  <a:cubicBezTo>
                    <a:pt x="9541505" y="52832"/>
                    <a:pt x="9584827" y="54864"/>
                    <a:pt x="9566864" y="57912"/>
                  </a:cubicBezTo>
                  <a:cubicBezTo>
                    <a:pt x="9579544" y="56896"/>
                    <a:pt x="9591167" y="53848"/>
                    <a:pt x="9618640" y="53848"/>
                  </a:cubicBezTo>
                  <a:cubicBezTo>
                    <a:pt x="9672529" y="59944"/>
                    <a:pt x="9557355" y="54864"/>
                    <a:pt x="9598564" y="61976"/>
                  </a:cubicBezTo>
                  <a:cubicBezTo>
                    <a:pt x="9601734" y="57912"/>
                    <a:pt x="9670416" y="56896"/>
                    <a:pt x="9709512" y="53848"/>
                  </a:cubicBezTo>
                  <a:cubicBezTo>
                    <a:pt x="9697888" y="47752"/>
                    <a:pt x="9618640" y="52832"/>
                    <a:pt x="9578488" y="54864"/>
                  </a:cubicBezTo>
                  <a:cubicBezTo>
                    <a:pt x="9578488" y="46736"/>
                    <a:pt x="9647169" y="37592"/>
                    <a:pt x="9741211" y="33528"/>
                  </a:cubicBezTo>
                  <a:cubicBezTo>
                    <a:pt x="9816233" y="31496"/>
                    <a:pt x="9773967" y="39624"/>
                    <a:pt x="9786647" y="38608"/>
                  </a:cubicBezTo>
                  <a:cubicBezTo>
                    <a:pt x="9927180" y="39624"/>
                    <a:pt x="9907104" y="23368"/>
                    <a:pt x="10023335" y="29464"/>
                  </a:cubicBezTo>
                  <a:cubicBezTo>
                    <a:pt x="10069827" y="35560"/>
                    <a:pt x="10025448" y="40640"/>
                    <a:pt x="10036015" y="44704"/>
                  </a:cubicBezTo>
                  <a:cubicBezTo>
                    <a:pt x="9974729" y="46736"/>
                    <a:pt x="9941973" y="40640"/>
                    <a:pt x="9900764" y="40640"/>
                  </a:cubicBezTo>
                  <a:lnTo>
                    <a:pt x="9951483" y="43688"/>
                  </a:lnTo>
                  <a:cubicBezTo>
                    <a:pt x="9932464" y="45720"/>
                    <a:pt x="9891254" y="46736"/>
                    <a:pt x="9869065" y="45720"/>
                  </a:cubicBezTo>
                  <a:cubicBezTo>
                    <a:pt x="9908161" y="50800"/>
                    <a:pt x="10106810" y="46736"/>
                    <a:pt x="10215644" y="51816"/>
                  </a:cubicBezTo>
                  <a:cubicBezTo>
                    <a:pt x="10234664" y="49784"/>
                    <a:pt x="10268477" y="47752"/>
                    <a:pt x="10252627" y="45720"/>
                  </a:cubicBezTo>
                  <a:lnTo>
                    <a:pt x="10217758" y="45720"/>
                  </a:lnTo>
                  <a:cubicBezTo>
                    <a:pt x="10186058" y="41656"/>
                    <a:pt x="10283270" y="39624"/>
                    <a:pt x="10238891" y="37592"/>
                  </a:cubicBezTo>
                  <a:cubicBezTo>
                    <a:pt x="10285383" y="34544"/>
                    <a:pt x="10337159" y="29464"/>
                    <a:pt x="10401614" y="32512"/>
                  </a:cubicBezTo>
                  <a:lnTo>
                    <a:pt x="10414294" y="38608"/>
                  </a:lnTo>
                  <a:cubicBezTo>
                    <a:pt x="10412180" y="36576"/>
                    <a:pt x="10372028" y="35560"/>
                    <a:pt x="10353008" y="36576"/>
                  </a:cubicBezTo>
                  <a:cubicBezTo>
                    <a:pt x="10380481" y="34544"/>
                    <a:pt x="10452333" y="45720"/>
                    <a:pt x="10481919" y="37592"/>
                  </a:cubicBezTo>
                  <a:lnTo>
                    <a:pt x="10436483" y="32512"/>
                  </a:lnTo>
                  <a:cubicBezTo>
                    <a:pt x="10482976" y="29464"/>
                    <a:pt x="10540035" y="23368"/>
                    <a:pt x="10598150" y="25400"/>
                  </a:cubicBezTo>
                  <a:cubicBezTo>
                    <a:pt x="10571734" y="19304"/>
                    <a:pt x="10584414" y="26416"/>
                    <a:pt x="10544261" y="18288"/>
                  </a:cubicBezTo>
                  <a:cubicBezTo>
                    <a:pt x="10579130" y="27432"/>
                    <a:pt x="10396331" y="18288"/>
                    <a:pt x="10453390" y="27432"/>
                  </a:cubicBezTo>
                  <a:cubicBezTo>
                    <a:pt x="10412180" y="19304"/>
                    <a:pt x="10381538" y="24384"/>
                    <a:pt x="10326592" y="16256"/>
                  </a:cubicBezTo>
                  <a:cubicBezTo>
                    <a:pt x="10327649" y="18288"/>
                    <a:pt x="10345612" y="20320"/>
                    <a:pt x="10298063" y="19304"/>
                  </a:cubicBezTo>
                  <a:cubicBezTo>
                    <a:pt x="10294893" y="20320"/>
                    <a:pt x="10290666" y="21336"/>
                    <a:pt x="10286440" y="21336"/>
                  </a:cubicBezTo>
                  <a:lnTo>
                    <a:pt x="10283270" y="21336"/>
                  </a:lnTo>
                  <a:lnTo>
                    <a:pt x="10286440" y="21336"/>
                  </a:lnTo>
                  <a:cubicBezTo>
                    <a:pt x="10284326" y="21336"/>
                    <a:pt x="10284326" y="22352"/>
                    <a:pt x="10287496" y="21336"/>
                  </a:cubicBezTo>
                  <a:cubicBezTo>
                    <a:pt x="10299119" y="22352"/>
                    <a:pt x="10308629" y="23368"/>
                    <a:pt x="10311799" y="24384"/>
                  </a:cubicBezTo>
                  <a:cubicBezTo>
                    <a:pt x="10287496" y="29464"/>
                    <a:pt x="10211418" y="29464"/>
                    <a:pt x="10185002" y="31496"/>
                  </a:cubicBezTo>
                  <a:cubicBezTo>
                    <a:pt x="10156472" y="30480"/>
                    <a:pt x="10197682" y="29464"/>
                    <a:pt x="10181832" y="27432"/>
                  </a:cubicBezTo>
                  <a:lnTo>
                    <a:pt x="10142736" y="30480"/>
                  </a:lnTo>
                  <a:cubicBezTo>
                    <a:pt x="10139566" y="26416"/>
                    <a:pt x="10066658" y="23368"/>
                    <a:pt x="10134283" y="20320"/>
                  </a:cubicBezTo>
                  <a:lnTo>
                    <a:pt x="10074054" y="20320"/>
                  </a:lnTo>
                  <a:cubicBezTo>
                    <a:pt x="10038128" y="17272"/>
                    <a:pt x="9988466" y="16256"/>
                    <a:pt x="9958880" y="18288"/>
                  </a:cubicBezTo>
                  <a:cubicBezTo>
                    <a:pt x="9930350" y="17272"/>
                    <a:pt x="9885971" y="23368"/>
                    <a:pt x="9911331" y="19304"/>
                  </a:cubicBezTo>
                  <a:lnTo>
                    <a:pt x="9816233" y="22352"/>
                  </a:lnTo>
                  <a:lnTo>
                    <a:pt x="9815176" y="21336"/>
                  </a:lnTo>
                  <a:cubicBezTo>
                    <a:pt x="9721135" y="20320"/>
                    <a:pt x="9621810" y="28448"/>
                    <a:pt x="9514032" y="20320"/>
                  </a:cubicBezTo>
                  <a:cubicBezTo>
                    <a:pt x="9482333" y="21336"/>
                    <a:pt x="9450633" y="22352"/>
                    <a:pt x="9396745" y="21336"/>
                  </a:cubicBezTo>
                  <a:lnTo>
                    <a:pt x="9387235" y="17272"/>
                  </a:lnTo>
                  <a:cubicBezTo>
                    <a:pt x="9346026" y="18288"/>
                    <a:pt x="9264664" y="13208"/>
                    <a:pt x="9247758" y="17272"/>
                  </a:cubicBezTo>
                  <a:cubicBezTo>
                    <a:pt x="9203379" y="7112"/>
                    <a:pt x="9050165" y="14224"/>
                    <a:pt x="8979370" y="12192"/>
                  </a:cubicBezTo>
                  <a:lnTo>
                    <a:pt x="8976200" y="17272"/>
                  </a:lnTo>
                  <a:cubicBezTo>
                    <a:pt x="8927594" y="17272"/>
                    <a:pt x="8880045" y="18288"/>
                    <a:pt x="8818760" y="20320"/>
                  </a:cubicBezTo>
                  <a:lnTo>
                    <a:pt x="8822986" y="25400"/>
                  </a:lnTo>
                  <a:cubicBezTo>
                    <a:pt x="8770154" y="28448"/>
                    <a:pt x="8687736" y="21336"/>
                    <a:pt x="8604261" y="22352"/>
                  </a:cubicBezTo>
                  <a:cubicBezTo>
                    <a:pt x="8610601" y="20320"/>
                    <a:pt x="8631734" y="20320"/>
                    <a:pt x="8646527" y="21336"/>
                  </a:cubicBezTo>
                  <a:cubicBezTo>
                    <a:pt x="8547202" y="11176"/>
                    <a:pt x="8436254" y="28448"/>
                    <a:pt x="8346439" y="21336"/>
                  </a:cubicBezTo>
                  <a:cubicBezTo>
                    <a:pt x="8324250" y="22352"/>
                    <a:pt x="8307343" y="22352"/>
                    <a:pt x="8292550" y="21336"/>
                  </a:cubicBezTo>
                  <a:cubicBezTo>
                    <a:pt x="8294664" y="21336"/>
                    <a:pt x="8295720" y="21336"/>
                    <a:pt x="8297834" y="20320"/>
                  </a:cubicBezTo>
                  <a:lnTo>
                    <a:pt x="8288324" y="20320"/>
                  </a:lnTo>
                  <a:lnTo>
                    <a:pt x="8257681" y="18288"/>
                  </a:lnTo>
                  <a:cubicBezTo>
                    <a:pt x="8266134" y="19304"/>
                    <a:pt x="8275644" y="20320"/>
                    <a:pt x="8283041" y="20320"/>
                  </a:cubicBezTo>
                  <a:cubicBezTo>
                    <a:pt x="8266134" y="20320"/>
                    <a:pt x="8239718" y="21336"/>
                    <a:pt x="8214359" y="22352"/>
                  </a:cubicBezTo>
                  <a:lnTo>
                    <a:pt x="8202736" y="17272"/>
                  </a:lnTo>
                  <a:lnTo>
                    <a:pt x="8197452" y="17272"/>
                  </a:lnTo>
                  <a:cubicBezTo>
                    <a:pt x="8172093" y="15240"/>
                    <a:pt x="8177376" y="19304"/>
                    <a:pt x="8190056" y="23368"/>
                  </a:cubicBezTo>
                  <a:cubicBezTo>
                    <a:pt x="8177376" y="24384"/>
                    <a:pt x="8165753" y="25400"/>
                    <a:pt x="8156243" y="26416"/>
                  </a:cubicBezTo>
                  <a:cubicBezTo>
                    <a:pt x="8136167" y="18288"/>
                    <a:pt x="8088618" y="29464"/>
                    <a:pt x="8061145" y="20320"/>
                  </a:cubicBezTo>
                  <a:cubicBezTo>
                    <a:pt x="8043182" y="24384"/>
                    <a:pt x="7931178" y="23368"/>
                    <a:pt x="7917441" y="32512"/>
                  </a:cubicBezTo>
                  <a:cubicBezTo>
                    <a:pt x="7916385" y="30480"/>
                    <a:pt x="7908988" y="30480"/>
                    <a:pt x="7922725" y="30480"/>
                  </a:cubicBezTo>
                  <a:cubicBezTo>
                    <a:pt x="7894195" y="29464"/>
                    <a:pt x="7865666" y="28448"/>
                    <a:pt x="7840306" y="30480"/>
                  </a:cubicBezTo>
                  <a:lnTo>
                    <a:pt x="7827627" y="24384"/>
                  </a:lnTo>
                  <a:lnTo>
                    <a:pt x="7765285" y="32512"/>
                  </a:lnTo>
                  <a:cubicBezTo>
                    <a:pt x="7727245" y="28448"/>
                    <a:pt x="7711396" y="26416"/>
                    <a:pt x="7749435" y="21336"/>
                  </a:cubicBezTo>
                  <a:cubicBezTo>
                    <a:pt x="7657507" y="28448"/>
                    <a:pt x="7674413" y="24384"/>
                    <a:pt x="7597278" y="31496"/>
                  </a:cubicBezTo>
                  <a:lnTo>
                    <a:pt x="7601505" y="27432"/>
                  </a:lnTo>
                  <a:cubicBezTo>
                    <a:pt x="7572975" y="27432"/>
                    <a:pt x="7528596" y="32512"/>
                    <a:pt x="7511690" y="29464"/>
                  </a:cubicBezTo>
                  <a:cubicBezTo>
                    <a:pt x="7450404" y="21336"/>
                    <a:pt x="7205263" y="27432"/>
                    <a:pt x="7045709" y="20320"/>
                  </a:cubicBezTo>
                  <a:cubicBezTo>
                    <a:pt x="7076352" y="32512"/>
                    <a:pt x="6971744" y="14224"/>
                    <a:pt x="6965404" y="24384"/>
                  </a:cubicBezTo>
                  <a:cubicBezTo>
                    <a:pt x="6955894" y="21336"/>
                    <a:pt x="6933705" y="19304"/>
                    <a:pt x="6959064" y="17272"/>
                  </a:cubicBezTo>
                  <a:cubicBezTo>
                    <a:pt x="6877703" y="19304"/>
                    <a:pt x="6837550" y="12192"/>
                    <a:pt x="6781548" y="20320"/>
                  </a:cubicBezTo>
                  <a:cubicBezTo>
                    <a:pt x="6772038" y="17272"/>
                    <a:pt x="6798454" y="16256"/>
                    <a:pt x="6790001" y="14224"/>
                  </a:cubicBezTo>
                  <a:cubicBezTo>
                    <a:pt x="6783661" y="14224"/>
                    <a:pt x="6764642" y="16256"/>
                    <a:pt x="6756189" y="15240"/>
                  </a:cubicBezTo>
                  <a:cubicBezTo>
                    <a:pt x="6747735" y="13208"/>
                    <a:pt x="6767812" y="12192"/>
                    <a:pt x="6780491" y="11176"/>
                  </a:cubicBezTo>
                  <a:cubicBezTo>
                    <a:pt x="6698073" y="11176"/>
                    <a:pt x="6689620" y="20320"/>
                    <a:pt x="6683280" y="28448"/>
                  </a:cubicBezTo>
                  <a:cubicBezTo>
                    <a:pt x="6641014" y="24384"/>
                    <a:pt x="6619881" y="25400"/>
                    <a:pt x="6589239" y="30480"/>
                  </a:cubicBezTo>
                  <a:cubicBezTo>
                    <a:pt x="6575502" y="27432"/>
                    <a:pt x="6550143" y="24384"/>
                    <a:pt x="6601918" y="24384"/>
                  </a:cubicBezTo>
                  <a:cubicBezTo>
                    <a:pt x="6573389" y="23368"/>
                    <a:pt x="6424402" y="19304"/>
                    <a:pt x="6422289" y="26416"/>
                  </a:cubicBezTo>
                  <a:cubicBezTo>
                    <a:pt x="6412779" y="24384"/>
                    <a:pt x="6381080" y="25400"/>
                    <a:pt x="6373683" y="26416"/>
                  </a:cubicBezTo>
                  <a:cubicBezTo>
                    <a:pt x="6308171" y="25400"/>
                    <a:pt x="6302888" y="25400"/>
                    <a:pt x="6238432" y="25400"/>
                  </a:cubicBezTo>
                  <a:lnTo>
                    <a:pt x="6256395" y="26416"/>
                  </a:lnTo>
                  <a:cubicBezTo>
                    <a:pt x="6231036" y="34544"/>
                    <a:pt x="6203563" y="28448"/>
                    <a:pt x="6151788" y="29464"/>
                  </a:cubicBezTo>
                  <a:lnTo>
                    <a:pt x="6152844" y="28448"/>
                  </a:lnTo>
                  <a:cubicBezTo>
                    <a:pt x="6034500" y="22352"/>
                    <a:pt x="6102125" y="31496"/>
                    <a:pt x="5985894" y="24384"/>
                  </a:cubicBezTo>
                  <a:lnTo>
                    <a:pt x="5992234" y="29464"/>
                  </a:lnTo>
                  <a:cubicBezTo>
                    <a:pt x="5980611" y="39624"/>
                    <a:pt x="5888683" y="22352"/>
                    <a:pt x="5821058" y="26416"/>
                  </a:cubicBezTo>
                  <a:lnTo>
                    <a:pt x="5845360" y="29464"/>
                  </a:lnTo>
                  <a:cubicBezTo>
                    <a:pt x="5808378" y="33528"/>
                    <a:pt x="5741809" y="15240"/>
                    <a:pt x="5704827" y="13208"/>
                  </a:cubicBezTo>
                  <a:cubicBezTo>
                    <a:pt x="5696374" y="12192"/>
                    <a:pt x="5717506" y="12192"/>
                    <a:pt x="5729130" y="11176"/>
                  </a:cubicBezTo>
                  <a:cubicBezTo>
                    <a:pt x="5631918" y="6096"/>
                    <a:pt x="5716450" y="17272"/>
                    <a:pt x="5643541" y="19304"/>
                  </a:cubicBezTo>
                  <a:cubicBezTo>
                    <a:pt x="5629805" y="15240"/>
                    <a:pt x="5660448" y="10160"/>
                    <a:pt x="5611842" y="9144"/>
                  </a:cubicBezTo>
                  <a:cubicBezTo>
                    <a:pt x="5587539" y="7112"/>
                    <a:pt x="5470252" y="20320"/>
                    <a:pt x="5403683" y="13208"/>
                  </a:cubicBezTo>
                  <a:cubicBezTo>
                    <a:pt x="5418476" y="16256"/>
                    <a:pt x="5433269" y="19304"/>
                    <a:pt x="5399456" y="21336"/>
                  </a:cubicBezTo>
                  <a:cubicBezTo>
                    <a:pt x="5347681" y="21336"/>
                    <a:pt x="5259979" y="10160"/>
                    <a:pt x="5213487" y="19304"/>
                  </a:cubicBezTo>
                  <a:cubicBezTo>
                    <a:pt x="5207147" y="18288"/>
                    <a:pt x="5203977" y="17272"/>
                    <a:pt x="5203977" y="16256"/>
                  </a:cubicBezTo>
                  <a:cubicBezTo>
                    <a:pt x="5164881" y="19304"/>
                    <a:pt x="5076123" y="20320"/>
                    <a:pt x="5051820" y="24384"/>
                  </a:cubicBezTo>
                  <a:cubicBezTo>
                    <a:pt x="5015894" y="8128"/>
                    <a:pt x="4806678" y="32512"/>
                    <a:pt x="4807735" y="16256"/>
                  </a:cubicBezTo>
                  <a:lnTo>
                    <a:pt x="4686221" y="16256"/>
                  </a:lnTo>
                  <a:lnTo>
                    <a:pt x="4689391" y="15240"/>
                  </a:lnTo>
                  <a:cubicBezTo>
                    <a:pt x="4612256" y="14224"/>
                    <a:pt x="4584783" y="18288"/>
                    <a:pt x="4557310" y="22352"/>
                  </a:cubicBezTo>
                  <a:cubicBezTo>
                    <a:pt x="4539347" y="20320"/>
                    <a:pt x="4553084" y="19304"/>
                    <a:pt x="4554140" y="18288"/>
                  </a:cubicBezTo>
                  <a:cubicBezTo>
                    <a:pt x="4441079" y="15240"/>
                    <a:pt x="4429456" y="15240"/>
                    <a:pt x="4334358" y="23368"/>
                  </a:cubicBezTo>
                  <a:lnTo>
                    <a:pt x="4324848" y="18288"/>
                  </a:lnTo>
                  <a:cubicBezTo>
                    <a:pt x="4298432" y="21336"/>
                    <a:pt x="4161068" y="10160"/>
                    <a:pt x="4050121" y="15240"/>
                  </a:cubicBezTo>
                  <a:cubicBezTo>
                    <a:pt x="4051177" y="15240"/>
                    <a:pt x="4053290" y="14224"/>
                    <a:pt x="4061744" y="13208"/>
                  </a:cubicBezTo>
                  <a:cubicBezTo>
                    <a:pt x="3937060" y="19304"/>
                    <a:pt x="3762713" y="0"/>
                    <a:pt x="3717277" y="17272"/>
                  </a:cubicBezTo>
                  <a:lnTo>
                    <a:pt x="3633802" y="21336"/>
                  </a:lnTo>
                  <a:cubicBezTo>
                    <a:pt x="3740524" y="23368"/>
                    <a:pt x="3617953" y="29464"/>
                    <a:pt x="3662332" y="32512"/>
                  </a:cubicBezTo>
                  <a:cubicBezTo>
                    <a:pt x="3620066" y="33528"/>
                    <a:pt x="3553497" y="27432"/>
                    <a:pt x="3605273" y="26416"/>
                  </a:cubicBezTo>
                  <a:lnTo>
                    <a:pt x="3613726" y="27432"/>
                  </a:lnTo>
                  <a:cubicBezTo>
                    <a:pt x="3632746" y="17272"/>
                    <a:pt x="3480589" y="23368"/>
                    <a:pt x="3483759" y="16256"/>
                  </a:cubicBezTo>
                  <a:cubicBezTo>
                    <a:pt x="3273486" y="17272"/>
                    <a:pt x="3068497" y="11176"/>
                    <a:pt x="2871961" y="10160"/>
                  </a:cubicBezTo>
                  <a:lnTo>
                    <a:pt x="2895207" y="18288"/>
                  </a:lnTo>
                  <a:lnTo>
                    <a:pt x="2826526" y="17272"/>
                  </a:lnTo>
                  <a:cubicBezTo>
                    <a:pt x="2808563" y="15240"/>
                    <a:pt x="2802223" y="11176"/>
                    <a:pt x="2850828" y="12192"/>
                  </a:cubicBezTo>
                  <a:cubicBezTo>
                    <a:pt x="2825469" y="8128"/>
                    <a:pt x="2768410" y="15240"/>
                    <a:pt x="2767353" y="17272"/>
                  </a:cubicBezTo>
                  <a:cubicBezTo>
                    <a:pt x="2671199" y="14224"/>
                    <a:pt x="2805393" y="9144"/>
                    <a:pt x="2775807" y="9144"/>
                  </a:cubicBezTo>
                  <a:lnTo>
                    <a:pt x="2735654" y="9144"/>
                  </a:lnTo>
                  <a:lnTo>
                    <a:pt x="2744107" y="9144"/>
                  </a:lnTo>
                  <a:cubicBezTo>
                    <a:pt x="2712408" y="12192"/>
                    <a:pt x="2709238" y="15240"/>
                    <a:pt x="2650066" y="15240"/>
                  </a:cubicBezTo>
                  <a:cubicBezTo>
                    <a:pt x="2613083" y="13208"/>
                    <a:pt x="2631046" y="10160"/>
                    <a:pt x="2616253" y="10160"/>
                  </a:cubicBezTo>
                  <a:cubicBezTo>
                    <a:pt x="2617310" y="10160"/>
                    <a:pt x="2612027" y="9144"/>
                    <a:pt x="2594064" y="10160"/>
                  </a:cubicBezTo>
                  <a:lnTo>
                    <a:pt x="2507419" y="9144"/>
                  </a:lnTo>
                  <a:lnTo>
                    <a:pt x="2542288" y="15240"/>
                  </a:lnTo>
                  <a:cubicBezTo>
                    <a:pt x="2504249" y="18288"/>
                    <a:pt x="2460926" y="15240"/>
                    <a:pt x="2501079" y="21336"/>
                  </a:cubicBezTo>
                  <a:cubicBezTo>
                    <a:pt x="2441907" y="11176"/>
                    <a:pt x="2178802" y="17272"/>
                    <a:pt x="2142876" y="14224"/>
                  </a:cubicBezTo>
                  <a:cubicBezTo>
                    <a:pt x="2088987" y="18288"/>
                    <a:pt x="2036155" y="18288"/>
                    <a:pt x="1969586" y="17272"/>
                  </a:cubicBezTo>
                  <a:cubicBezTo>
                    <a:pt x="1986493" y="19304"/>
                    <a:pt x="1996003" y="25400"/>
                    <a:pt x="1940000" y="24384"/>
                  </a:cubicBezTo>
                  <a:cubicBezTo>
                    <a:pt x="1960077" y="11176"/>
                    <a:pt x="1835392" y="18288"/>
                    <a:pt x="1789957" y="9144"/>
                  </a:cubicBezTo>
                  <a:cubicBezTo>
                    <a:pt x="1831166" y="15240"/>
                    <a:pt x="1629347" y="10160"/>
                    <a:pt x="1693802" y="19304"/>
                  </a:cubicBezTo>
                  <a:cubicBezTo>
                    <a:pt x="1646253" y="18288"/>
                    <a:pt x="1690632" y="14224"/>
                    <a:pt x="1654706" y="11176"/>
                  </a:cubicBezTo>
                  <a:cubicBezTo>
                    <a:pt x="1542702" y="16256"/>
                    <a:pt x="1406395" y="8128"/>
                    <a:pt x="1267974" y="9144"/>
                  </a:cubicBezTo>
                  <a:cubicBezTo>
                    <a:pt x="1265861" y="11176"/>
                    <a:pt x="1289107" y="13208"/>
                    <a:pt x="1259521" y="16256"/>
                  </a:cubicBezTo>
                  <a:lnTo>
                    <a:pt x="1185556" y="8128"/>
                  </a:lnTo>
                  <a:cubicBezTo>
                    <a:pt x="1158083" y="9144"/>
                    <a:pt x="1160196" y="17272"/>
                    <a:pt x="1110534" y="11176"/>
                  </a:cubicBezTo>
                  <a:cubicBezTo>
                    <a:pt x="1117930" y="13208"/>
                    <a:pt x="1128497" y="15240"/>
                    <a:pt x="1109477" y="15240"/>
                  </a:cubicBezTo>
                  <a:cubicBezTo>
                    <a:pt x="836863" y="7112"/>
                    <a:pt x="553682" y="22352"/>
                    <a:pt x="276841" y="7112"/>
                  </a:cubicBezTo>
                  <a:cubicBezTo>
                    <a:pt x="313824" y="9144"/>
                    <a:pt x="289521" y="10160"/>
                    <a:pt x="260991" y="10160"/>
                  </a:cubicBezTo>
                  <a:cubicBezTo>
                    <a:pt x="278954" y="11176"/>
                    <a:pt x="259935" y="14224"/>
                    <a:pt x="264161" y="17272"/>
                  </a:cubicBezTo>
                  <a:lnTo>
                    <a:pt x="147930" y="10160"/>
                  </a:lnTo>
                  <a:cubicBezTo>
                    <a:pt x="126797" y="17272"/>
                    <a:pt x="24303" y="10160"/>
                    <a:pt x="11623" y="17272"/>
                  </a:cubicBezTo>
                  <a:lnTo>
                    <a:pt x="48606" y="15240"/>
                  </a:lnTo>
                  <a:cubicBezTo>
                    <a:pt x="0" y="23368"/>
                    <a:pt x="117288" y="32512"/>
                    <a:pt x="109891" y="42672"/>
                  </a:cubicBezTo>
                  <a:cubicBezTo>
                    <a:pt x="164837" y="33528"/>
                    <a:pt x="253595" y="55880"/>
                    <a:pt x="343410" y="43688"/>
                  </a:cubicBezTo>
                  <a:cubicBezTo>
                    <a:pt x="363486" y="45720"/>
                    <a:pt x="326503" y="46736"/>
                    <a:pt x="337070" y="48768"/>
                  </a:cubicBezTo>
                  <a:cubicBezTo>
                    <a:pt x="359259" y="44704"/>
                    <a:pt x="386732" y="43688"/>
                    <a:pt x="437451" y="45720"/>
                  </a:cubicBezTo>
                  <a:lnTo>
                    <a:pt x="432168" y="46736"/>
                  </a:lnTo>
                  <a:cubicBezTo>
                    <a:pt x="574815" y="45720"/>
                    <a:pt x="636100" y="49784"/>
                    <a:pt x="796710" y="52832"/>
                  </a:cubicBezTo>
                  <a:lnTo>
                    <a:pt x="784031" y="47752"/>
                  </a:lnTo>
                  <a:cubicBezTo>
                    <a:pt x="818900" y="48768"/>
                    <a:pt x="826296" y="49784"/>
                    <a:pt x="842146" y="50800"/>
                  </a:cubicBezTo>
                  <a:cubicBezTo>
                    <a:pt x="882299" y="43688"/>
                    <a:pt x="745991" y="50800"/>
                    <a:pt x="781917" y="42672"/>
                  </a:cubicBezTo>
                  <a:cubicBezTo>
                    <a:pt x="827353" y="52832"/>
                    <a:pt x="1024946" y="42672"/>
                    <a:pt x="1055588" y="53848"/>
                  </a:cubicBezTo>
                  <a:cubicBezTo>
                    <a:pt x="1108421" y="54864"/>
                    <a:pt x="1039739" y="48768"/>
                    <a:pt x="1092571" y="48768"/>
                  </a:cubicBezTo>
                  <a:lnTo>
                    <a:pt x="1107364" y="51816"/>
                  </a:lnTo>
                  <a:lnTo>
                    <a:pt x="1120044" y="47752"/>
                  </a:lnTo>
                  <a:cubicBezTo>
                    <a:pt x="1154913" y="48768"/>
                    <a:pt x="1172876" y="52832"/>
                    <a:pt x="1173933" y="54864"/>
                  </a:cubicBezTo>
                  <a:cubicBezTo>
                    <a:pt x="1165480" y="54864"/>
                    <a:pt x="1149630" y="55880"/>
                    <a:pt x="1141177" y="55880"/>
                  </a:cubicBezTo>
                  <a:cubicBezTo>
                    <a:pt x="1185556" y="59944"/>
                    <a:pt x="1267974" y="54864"/>
                    <a:pt x="1283824" y="55880"/>
                  </a:cubicBezTo>
                  <a:lnTo>
                    <a:pt x="1232048" y="53848"/>
                  </a:lnTo>
                  <a:cubicBezTo>
                    <a:pt x="1376809" y="50800"/>
                    <a:pt x="1553268" y="55880"/>
                    <a:pt x="1693802" y="49784"/>
                  </a:cubicBezTo>
                  <a:lnTo>
                    <a:pt x="1683236" y="46736"/>
                  </a:lnTo>
                  <a:cubicBezTo>
                    <a:pt x="1789957" y="42672"/>
                    <a:pt x="1768824" y="49784"/>
                    <a:pt x="1885055" y="47752"/>
                  </a:cubicBezTo>
                  <a:lnTo>
                    <a:pt x="1880828" y="48768"/>
                  </a:lnTo>
                  <a:cubicBezTo>
                    <a:pt x="1905131" y="45720"/>
                    <a:pt x="1935774" y="44704"/>
                    <a:pt x="1968530" y="45720"/>
                  </a:cubicBezTo>
                  <a:cubicBezTo>
                    <a:pt x="1938944" y="47752"/>
                    <a:pt x="2023475" y="50800"/>
                    <a:pt x="1985436" y="53848"/>
                  </a:cubicBezTo>
                  <a:cubicBezTo>
                    <a:pt x="2100610" y="48768"/>
                    <a:pt x="2042495" y="49784"/>
                    <a:pt x="2118573" y="41656"/>
                  </a:cubicBezTo>
                  <a:lnTo>
                    <a:pt x="2136536" y="45720"/>
                  </a:lnTo>
                  <a:cubicBezTo>
                    <a:pt x="2161896" y="41656"/>
                    <a:pt x="2164009" y="40640"/>
                    <a:pt x="2223181" y="39624"/>
                  </a:cubicBezTo>
                  <a:cubicBezTo>
                    <a:pt x="2174576" y="42672"/>
                    <a:pt x="2260164" y="44704"/>
                    <a:pt x="2206275" y="49784"/>
                  </a:cubicBezTo>
                  <a:cubicBezTo>
                    <a:pt x="2329902" y="57912"/>
                    <a:pt x="2389074" y="41656"/>
                    <a:pt x="2445077" y="53848"/>
                  </a:cubicBezTo>
                  <a:cubicBezTo>
                    <a:pt x="2502136" y="42672"/>
                    <a:pt x="2339412" y="47752"/>
                    <a:pt x="2371112" y="45720"/>
                  </a:cubicBezTo>
                  <a:cubicBezTo>
                    <a:pt x="2344695" y="41656"/>
                    <a:pt x="2417604" y="37592"/>
                    <a:pt x="2455643" y="38608"/>
                  </a:cubicBezTo>
                  <a:cubicBezTo>
                    <a:pt x="2494739" y="38608"/>
                    <a:pt x="2522212" y="51816"/>
                    <a:pt x="2621536" y="51816"/>
                  </a:cubicBezTo>
                  <a:cubicBezTo>
                    <a:pt x="2610970" y="51816"/>
                    <a:pt x="2610970" y="52832"/>
                    <a:pt x="2600404" y="52832"/>
                  </a:cubicBezTo>
                  <a:cubicBezTo>
                    <a:pt x="2637386" y="55880"/>
                    <a:pt x="2673312" y="48768"/>
                    <a:pt x="2718748" y="53848"/>
                  </a:cubicBezTo>
                  <a:cubicBezTo>
                    <a:pt x="2744107" y="47752"/>
                    <a:pt x="2776863" y="53848"/>
                    <a:pt x="2784260" y="45720"/>
                  </a:cubicBezTo>
                  <a:lnTo>
                    <a:pt x="2694445" y="47752"/>
                  </a:lnTo>
                  <a:cubicBezTo>
                    <a:pt x="2745164" y="45720"/>
                    <a:pt x="2793770" y="36576"/>
                    <a:pt x="2878301" y="40640"/>
                  </a:cubicBezTo>
                  <a:cubicBezTo>
                    <a:pt x="2871961" y="42672"/>
                    <a:pt x="2846602" y="44704"/>
                    <a:pt x="2828639" y="45720"/>
                  </a:cubicBezTo>
                  <a:cubicBezTo>
                    <a:pt x="2853998" y="48768"/>
                    <a:pt x="2876188" y="44704"/>
                    <a:pt x="2902604" y="46736"/>
                  </a:cubicBezTo>
                  <a:cubicBezTo>
                    <a:pt x="2895207" y="54864"/>
                    <a:pt x="2792713" y="48768"/>
                    <a:pt x="2737767" y="54864"/>
                  </a:cubicBezTo>
                  <a:cubicBezTo>
                    <a:pt x="2764183" y="57912"/>
                    <a:pt x="2841319" y="48768"/>
                    <a:pt x="2813846" y="57912"/>
                  </a:cubicBezTo>
                  <a:cubicBezTo>
                    <a:pt x="2852942" y="46736"/>
                    <a:pt x="2911057" y="58928"/>
                    <a:pt x="2977626" y="50800"/>
                  </a:cubicBezTo>
                  <a:lnTo>
                    <a:pt x="2973399" y="55880"/>
                  </a:lnTo>
                  <a:cubicBezTo>
                    <a:pt x="2983966" y="54864"/>
                    <a:pt x="3006155" y="52832"/>
                    <a:pt x="3025175" y="52832"/>
                  </a:cubicBezTo>
                  <a:lnTo>
                    <a:pt x="2990306" y="58928"/>
                  </a:lnTo>
                  <a:cubicBezTo>
                    <a:pt x="3044194" y="53848"/>
                    <a:pt x="3093857" y="64008"/>
                    <a:pt x="3145632" y="60960"/>
                  </a:cubicBezTo>
                  <a:cubicBezTo>
                    <a:pt x="3037855" y="60960"/>
                    <a:pt x="3121330" y="54864"/>
                    <a:pt x="3075894" y="51816"/>
                  </a:cubicBezTo>
                  <a:cubicBezTo>
                    <a:pt x="3210088" y="45720"/>
                    <a:pt x="3153029" y="65024"/>
                    <a:pt x="3303072" y="62992"/>
                  </a:cubicBezTo>
                  <a:cubicBezTo>
                    <a:pt x="3282996" y="62992"/>
                    <a:pt x="3226994" y="58928"/>
                    <a:pt x="3258693" y="56896"/>
                  </a:cubicBezTo>
                  <a:cubicBezTo>
                    <a:pt x="3287223" y="57912"/>
                    <a:pt x="3324205" y="59944"/>
                    <a:pt x="3342168" y="62992"/>
                  </a:cubicBezTo>
                  <a:cubicBezTo>
                    <a:pt x="3441493" y="61976"/>
                    <a:pt x="3327375" y="57912"/>
                    <a:pt x="3369641" y="54864"/>
                  </a:cubicBezTo>
                  <a:cubicBezTo>
                    <a:pt x="3403454" y="60960"/>
                    <a:pt x="3418247" y="52832"/>
                    <a:pt x="3461569" y="50800"/>
                  </a:cubicBezTo>
                  <a:lnTo>
                    <a:pt x="3461569" y="55880"/>
                  </a:lnTo>
                  <a:cubicBezTo>
                    <a:pt x="3575687" y="58928"/>
                    <a:pt x="3492212" y="45720"/>
                    <a:pt x="3593650" y="49784"/>
                  </a:cubicBezTo>
                  <a:lnTo>
                    <a:pt x="3551384" y="55880"/>
                  </a:lnTo>
                  <a:lnTo>
                    <a:pt x="3604216" y="54864"/>
                  </a:lnTo>
                  <a:lnTo>
                    <a:pt x="3592593" y="59944"/>
                  </a:lnTo>
                  <a:cubicBezTo>
                    <a:pt x="3650709" y="55880"/>
                    <a:pt x="3668672" y="56896"/>
                    <a:pt x="3725730" y="58928"/>
                  </a:cubicBezTo>
                  <a:cubicBezTo>
                    <a:pt x="3711994" y="54864"/>
                    <a:pt x="3733127" y="49784"/>
                    <a:pt x="3782789" y="49784"/>
                  </a:cubicBezTo>
                  <a:cubicBezTo>
                    <a:pt x="3817659" y="52832"/>
                    <a:pt x="3763770" y="54864"/>
                    <a:pt x="3835622" y="53848"/>
                  </a:cubicBezTo>
                  <a:cubicBezTo>
                    <a:pt x="3818715" y="56896"/>
                    <a:pt x="3801809" y="60960"/>
                    <a:pt x="3770110" y="55880"/>
                  </a:cubicBezTo>
                  <a:cubicBezTo>
                    <a:pt x="3766940" y="57912"/>
                    <a:pt x="3754260" y="58928"/>
                    <a:pt x="3751090" y="60960"/>
                  </a:cubicBezTo>
                  <a:cubicBezTo>
                    <a:pt x="3788073" y="64008"/>
                    <a:pt x="3844075" y="61976"/>
                    <a:pt x="3869434" y="61976"/>
                  </a:cubicBezTo>
                  <a:cubicBezTo>
                    <a:pt x="3859924" y="61976"/>
                    <a:pt x="3848301" y="60960"/>
                    <a:pt x="3841961" y="60960"/>
                  </a:cubicBezTo>
                  <a:lnTo>
                    <a:pt x="3945513" y="53848"/>
                  </a:lnTo>
                  <a:cubicBezTo>
                    <a:pt x="3961362" y="55880"/>
                    <a:pt x="3948683" y="56896"/>
                    <a:pt x="3936003" y="58928"/>
                  </a:cubicBezTo>
                  <a:cubicBezTo>
                    <a:pt x="3956079" y="57912"/>
                    <a:pt x="3970872" y="55880"/>
                    <a:pt x="4001515" y="55880"/>
                  </a:cubicBezTo>
                  <a:cubicBezTo>
                    <a:pt x="3994118" y="59944"/>
                    <a:pt x="3995175" y="64008"/>
                    <a:pt x="3951853" y="66040"/>
                  </a:cubicBezTo>
                  <a:lnTo>
                    <a:pt x="4050121" y="60960"/>
                  </a:lnTo>
                  <a:cubicBezTo>
                    <a:pt x="4056460" y="62992"/>
                    <a:pt x="4100839" y="66040"/>
                    <a:pt x="4088160" y="68072"/>
                  </a:cubicBezTo>
                  <a:cubicBezTo>
                    <a:pt x="4142049" y="70104"/>
                    <a:pt x="4221297" y="59944"/>
                    <a:pt x="4294206" y="62992"/>
                  </a:cubicBezTo>
                  <a:cubicBezTo>
                    <a:pt x="4297375" y="62992"/>
                    <a:pt x="4304772" y="61976"/>
                    <a:pt x="4320622" y="60960"/>
                  </a:cubicBezTo>
                  <a:cubicBezTo>
                    <a:pt x="4388247" y="62992"/>
                    <a:pt x="4448476" y="68072"/>
                    <a:pt x="4528781" y="61976"/>
                  </a:cubicBezTo>
                  <a:lnTo>
                    <a:pt x="4574216" y="69088"/>
                  </a:lnTo>
                  <a:cubicBezTo>
                    <a:pt x="4637615" y="68072"/>
                    <a:pt x="4512931" y="59944"/>
                    <a:pt x="4617539" y="57912"/>
                  </a:cubicBezTo>
                  <a:cubicBezTo>
                    <a:pt x="4691504" y="55880"/>
                    <a:pt x="4645012" y="64008"/>
                    <a:pt x="4671428" y="66040"/>
                  </a:cubicBezTo>
                  <a:cubicBezTo>
                    <a:pt x="4708410" y="62992"/>
                    <a:pt x="4772866" y="54864"/>
                    <a:pt x="4840491" y="60960"/>
                  </a:cubicBezTo>
                  <a:cubicBezTo>
                    <a:pt x="4818301" y="62992"/>
                    <a:pt x="4800339" y="60960"/>
                    <a:pt x="4779206" y="619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Bzsz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SsAAH0FAAA4KwAAhAUAAAAAAAAmAAAACAAAAP//////////"/>
                </a:ext>
              </a:extLst>
            </p:cNvSpPr>
            <p:nvPr/>
          </p:nvSpPr>
          <p:spPr>
            <a:xfrm>
              <a:off x="7013575" y="892175"/>
              <a:ext cx="12065" cy="4445"/>
            </a:xfrm>
            <a:custGeom>
              <a:avLst/>
              <a:gdLst/>
              <a:ahLst/>
              <a:cxnLst/>
              <a:rect l="0" t="0" r="12065" b="4445"/>
              <a:pathLst>
                <a:path w="12065" h="4445">
                  <a:moveTo>
                    <a:pt x="12065" y="4445"/>
                  </a:moveTo>
                  <a:cubicBezTo>
                    <a:pt x="8043" y="2963"/>
                    <a:pt x="7037" y="1481"/>
                    <a:pt x="6032" y="0"/>
                  </a:cubicBezTo>
                  <a:cubicBezTo>
                    <a:pt x="1005" y="1481"/>
                    <a:pt x="0" y="2963"/>
                    <a:pt x="12065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C5Jh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B0AAIsFAAAIHQAAjgUAAAAAAAAmAAAACAAAAP//////////"/>
                </a:ext>
              </a:extLst>
            </p:cNvSpPr>
            <p:nvPr/>
          </p:nvSpPr>
          <p:spPr>
            <a:xfrm>
              <a:off x="4714240" y="901065"/>
              <a:ext cx="5080" cy="1905"/>
            </a:xfrm>
            <a:custGeom>
              <a:avLst/>
              <a:gdLst/>
              <a:ahLst/>
              <a:cxnLst/>
              <a:rect l="0" t="0" r="5080" b="1905"/>
              <a:pathLst>
                <a:path w="5080" h="1905">
                  <a:moveTo>
                    <a:pt x="5080" y="1905"/>
                  </a:moveTo>
                  <a:lnTo>
                    <a:pt x="3048" y="0"/>
                  </a:lnTo>
                  <a:cubicBezTo>
                    <a:pt x="1016" y="1905"/>
                    <a:pt x="1016" y="1905"/>
                    <a:pt x="0" y="1905"/>
                  </a:cubicBezTo>
                  <a:lnTo>
                    <a:pt x="508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rMA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TkAAIsFAAAROgAAkAUAAAAAAAAmAAAACAAAAP//////////"/>
                </a:ext>
              </a:extLst>
            </p:cNvSpPr>
            <p:nvPr/>
          </p:nvSpPr>
          <p:spPr>
            <a:xfrm>
              <a:off x="9411335" y="901065"/>
              <a:ext cx="27940" cy="3175"/>
            </a:xfrm>
            <a:custGeom>
              <a:avLst/>
              <a:gdLst/>
              <a:ahLst/>
              <a:cxnLst/>
              <a:rect l="0" t="0" r="27940" b="3175"/>
              <a:pathLst>
                <a:path w="27940" h="3175">
                  <a:moveTo>
                    <a:pt x="27940" y="3175"/>
                  </a:moveTo>
                  <a:cubicBezTo>
                    <a:pt x="13453" y="2116"/>
                    <a:pt x="6209" y="1058"/>
                    <a:pt x="1035" y="0"/>
                  </a:cubicBezTo>
                  <a:cubicBezTo>
                    <a:pt x="0" y="1058"/>
                    <a:pt x="6209" y="2116"/>
                    <a:pt x="27940" y="3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TIzy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t0IAAEQFAAD8QgAASAUAAAAAAAAmAAAACAAAAP//////////"/>
                </a:ext>
              </a:extLst>
            </p:cNvSpPr>
            <p:nvPr/>
          </p:nvSpPr>
          <p:spPr>
            <a:xfrm>
              <a:off x="10845165" y="855980"/>
              <a:ext cx="43815" cy="2540"/>
            </a:xfrm>
            <a:custGeom>
              <a:avLst/>
              <a:gdLst/>
              <a:ahLst/>
              <a:cxnLst/>
              <a:rect l="0" t="0" r="43815" b="2540"/>
              <a:pathLst>
                <a:path w="43815" h="2540">
                  <a:moveTo>
                    <a:pt x="43815" y="0"/>
                  </a:moveTo>
                  <a:lnTo>
                    <a:pt x="0" y="847"/>
                  </a:lnTo>
                  <a:cubicBezTo>
                    <a:pt x="20864" y="847"/>
                    <a:pt x="28166" y="1693"/>
                    <a:pt x="39642" y="2540"/>
                  </a:cubicBezTo>
                  <a:cubicBezTo>
                    <a:pt x="38598" y="1693"/>
                    <a:pt x="30253" y="0"/>
                    <a:pt x="438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GP6m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UUAAHAFAAB/RQAAdAUAAAAAAAAmAAAACAAAAP//////////"/>
                </a:ext>
              </a:extLst>
            </p:cNvSpPr>
            <p:nvPr/>
          </p:nvSpPr>
          <p:spPr>
            <a:xfrm>
              <a:off x="11247755" y="883920"/>
              <a:ext cx="49530" cy="2540"/>
            </a:xfrm>
            <a:custGeom>
              <a:avLst/>
              <a:gdLst/>
              <a:ahLst/>
              <a:cxnLst/>
              <a:rect l="0" t="0" r="49530" b="2540"/>
              <a:pathLst>
                <a:path w="49530" h="2540">
                  <a:moveTo>
                    <a:pt x="29072" y="2540"/>
                  </a:moveTo>
                  <a:cubicBezTo>
                    <a:pt x="35532" y="1693"/>
                    <a:pt x="43070" y="2540"/>
                    <a:pt x="49530" y="1693"/>
                  </a:cubicBezTo>
                  <a:lnTo>
                    <a:pt x="47377" y="0"/>
                  </a:lnTo>
                  <a:cubicBezTo>
                    <a:pt x="19381" y="0"/>
                    <a:pt x="0" y="1693"/>
                    <a:pt x="29072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RTt2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EMAAFgFAAClQwAAZAUAAAAAAAAmAAAACAAAAP//////////"/>
                </a:ext>
              </a:extLst>
            </p:cNvSpPr>
            <p:nvPr/>
          </p:nvSpPr>
          <p:spPr>
            <a:xfrm>
              <a:off x="10929620" y="868680"/>
              <a:ext cx="66675" cy="7620"/>
            </a:xfrm>
            <a:custGeom>
              <a:avLst/>
              <a:gdLst/>
              <a:ahLst/>
              <a:cxnLst/>
              <a:rect l="0" t="0" r="66675" b="7620"/>
              <a:pathLst>
                <a:path w="66675" h="7620">
                  <a:moveTo>
                    <a:pt x="0" y="3266"/>
                  </a:moveTo>
                  <a:cubicBezTo>
                    <a:pt x="3175" y="7620"/>
                    <a:pt x="31750" y="6531"/>
                    <a:pt x="63500" y="5443"/>
                  </a:cubicBezTo>
                  <a:lnTo>
                    <a:pt x="57150" y="5443"/>
                  </a:lnTo>
                  <a:cubicBezTo>
                    <a:pt x="66675" y="0"/>
                    <a:pt x="32808" y="1089"/>
                    <a:pt x="0" y="32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8aAK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0MAAF0FAADcQwAAXwUAAAAAAAAmAAAACAAAAP//////////"/>
                </a:ext>
              </a:extLst>
            </p:cNvSpPr>
            <p:nvPr/>
          </p:nvSpPr>
          <p:spPr>
            <a:xfrm>
              <a:off x="11000105" y="871855"/>
              <a:ext cx="31115" cy="1270"/>
            </a:xfrm>
            <a:custGeom>
              <a:avLst/>
              <a:gdLst/>
              <a:ahLst/>
              <a:cxnLst/>
              <a:rect l="0" t="0" r="31115" b="1270"/>
              <a:pathLst>
                <a:path w="31115" h="1270">
                  <a:moveTo>
                    <a:pt x="0" y="1270"/>
                  </a:moveTo>
                  <a:cubicBezTo>
                    <a:pt x="10037" y="1270"/>
                    <a:pt x="19070" y="1270"/>
                    <a:pt x="28103" y="1270"/>
                  </a:cubicBezTo>
                  <a:cubicBezTo>
                    <a:pt x="31115" y="0"/>
                    <a:pt x="17063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TPB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UAAAD0FAAB1QQAATwUAAAAAAAAmAAAACAAAAP//////////"/>
                </a:ext>
              </a:extLst>
            </p:cNvSpPr>
            <p:nvPr/>
          </p:nvSpPr>
          <p:spPr>
            <a:xfrm>
              <a:off x="10526395" y="851535"/>
              <a:ext cx="114300" cy="11430"/>
            </a:xfrm>
            <a:custGeom>
              <a:avLst/>
              <a:gdLst/>
              <a:ahLst/>
              <a:cxnLst/>
              <a:rect l="0" t="0" r="114300" b="11430"/>
              <a:pathLst>
                <a:path w="114300" h="11430">
                  <a:moveTo>
                    <a:pt x="80744" y="8573"/>
                  </a:moveTo>
                  <a:cubicBezTo>
                    <a:pt x="95425" y="9525"/>
                    <a:pt x="90182" y="3810"/>
                    <a:pt x="98571" y="5715"/>
                  </a:cubicBezTo>
                  <a:cubicBezTo>
                    <a:pt x="114300" y="0"/>
                    <a:pt x="0" y="11430"/>
                    <a:pt x="80744" y="8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kEi9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kMAAGsFAABlQwAAdAUAAAAAAAAmAAAACAAAAP//////////"/>
                </a:ext>
              </a:extLst>
            </p:cNvSpPr>
            <p:nvPr/>
          </p:nvSpPr>
          <p:spPr>
            <a:xfrm>
              <a:off x="10925810" y="880745"/>
              <a:ext cx="29845" cy="5715"/>
            </a:xfrm>
            <a:custGeom>
              <a:avLst/>
              <a:gdLst/>
              <a:ahLst/>
              <a:cxnLst/>
              <a:rect l="0" t="0" r="29845" b="5715"/>
              <a:pathLst>
                <a:path w="29845" h="5715">
                  <a:moveTo>
                    <a:pt x="29845" y="5715"/>
                  </a:moveTo>
                  <a:lnTo>
                    <a:pt x="17685" y="0"/>
                  </a:lnTo>
                  <a:lnTo>
                    <a:pt x="0" y="4572"/>
                  </a:lnTo>
                  <a:lnTo>
                    <a:pt x="29845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A+5B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EEAAGkFAABCQgAAbQUAAAAAAAAmAAAACAAAAP//////////"/>
                </a:ext>
              </a:extLst>
            </p:cNvSpPr>
            <p:nvPr/>
          </p:nvSpPr>
          <p:spPr>
            <a:xfrm>
              <a:off x="10706100" y="879475"/>
              <a:ext cx="64770" cy="2540"/>
            </a:xfrm>
            <a:custGeom>
              <a:avLst/>
              <a:gdLst/>
              <a:ahLst/>
              <a:cxnLst/>
              <a:rect l="0" t="0" r="64770" b="2540"/>
              <a:pathLst>
                <a:path w="64770" h="2540">
                  <a:moveTo>
                    <a:pt x="1062" y="1693"/>
                  </a:moveTo>
                  <a:lnTo>
                    <a:pt x="52028" y="2540"/>
                  </a:lnTo>
                  <a:cubicBezTo>
                    <a:pt x="50967" y="1693"/>
                    <a:pt x="57337" y="1693"/>
                    <a:pt x="64770" y="1693"/>
                  </a:cubicBezTo>
                  <a:cubicBezTo>
                    <a:pt x="33978" y="847"/>
                    <a:pt x="0" y="0"/>
                    <a:pt x="1062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rHcD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kIAAGsFAACCQgAAbQUAAAAAAAAmAAAACAAAAP//////////"/>
                </a:ext>
              </a:extLst>
            </p:cNvSpPr>
            <p:nvPr/>
          </p:nvSpPr>
          <p:spPr>
            <a:xfrm>
              <a:off x="10770870" y="880745"/>
              <a:ext cx="40640" cy="1270"/>
            </a:xfrm>
            <a:custGeom>
              <a:avLst/>
              <a:gdLst/>
              <a:ahLst/>
              <a:cxnLst/>
              <a:rect l="0" t="0" r="40640" b="1270"/>
              <a:pathLst>
                <a:path w="40640" h="1270">
                  <a:moveTo>
                    <a:pt x="0" y="1270"/>
                  </a:moveTo>
                  <a:cubicBezTo>
                    <a:pt x="16042" y="1270"/>
                    <a:pt x="32084" y="1270"/>
                    <a:pt x="40640" y="0"/>
                  </a:cubicBezTo>
                  <a:cubicBezTo>
                    <a:pt x="32084" y="0"/>
                    <a:pt x="12834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ZkTB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UIAAHQFAAD5QgAAdAUAAAAAAAAmAAAACAAAAP//////////"/>
                </a:ext>
              </a:extLst>
            </p:cNvSpPr>
            <p:nvPr/>
          </p:nvSpPr>
          <p:spPr>
            <a:xfrm>
              <a:off x="10836275" y="886460"/>
              <a:ext cx="50800" cy="0"/>
            </a:xfrm>
            <a:custGeom>
              <a:avLst/>
              <a:gdLst/>
              <a:ahLst/>
              <a:cxnLst/>
              <a:rect l="0" t="0" r="50800" b="0"/>
              <a:pathLst>
                <a:path w="50800">
                  <a:moveTo>
                    <a:pt x="50800" y="0"/>
                  </a:moveTo>
                  <a:lnTo>
                    <a:pt x="35668" y="0"/>
                  </a:lnTo>
                  <a:lnTo>
                    <a:pt x="0" y="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nq3P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4AAGkFAACfPgAAcAUAAAAAAAAmAAAACAAAAP//////////"/>
                </a:ext>
              </a:extLst>
            </p:cNvSpPr>
            <p:nvPr/>
          </p:nvSpPr>
          <p:spPr>
            <a:xfrm>
              <a:off x="10111105" y="879475"/>
              <a:ext cx="68580" cy="4445"/>
            </a:xfrm>
            <a:custGeom>
              <a:avLst/>
              <a:gdLst/>
              <a:ahLst/>
              <a:cxnLst/>
              <a:rect l="0" t="0" r="68580" b="4445"/>
              <a:pathLst>
                <a:path w="68580" h="4445">
                  <a:moveTo>
                    <a:pt x="60139" y="0"/>
                  </a:moveTo>
                  <a:lnTo>
                    <a:pt x="5275" y="1111"/>
                  </a:lnTo>
                  <a:cubicBezTo>
                    <a:pt x="0" y="3333"/>
                    <a:pt x="14771" y="4445"/>
                    <a:pt x="34818" y="4445"/>
                  </a:cubicBezTo>
                  <a:cubicBezTo>
                    <a:pt x="47478" y="2222"/>
                    <a:pt x="68580" y="2222"/>
                    <a:pt x="601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5jjv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D8AAHkFAACWPwAAhAUAAAAAAAAmAAAACAAAAP//////////"/>
                </a:ext>
              </a:extLst>
            </p:cNvSpPr>
            <p:nvPr/>
          </p:nvSpPr>
          <p:spPr>
            <a:xfrm>
              <a:off x="10309860" y="889635"/>
              <a:ext cx="26670" cy="6985"/>
            </a:xfrm>
            <a:custGeom>
              <a:avLst/>
              <a:gdLst/>
              <a:ahLst/>
              <a:cxnLst/>
              <a:rect l="0" t="0" r="26670" b="6985"/>
              <a:pathLst>
                <a:path w="26670" h="6985">
                  <a:moveTo>
                    <a:pt x="26670" y="3991"/>
                  </a:moveTo>
                  <a:cubicBezTo>
                    <a:pt x="11735" y="2993"/>
                    <a:pt x="10668" y="1995"/>
                    <a:pt x="2134" y="0"/>
                  </a:cubicBezTo>
                  <a:lnTo>
                    <a:pt x="0" y="6985"/>
                  </a:lnTo>
                  <a:lnTo>
                    <a:pt x="26670" y="39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zwIN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T4AAIQFAADqPgAAiQUAAAAAAAAmAAAACAAAAP//////////"/>
                </a:ext>
              </a:extLst>
            </p:cNvSpPr>
            <p:nvPr/>
          </p:nvSpPr>
          <p:spPr>
            <a:xfrm>
              <a:off x="10097135" y="896620"/>
              <a:ext cx="130175" cy="3175"/>
            </a:xfrm>
            <a:custGeom>
              <a:avLst/>
              <a:gdLst/>
              <a:ahLst/>
              <a:cxnLst/>
              <a:rect l="0" t="0" r="130175" b="3175"/>
              <a:pathLst>
                <a:path w="130175" h="3175">
                  <a:moveTo>
                    <a:pt x="79375" y="0"/>
                  </a:moveTo>
                  <a:cubicBezTo>
                    <a:pt x="74083" y="793"/>
                    <a:pt x="0" y="3175"/>
                    <a:pt x="69850" y="3175"/>
                  </a:cubicBezTo>
                  <a:cubicBezTo>
                    <a:pt x="75141" y="1587"/>
                    <a:pt x="130175" y="793"/>
                    <a:pt x="79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hOY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DkAAGQFAACfOQAAdAUAAAAAAAAmAAAACAAAAP//////////"/>
                </a:ext>
              </a:extLst>
            </p:cNvSpPr>
            <p:nvPr/>
          </p:nvSpPr>
          <p:spPr>
            <a:xfrm>
              <a:off x="9354820" y="876300"/>
              <a:ext cx="12065" cy="10160"/>
            </a:xfrm>
            <a:custGeom>
              <a:avLst/>
              <a:gdLst/>
              <a:ahLst/>
              <a:cxnLst/>
              <a:rect l="0" t="0" r="12065" b="10160"/>
              <a:pathLst>
                <a:path w="12065" h="10160">
                  <a:moveTo>
                    <a:pt x="0" y="10160"/>
                  </a:moveTo>
                  <a:lnTo>
                    <a:pt x="12065" y="10160"/>
                  </a:lnTo>
                  <a:lnTo>
                    <a:pt x="11136" y="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4W5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+zQAAI4FAACkNQAAngUAAAAAAAAmAAAACAAAAP//////////"/>
                </a:ext>
              </a:extLst>
            </p:cNvSpPr>
            <p:nvPr/>
          </p:nvSpPr>
          <p:spPr>
            <a:xfrm>
              <a:off x="8612505" y="902970"/>
              <a:ext cx="107315" cy="10160"/>
            </a:xfrm>
            <a:custGeom>
              <a:avLst/>
              <a:gdLst/>
              <a:ahLst/>
              <a:cxnLst/>
              <a:rect l="0" t="0" r="107315" b="10160"/>
              <a:pathLst>
                <a:path w="107315" h="10160">
                  <a:moveTo>
                    <a:pt x="17000" y="8128"/>
                  </a:moveTo>
                  <a:cubicBezTo>
                    <a:pt x="82876" y="10160"/>
                    <a:pt x="32938" y="1016"/>
                    <a:pt x="91377" y="4064"/>
                  </a:cubicBezTo>
                  <a:cubicBezTo>
                    <a:pt x="107315" y="2032"/>
                    <a:pt x="43563" y="2032"/>
                    <a:pt x="59501" y="0"/>
                  </a:cubicBezTo>
                  <a:cubicBezTo>
                    <a:pt x="20187" y="2032"/>
                    <a:pt x="0" y="1016"/>
                    <a:pt x="17000" y="8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s44x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TUAAIkFAAB4NQAAjgUAAAAAAAAmAAAACAAAAP//////////"/>
                </a:ext>
              </a:extLst>
            </p:cNvSpPr>
            <p:nvPr/>
          </p:nvSpPr>
          <p:spPr>
            <a:xfrm>
              <a:off x="8672195" y="899795"/>
              <a:ext cx="19685" cy="3175"/>
            </a:xfrm>
            <a:custGeom>
              <a:avLst/>
              <a:gdLst/>
              <a:ahLst/>
              <a:cxnLst/>
              <a:rect l="0" t="0" r="19685" b="3175"/>
              <a:pathLst>
                <a:path w="19685" h="3175">
                  <a:moveTo>
                    <a:pt x="0" y="3175"/>
                  </a:moveTo>
                  <a:lnTo>
                    <a:pt x="19685" y="0"/>
                  </a:lnTo>
                  <a:cubicBezTo>
                    <a:pt x="8288" y="1587"/>
                    <a:pt x="3108" y="1587"/>
                    <a:pt x="0" y="3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buV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wIAAC0FAAAJAwAANAUAAAAAAAAmAAAACAAAAP//////////"/>
                </a:ext>
              </a:extLst>
            </p:cNvSpPr>
            <p:nvPr/>
          </p:nvSpPr>
          <p:spPr>
            <a:xfrm>
              <a:off x="451485" y="841375"/>
              <a:ext cx="41910" cy="4445"/>
            </a:xfrm>
            <a:custGeom>
              <a:avLst/>
              <a:gdLst/>
              <a:ahLst/>
              <a:cxnLst/>
              <a:rect l="0" t="0" r="41910" b="4445"/>
              <a:pathLst>
                <a:path w="41910" h="4445">
                  <a:moveTo>
                    <a:pt x="41910" y="2222"/>
                  </a:moveTo>
                  <a:lnTo>
                    <a:pt x="0" y="0"/>
                  </a:lnTo>
                  <a:lnTo>
                    <a:pt x="26865" y="4445"/>
                  </a:lnTo>
                  <a:lnTo>
                    <a:pt x="41910" y="2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4zcS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IAADEFAACKAgAAOgUAAAAAAAAmAAAACAAAAP//////////"/>
                </a:ext>
              </a:extLst>
            </p:cNvSpPr>
            <p:nvPr/>
          </p:nvSpPr>
          <p:spPr>
            <a:xfrm>
              <a:off x="379095" y="843915"/>
              <a:ext cx="33655" cy="5715"/>
            </a:xfrm>
            <a:custGeom>
              <a:avLst/>
              <a:gdLst/>
              <a:ahLst/>
              <a:cxnLst/>
              <a:rect l="0" t="0" r="33655" b="5715"/>
              <a:pathLst>
                <a:path w="33655" h="5715">
                  <a:moveTo>
                    <a:pt x="33655" y="5715"/>
                  </a:moveTo>
                  <a:lnTo>
                    <a:pt x="24189" y="0"/>
                  </a:lnTo>
                  <a:lnTo>
                    <a:pt x="0" y="4762"/>
                  </a:lnTo>
                  <a:cubicBezTo>
                    <a:pt x="8413" y="4762"/>
                    <a:pt x="27344" y="4762"/>
                    <a:pt x="33655" y="57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NgCpT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iUAAJcFAACEJQAAngUAAAAAAAAmAAAACAAAAP//////////"/>
                </a:ext>
              </a:extLst>
            </p:cNvSpPr>
            <p:nvPr/>
          </p:nvSpPr>
          <p:spPr>
            <a:xfrm>
              <a:off x="6061710" y="908685"/>
              <a:ext cx="36830" cy="4445"/>
            </a:xfrm>
            <a:custGeom>
              <a:avLst/>
              <a:gdLst/>
              <a:ahLst/>
              <a:cxnLst/>
              <a:rect l="0" t="0" r="36830" b="4445"/>
              <a:pathLst>
                <a:path w="36830" h="4445">
                  <a:moveTo>
                    <a:pt x="33580" y="4445"/>
                  </a:moveTo>
                  <a:lnTo>
                    <a:pt x="36830" y="2222"/>
                  </a:lnTo>
                  <a:cubicBezTo>
                    <a:pt x="30331" y="1111"/>
                    <a:pt x="19498" y="1111"/>
                    <a:pt x="0" y="0"/>
                  </a:cubicBezTo>
                  <a:lnTo>
                    <a:pt x="3358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xAS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yEAAIkFAAATIgAAkgUAAAAAAAAmAAAACAAAAP//////////"/>
                </a:ext>
              </a:extLst>
            </p:cNvSpPr>
            <p:nvPr/>
          </p:nvSpPr>
          <p:spPr>
            <a:xfrm>
              <a:off x="5521325" y="899795"/>
              <a:ext cx="17780" cy="5715"/>
            </a:xfrm>
            <a:custGeom>
              <a:avLst/>
              <a:gdLst/>
              <a:ahLst/>
              <a:cxnLst/>
              <a:rect l="0" t="0" r="17780" b="5715"/>
              <a:pathLst>
                <a:path w="17780" h="5715">
                  <a:moveTo>
                    <a:pt x="8367" y="5715"/>
                  </a:moveTo>
                  <a:lnTo>
                    <a:pt x="17780" y="5715"/>
                  </a:lnTo>
                  <a:lnTo>
                    <a:pt x="0" y="0"/>
                  </a:lnTo>
                  <a:lnTo>
                    <a:pt x="8367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doJJ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x8AAJIFAAB9HwAAngUAAAAAAAAmAAAACAAAAP//////////"/>
                </a:ext>
              </a:extLst>
            </p:cNvSpPr>
            <p:nvPr/>
          </p:nvSpPr>
          <p:spPr>
            <a:xfrm>
              <a:off x="5051425" y="905510"/>
              <a:ext cx="67310" cy="7620"/>
            </a:xfrm>
            <a:custGeom>
              <a:avLst/>
              <a:gdLst/>
              <a:ahLst/>
              <a:cxnLst/>
              <a:rect l="0" t="0" r="67310" b="7620"/>
              <a:pathLst>
                <a:path w="67310" h="7620">
                  <a:moveTo>
                    <a:pt x="5342" y="6668"/>
                  </a:moveTo>
                  <a:cubicBezTo>
                    <a:pt x="24573" y="7620"/>
                    <a:pt x="48079" y="5715"/>
                    <a:pt x="67310" y="6668"/>
                  </a:cubicBezTo>
                  <a:cubicBezTo>
                    <a:pt x="24573" y="7620"/>
                    <a:pt x="0" y="0"/>
                    <a:pt x="5342" y="66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yWJJ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GAAAAAAAAA"/>
              </a:ext>
            </a:extLst>
          </p:cNvSpPr>
          <p:nvPr>
            <p:ph type="title"/>
          </p:nvPr>
        </p:nvSpPr>
        <p:spPr>
          <a:xfrm>
            <a:off x="607695" y="76200"/>
            <a:ext cx="11049000" cy="715645"/>
          </a:xfrm>
        </p:spPr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zDg/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6CYAABAAAAAmAAAACAAAAAGAAAAAAAAA"/>
              </a:ext>
            </a:extLst>
          </p:cNvSpPr>
          <p:nvPr>
            <p:ph idx="1"/>
          </p:nvPr>
        </p:nvSpPr>
        <p:spPr>
          <a:xfrm>
            <a:off x="607695" y="1020445"/>
            <a:ext cx="11049000" cy="5304155"/>
          </a:xfrm>
        </p:spPr>
        <p:txBody>
          <a:bodyPr/>
          <a:lstStyle>
            <a:lvl1pPr>
              <a:lnSpc>
                <a:spcPct val="100000"/>
              </a:lnSpc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548640"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 marL="777240"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 marL="1005840"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 marL="1234440"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463040">
              <a:defRPr lang="ko-kr" cap="none" baseline="0"/>
            </a:lvl6pPr>
            <a:lvl7pPr marL="1691640">
              <a:defRPr lang="ko-kr" cap="none" baseline="0"/>
            </a:lvl7pPr>
            <a:lvl8pPr marL="1920240">
              <a:defRPr lang="ko-kr" cap="none" baseline="0"/>
            </a:lvl8pPr>
            <a:lvl9pPr marL="2148840">
              <a:defRPr lang="ko-kr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79" name="슬라이드 번호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UAAAI0nAAC2RwAAQCkAABAAAAAmAAAACAAAAAGAAAAAAAAA"/>
              </a:ext>
            </a:extLst>
          </p:cNvSpPr>
          <p:nvPr>
            <p:ph type="sldNum" sz="quarter" idx="12"/>
          </p:nvPr>
        </p:nvSpPr>
        <p:spPr>
          <a:xfrm>
            <a:off x="10513695" y="6429375"/>
            <a:ext cx="1143635" cy="276225"/>
          </a:xfrm>
        </p:spPr>
        <p:txBody>
          <a:bodyPr/>
          <a:lstStyle>
            <a:lvl1pPr>
              <a:defRPr lang="ko-kr" cap="none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315B-15E7-5BC7-A9B6-E3927FF85FB6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CQV4wQfAAAAVAAAAAAAAAAAAAAAAAAAAAAAAAAAAAAAAAAAAAAAAAAAAAAAAAAAAAAAAAAAAAAAAAAAAAAAAAAAAAAAAAAAAAAAAAAAAAAAAAAAAAAAAAAAAAAAAAAAACEAAAAYAAAAFAAAAMAJAAAQHQAA2T4AAHUdAAAQAAAAJgAAAAgAAAD/////AAAAAA=="/>
              </a:ext>
            </a:extLst>
          </p:cNvGrpSpPr>
          <p:nvPr/>
        </p:nvGrpSpPr>
        <p:grpSpPr>
          <a:xfrm>
            <a:off x="1584960" y="4724400"/>
            <a:ext cx="8631555" cy="64135"/>
            <a:chOff x="1584960" y="4724400"/>
            <a:chExt cx="8631555" cy="64135"/>
          </a:xfrm>
        </p:grpSpPr>
        <p:sp>
          <p:nvSpPr>
            <p:cNvPr id="125" name="자유형 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nJ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z0AADkdAADZPgAARR0AAAAAAAAmAAAACAAAAP//////////"/>
                </a:ext>
              </a:extLst>
            </p:cNvSpPr>
            <p:nvPr/>
          </p:nvSpPr>
          <p:spPr>
            <a:xfrm>
              <a:off x="9984105" y="4750435"/>
              <a:ext cx="232410" cy="7620"/>
            </a:xfrm>
            <a:custGeom>
              <a:avLst/>
              <a:gdLst/>
              <a:ahLst/>
              <a:cxnLst/>
              <a:rect l="0" t="0" r="232410" b="7620"/>
              <a:pathLst>
                <a:path w="232410" h="7620">
                  <a:moveTo>
                    <a:pt x="20003" y="4763"/>
                  </a:moveTo>
                  <a:cubicBezTo>
                    <a:pt x="40005" y="4763"/>
                    <a:pt x="56198" y="6668"/>
                    <a:pt x="49530" y="6668"/>
                  </a:cubicBezTo>
                  <a:cubicBezTo>
                    <a:pt x="89535" y="5715"/>
                    <a:pt x="89535" y="7620"/>
                    <a:pt x="95250" y="4763"/>
                  </a:cubicBezTo>
                  <a:cubicBezTo>
                    <a:pt x="120968" y="3810"/>
                    <a:pt x="147638" y="5715"/>
                    <a:pt x="119062" y="6668"/>
                  </a:cubicBezTo>
                  <a:lnTo>
                    <a:pt x="192405" y="5715"/>
                  </a:lnTo>
                  <a:lnTo>
                    <a:pt x="148590" y="4763"/>
                  </a:lnTo>
                  <a:cubicBezTo>
                    <a:pt x="160020" y="1905"/>
                    <a:pt x="219075" y="5715"/>
                    <a:pt x="232410" y="2858"/>
                  </a:cubicBezTo>
                  <a:lnTo>
                    <a:pt x="153353" y="2858"/>
                  </a:lnTo>
                  <a:lnTo>
                    <a:pt x="157163" y="1905"/>
                  </a:lnTo>
                  <a:cubicBezTo>
                    <a:pt x="139065" y="2858"/>
                    <a:pt x="103823" y="1905"/>
                    <a:pt x="91440" y="1905"/>
                  </a:cubicBezTo>
                  <a:cubicBezTo>
                    <a:pt x="93345" y="953"/>
                    <a:pt x="92393" y="953"/>
                    <a:pt x="105728" y="953"/>
                  </a:cubicBezTo>
                  <a:cubicBezTo>
                    <a:pt x="9525" y="0"/>
                    <a:pt x="80010" y="4763"/>
                    <a:pt x="0" y="4763"/>
                  </a:cubicBezTo>
                  <a:cubicBezTo>
                    <a:pt x="4763" y="4763"/>
                    <a:pt x="11430" y="4763"/>
                    <a:pt x="20003" y="47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4" name="자유형 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HUGp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zwAADEdAACAPQAAQh0AAAAAAAAmAAAACAAAAP//////////"/>
                </a:ext>
              </a:extLst>
            </p:cNvSpPr>
            <p:nvPr/>
          </p:nvSpPr>
          <p:spPr>
            <a:xfrm>
              <a:off x="9768205" y="4745355"/>
              <a:ext cx="229235" cy="10795"/>
            </a:xfrm>
            <a:custGeom>
              <a:avLst/>
              <a:gdLst/>
              <a:ahLst/>
              <a:cxnLst/>
              <a:rect l="0" t="0" r="229235" b="10795"/>
              <a:pathLst>
                <a:path w="229235" h="10795">
                  <a:moveTo>
                    <a:pt x="154091" y="3598"/>
                  </a:moveTo>
                  <a:lnTo>
                    <a:pt x="120800" y="6297"/>
                  </a:lnTo>
                  <a:lnTo>
                    <a:pt x="64680" y="5397"/>
                  </a:lnTo>
                  <a:cubicBezTo>
                    <a:pt x="63729" y="6297"/>
                    <a:pt x="22828" y="7196"/>
                    <a:pt x="50412" y="8096"/>
                  </a:cubicBezTo>
                  <a:cubicBezTo>
                    <a:pt x="56119" y="8096"/>
                    <a:pt x="66582" y="7196"/>
                    <a:pt x="75143" y="8096"/>
                  </a:cubicBezTo>
                  <a:cubicBezTo>
                    <a:pt x="69436" y="9895"/>
                    <a:pt x="0" y="8096"/>
                    <a:pt x="17121" y="9895"/>
                  </a:cubicBezTo>
                  <a:cubicBezTo>
                    <a:pt x="61826" y="9895"/>
                    <a:pt x="68485" y="10795"/>
                    <a:pt x="96069" y="8995"/>
                  </a:cubicBezTo>
                  <a:cubicBezTo>
                    <a:pt x="136970" y="9895"/>
                    <a:pt x="166456" y="9895"/>
                    <a:pt x="185480" y="10795"/>
                  </a:cubicBezTo>
                  <a:cubicBezTo>
                    <a:pt x="197845" y="10795"/>
                    <a:pt x="198797" y="9895"/>
                    <a:pt x="214967" y="9895"/>
                  </a:cubicBezTo>
                  <a:lnTo>
                    <a:pt x="204504" y="9895"/>
                  </a:lnTo>
                  <a:lnTo>
                    <a:pt x="202601" y="6297"/>
                  </a:lnTo>
                  <a:cubicBezTo>
                    <a:pt x="189285" y="7196"/>
                    <a:pt x="177871" y="6297"/>
                    <a:pt x="163603" y="6297"/>
                  </a:cubicBezTo>
                  <a:lnTo>
                    <a:pt x="229235" y="3598"/>
                  </a:lnTo>
                  <a:cubicBezTo>
                    <a:pt x="208308" y="899"/>
                    <a:pt x="143628" y="1799"/>
                    <a:pt x="116995" y="0"/>
                  </a:cubicBezTo>
                  <a:cubicBezTo>
                    <a:pt x="149335" y="3598"/>
                    <a:pt x="91313" y="1799"/>
                    <a:pt x="154091" y="3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3" name="자유형 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4RZE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aj0AAEAdAABrPQAAQB0AAAAAAAAmAAAACAAAAP//////////"/>
                </a:ext>
              </a:extLst>
            </p:cNvSpPr>
            <p:nvPr/>
          </p:nvSpPr>
          <p:spPr>
            <a:xfrm>
              <a:off x="9983470" y="4754880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0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2" name="자유형 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JYks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B4AAEodAAD0HwAAVB0AAAAAAAAmAAAACAAAAP//////////"/>
                </a:ext>
              </a:extLst>
            </p:cNvSpPr>
            <p:nvPr/>
          </p:nvSpPr>
          <p:spPr>
            <a:xfrm>
              <a:off x="4983480" y="4761230"/>
              <a:ext cx="210820" cy="6350"/>
            </a:xfrm>
            <a:custGeom>
              <a:avLst/>
              <a:gdLst/>
              <a:ahLst/>
              <a:cxnLst/>
              <a:rect l="0" t="0" r="210820" b="6350"/>
              <a:pathLst>
                <a:path w="210820" h="6350">
                  <a:moveTo>
                    <a:pt x="73122" y="4536"/>
                  </a:moveTo>
                  <a:cubicBezTo>
                    <a:pt x="58878" y="4536"/>
                    <a:pt x="55079" y="4536"/>
                    <a:pt x="53180" y="5443"/>
                  </a:cubicBezTo>
                  <a:lnTo>
                    <a:pt x="210820" y="5443"/>
                  </a:lnTo>
                  <a:cubicBezTo>
                    <a:pt x="205122" y="4536"/>
                    <a:pt x="160489" y="3629"/>
                    <a:pt x="189928" y="2721"/>
                  </a:cubicBezTo>
                  <a:cubicBezTo>
                    <a:pt x="176633" y="1814"/>
                    <a:pt x="135798" y="2721"/>
                    <a:pt x="130101" y="3629"/>
                  </a:cubicBezTo>
                  <a:lnTo>
                    <a:pt x="141496" y="2721"/>
                  </a:lnTo>
                  <a:cubicBezTo>
                    <a:pt x="104460" y="4536"/>
                    <a:pt x="79770" y="907"/>
                    <a:pt x="103511" y="0"/>
                  </a:cubicBezTo>
                  <a:lnTo>
                    <a:pt x="100662" y="0"/>
                  </a:lnTo>
                  <a:lnTo>
                    <a:pt x="0" y="6350"/>
                  </a:lnTo>
                  <a:cubicBezTo>
                    <a:pt x="37036" y="6350"/>
                    <a:pt x="28489" y="4536"/>
                    <a:pt x="73122" y="45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1" name="자유형 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elKF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gsAAE0dAABOCwAATx0AAAAAAAAmAAAACAAAAP//////////"/>
                </a:ext>
              </a:extLst>
            </p:cNvSpPr>
            <p:nvPr/>
          </p:nvSpPr>
          <p:spPr>
            <a:xfrm>
              <a:off x="1814830" y="4763135"/>
              <a:ext cx="22860" cy="1270"/>
            </a:xfrm>
            <a:custGeom>
              <a:avLst/>
              <a:gdLst/>
              <a:ahLst/>
              <a:cxnLst/>
              <a:rect l="0" t="0" r="22860" b="1270"/>
              <a:pathLst>
                <a:path w="22860" h="1270">
                  <a:moveTo>
                    <a:pt x="0" y="1270"/>
                  </a:moveTo>
                  <a:cubicBezTo>
                    <a:pt x="20003" y="0"/>
                    <a:pt x="22860" y="0"/>
                    <a:pt x="20003" y="0"/>
                  </a:cubicBezTo>
                  <a:lnTo>
                    <a:pt x="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0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YXYA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R4AAFcdAACDHgAAWh0AAAAAAAAmAAAACAAAAP//////////"/>
                </a:ext>
              </a:extLst>
            </p:cNvSpPr>
            <p:nvPr/>
          </p:nvSpPr>
          <p:spPr>
            <a:xfrm>
              <a:off x="4928235" y="4769485"/>
              <a:ext cx="31750" cy="1905"/>
            </a:xfrm>
            <a:custGeom>
              <a:avLst/>
              <a:gdLst/>
              <a:ahLst/>
              <a:cxnLst/>
              <a:rect l="0" t="0" r="31750" b="1905"/>
              <a:pathLst>
                <a:path w="31750" h="1905">
                  <a:moveTo>
                    <a:pt x="31750" y="0"/>
                  </a:moveTo>
                  <a:lnTo>
                    <a:pt x="0" y="1905"/>
                  </a:lnTo>
                  <a:cubicBezTo>
                    <a:pt x="13470" y="952"/>
                    <a:pt x="24053" y="952"/>
                    <a:pt x="31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9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adDE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R8AACgdAADcHwAAKh0AAAAAAAAmAAAACAAAAP//////////"/>
                </a:ext>
              </a:extLst>
            </p:cNvSpPr>
            <p:nvPr/>
          </p:nvSpPr>
          <p:spPr>
            <a:xfrm>
              <a:off x="5164455" y="4739640"/>
              <a:ext cx="14605" cy="1270"/>
            </a:xfrm>
            <a:custGeom>
              <a:avLst/>
              <a:gdLst/>
              <a:ahLst/>
              <a:cxnLst/>
              <a:rect l="0" t="0" r="14605" b="1270"/>
              <a:pathLst>
                <a:path w="14605" h="1270">
                  <a:moveTo>
                    <a:pt x="14605" y="0"/>
                  </a:moveTo>
                  <a:cubicBezTo>
                    <a:pt x="14605" y="0"/>
                    <a:pt x="14605" y="0"/>
                    <a:pt x="14605" y="0"/>
                  </a:cubicBezTo>
                  <a:lnTo>
                    <a:pt x="0" y="1270"/>
                  </a:lnTo>
                  <a:lnTo>
                    <a:pt x="146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8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dFOe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xoAAGQdAAAbGgAAZB0AAAAAAAAmAAAACAAAAP//////////"/>
                </a:ext>
              </a:extLst>
            </p:cNvSpPr>
            <p:nvPr/>
          </p:nvSpPr>
          <p:spPr>
            <a:xfrm>
              <a:off x="4233545" y="4777740"/>
              <a:ext cx="10160" cy="0"/>
            </a:xfrm>
            <a:custGeom>
              <a:avLst/>
              <a:gdLst/>
              <a:ahLst/>
              <a:cxnLst/>
              <a:rect l="0" t="0" r="10160" b="0"/>
              <a:pathLst>
                <a:path w="10160">
                  <a:moveTo>
                    <a:pt x="10160" y="0"/>
                  </a:moveTo>
                  <a:lnTo>
                    <a:pt x="0" y="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7" name="자유형 1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dYWV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SEAABYdAAB8IgAAIx0AAAAAAAAmAAAACAAAAP//////////"/>
                </a:ext>
              </a:extLst>
            </p:cNvSpPr>
            <p:nvPr/>
          </p:nvSpPr>
          <p:spPr>
            <a:xfrm>
              <a:off x="5441315" y="4728210"/>
              <a:ext cx="164465" cy="8255"/>
            </a:xfrm>
            <a:custGeom>
              <a:avLst/>
              <a:gdLst/>
              <a:ahLst/>
              <a:cxnLst/>
              <a:rect l="0" t="0" r="164465" b="8255"/>
              <a:pathLst>
                <a:path w="164465" h="8255">
                  <a:moveTo>
                    <a:pt x="164465" y="0"/>
                  </a:moveTo>
                  <a:lnTo>
                    <a:pt x="94115" y="1834"/>
                  </a:lnTo>
                  <a:cubicBezTo>
                    <a:pt x="103622" y="1834"/>
                    <a:pt x="70349" y="1834"/>
                    <a:pt x="84609" y="917"/>
                  </a:cubicBezTo>
                  <a:cubicBezTo>
                    <a:pt x="79855" y="917"/>
                    <a:pt x="54187" y="917"/>
                    <a:pt x="60842" y="1834"/>
                  </a:cubicBezTo>
                  <a:lnTo>
                    <a:pt x="75102" y="1834"/>
                  </a:lnTo>
                  <a:cubicBezTo>
                    <a:pt x="38977" y="4586"/>
                    <a:pt x="60842" y="5503"/>
                    <a:pt x="0" y="7337"/>
                  </a:cubicBezTo>
                  <a:cubicBezTo>
                    <a:pt x="38026" y="8255"/>
                    <a:pt x="54187" y="7337"/>
                    <a:pt x="74151" y="6420"/>
                  </a:cubicBezTo>
                  <a:lnTo>
                    <a:pt x="93165" y="5503"/>
                  </a:lnTo>
                  <a:lnTo>
                    <a:pt x="151155" y="1834"/>
                  </a:lnTo>
                  <a:lnTo>
                    <a:pt x="164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6" name="자유형 1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YJ/C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xEAADkdAAAwEQAAOR0AAAAAAAAmAAAACAAAAP//////////"/>
                </a:ext>
              </a:extLst>
            </p:cNvSpPr>
            <p:nvPr/>
          </p:nvSpPr>
          <p:spPr>
            <a:xfrm>
              <a:off x="2793365" y="4750435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0" y="0"/>
                  </a:moveTo>
                  <a:lnTo>
                    <a:pt x="635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5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sG+X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BEAADgdAABNEQAAOR0AAAAAAAAmAAAACAAAAP//////////"/>
                </a:ext>
              </a:extLst>
            </p:cNvSpPr>
            <p:nvPr/>
          </p:nvSpPr>
          <p:spPr>
            <a:xfrm>
              <a:off x="2794000" y="4749800"/>
              <a:ext cx="18415" cy="635"/>
            </a:xfrm>
            <a:custGeom>
              <a:avLst/>
              <a:gdLst/>
              <a:ahLst/>
              <a:cxnLst/>
              <a:rect l="0" t="0" r="18415" b="635"/>
              <a:pathLst>
                <a:path w="18415" h="635">
                  <a:moveTo>
                    <a:pt x="2907" y="0"/>
                  </a:moveTo>
                  <a:lnTo>
                    <a:pt x="0" y="635"/>
                  </a:lnTo>
                  <a:cubicBezTo>
                    <a:pt x="3876" y="0"/>
                    <a:pt x="18415" y="0"/>
                    <a:pt x="2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4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gfj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x4AAFQdAACoHgAAVx0AAAAAAAAmAAAACAAAAP//////////"/>
                </a:ext>
              </a:extLst>
            </p:cNvSpPr>
            <p:nvPr/>
          </p:nvSpPr>
          <p:spPr>
            <a:xfrm>
              <a:off x="4959985" y="4767580"/>
              <a:ext cx="23495" cy="1905"/>
            </a:xfrm>
            <a:custGeom>
              <a:avLst/>
              <a:gdLst/>
              <a:ahLst/>
              <a:cxnLst/>
              <a:rect l="0" t="0" r="23495" b="1905"/>
              <a:pathLst>
                <a:path w="23495" h="1905">
                  <a:moveTo>
                    <a:pt x="12217" y="0"/>
                  </a:moveTo>
                  <a:cubicBezTo>
                    <a:pt x="11277" y="0"/>
                    <a:pt x="6578" y="952"/>
                    <a:pt x="0" y="1905"/>
                  </a:cubicBezTo>
                  <a:lnTo>
                    <a:pt x="23495" y="0"/>
                  </a:lnTo>
                  <a:lnTo>
                    <a:pt x="12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3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P1P6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h4AAEkdAABpHwAATB0AAAAAAAAmAAAACAAAAP//////////"/>
                </a:ext>
              </a:extLst>
            </p:cNvSpPr>
            <p:nvPr/>
          </p:nvSpPr>
          <p:spPr>
            <a:xfrm>
              <a:off x="5025390" y="4760595"/>
              <a:ext cx="80645" cy="1905"/>
            </a:xfrm>
            <a:custGeom>
              <a:avLst/>
              <a:gdLst/>
              <a:ahLst/>
              <a:cxnLst/>
              <a:rect l="0" t="0" r="80645" b="1905"/>
              <a:pathLst>
                <a:path w="80645" h="1905">
                  <a:moveTo>
                    <a:pt x="0" y="1905"/>
                  </a:moveTo>
                  <a:lnTo>
                    <a:pt x="58823" y="952"/>
                  </a:lnTo>
                  <a:lnTo>
                    <a:pt x="80645" y="0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2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Nw0rC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xgAAFMdAABRHgAAcx0AAAAAAAAmAAAACAAAAP//////////"/>
                </a:ext>
              </a:extLst>
            </p:cNvSpPr>
            <p:nvPr/>
          </p:nvSpPr>
          <p:spPr>
            <a:xfrm>
              <a:off x="3979545" y="4766945"/>
              <a:ext cx="948690" cy="20320"/>
            </a:xfrm>
            <a:custGeom>
              <a:avLst/>
              <a:gdLst/>
              <a:ahLst/>
              <a:cxnLst/>
              <a:rect l="0" t="0" r="948690" b="20320"/>
              <a:pathLst>
                <a:path w="948690" h="20320">
                  <a:moveTo>
                    <a:pt x="357188" y="11485"/>
                  </a:moveTo>
                  <a:cubicBezTo>
                    <a:pt x="235267" y="12369"/>
                    <a:pt x="387668" y="8835"/>
                    <a:pt x="331470" y="7951"/>
                  </a:cubicBezTo>
                  <a:cubicBezTo>
                    <a:pt x="297180" y="8835"/>
                    <a:pt x="284798" y="9718"/>
                    <a:pt x="263843" y="10602"/>
                  </a:cubicBezTo>
                  <a:cubicBezTo>
                    <a:pt x="360998" y="8835"/>
                    <a:pt x="250508" y="15019"/>
                    <a:pt x="348615" y="14136"/>
                  </a:cubicBezTo>
                  <a:cubicBezTo>
                    <a:pt x="335280" y="16786"/>
                    <a:pt x="278130" y="16786"/>
                    <a:pt x="244793" y="16786"/>
                  </a:cubicBezTo>
                  <a:cubicBezTo>
                    <a:pt x="207645" y="14136"/>
                    <a:pt x="278130" y="15019"/>
                    <a:pt x="286703" y="12369"/>
                  </a:cubicBezTo>
                  <a:cubicBezTo>
                    <a:pt x="246698" y="12369"/>
                    <a:pt x="254318" y="13252"/>
                    <a:pt x="237173" y="14136"/>
                  </a:cubicBezTo>
                  <a:cubicBezTo>
                    <a:pt x="175260" y="14136"/>
                    <a:pt x="109538" y="17670"/>
                    <a:pt x="72390" y="14136"/>
                  </a:cubicBezTo>
                  <a:cubicBezTo>
                    <a:pt x="27623" y="15019"/>
                    <a:pt x="30480" y="15903"/>
                    <a:pt x="4763" y="17670"/>
                  </a:cubicBezTo>
                  <a:cubicBezTo>
                    <a:pt x="0" y="20320"/>
                    <a:pt x="71438" y="18553"/>
                    <a:pt x="88583" y="20320"/>
                  </a:cubicBezTo>
                  <a:cubicBezTo>
                    <a:pt x="84773" y="20320"/>
                    <a:pt x="78105" y="20320"/>
                    <a:pt x="80010" y="19437"/>
                  </a:cubicBezTo>
                  <a:lnTo>
                    <a:pt x="119063" y="20320"/>
                  </a:lnTo>
                  <a:cubicBezTo>
                    <a:pt x="81915" y="19437"/>
                    <a:pt x="123825" y="17670"/>
                    <a:pt x="143828" y="17670"/>
                  </a:cubicBezTo>
                  <a:cubicBezTo>
                    <a:pt x="157163" y="17670"/>
                    <a:pt x="185738" y="16786"/>
                    <a:pt x="181928" y="17670"/>
                  </a:cubicBezTo>
                  <a:lnTo>
                    <a:pt x="160020" y="18553"/>
                  </a:lnTo>
                  <a:cubicBezTo>
                    <a:pt x="188595" y="19437"/>
                    <a:pt x="221933" y="16786"/>
                    <a:pt x="251460" y="17670"/>
                  </a:cubicBezTo>
                  <a:cubicBezTo>
                    <a:pt x="252412" y="18553"/>
                    <a:pt x="241935" y="18553"/>
                    <a:pt x="240030" y="19437"/>
                  </a:cubicBezTo>
                  <a:cubicBezTo>
                    <a:pt x="272415" y="17670"/>
                    <a:pt x="304800" y="17670"/>
                    <a:pt x="353378" y="15903"/>
                  </a:cubicBezTo>
                  <a:lnTo>
                    <a:pt x="324803" y="18553"/>
                  </a:lnTo>
                  <a:cubicBezTo>
                    <a:pt x="363855" y="15903"/>
                    <a:pt x="452438" y="16786"/>
                    <a:pt x="513397" y="17670"/>
                  </a:cubicBezTo>
                  <a:cubicBezTo>
                    <a:pt x="506730" y="17670"/>
                    <a:pt x="494348" y="16786"/>
                    <a:pt x="501968" y="16786"/>
                  </a:cubicBezTo>
                  <a:cubicBezTo>
                    <a:pt x="537210" y="15903"/>
                    <a:pt x="564833" y="17670"/>
                    <a:pt x="547688" y="18553"/>
                  </a:cubicBezTo>
                  <a:cubicBezTo>
                    <a:pt x="582930" y="16786"/>
                    <a:pt x="681990" y="20320"/>
                    <a:pt x="729615" y="17670"/>
                  </a:cubicBezTo>
                  <a:lnTo>
                    <a:pt x="948690" y="4417"/>
                  </a:lnTo>
                  <a:cubicBezTo>
                    <a:pt x="941070" y="4417"/>
                    <a:pt x="931545" y="5301"/>
                    <a:pt x="922973" y="5301"/>
                  </a:cubicBezTo>
                  <a:cubicBezTo>
                    <a:pt x="902970" y="2650"/>
                    <a:pt x="892493" y="3534"/>
                    <a:pt x="926783" y="883"/>
                  </a:cubicBezTo>
                  <a:cubicBezTo>
                    <a:pt x="892493" y="2650"/>
                    <a:pt x="905828" y="4417"/>
                    <a:pt x="854393" y="4417"/>
                  </a:cubicBezTo>
                  <a:cubicBezTo>
                    <a:pt x="874395" y="2650"/>
                    <a:pt x="880110" y="0"/>
                    <a:pt x="830580" y="0"/>
                  </a:cubicBezTo>
                  <a:cubicBezTo>
                    <a:pt x="706755" y="2650"/>
                    <a:pt x="624840" y="8835"/>
                    <a:pt x="509588" y="12369"/>
                  </a:cubicBezTo>
                  <a:cubicBezTo>
                    <a:pt x="504825" y="10602"/>
                    <a:pt x="414338" y="11485"/>
                    <a:pt x="370523" y="11485"/>
                  </a:cubicBezTo>
                  <a:cubicBezTo>
                    <a:pt x="386715" y="9718"/>
                    <a:pt x="420053" y="8835"/>
                    <a:pt x="453390" y="7951"/>
                  </a:cubicBezTo>
                  <a:lnTo>
                    <a:pt x="368618" y="7951"/>
                  </a:lnTo>
                  <a:lnTo>
                    <a:pt x="357188" y="11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1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mgBi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xwAAFsdAABzHAAAWx0AAAAAAAAmAAAACAAAAP//////////"/>
                </a:ext>
              </a:extLst>
            </p:cNvSpPr>
            <p:nvPr/>
          </p:nvSpPr>
          <p:spPr>
            <a:xfrm>
              <a:off x="4614545" y="4772025"/>
              <a:ext cx="10160" cy="0"/>
            </a:xfrm>
            <a:custGeom>
              <a:avLst/>
              <a:gdLst/>
              <a:ahLst/>
              <a:cxnLst/>
              <a:rect l="0" t="0" r="10160" b="0"/>
              <a:pathLst>
                <a:path w="10160">
                  <a:moveTo>
                    <a:pt x="10160" y="0"/>
                  </a:moveTo>
                  <a:lnTo>
                    <a:pt x="0" y="0"/>
                  </a:lnTo>
                  <a:cubicBezTo>
                    <a:pt x="1016" y="0"/>
                    <a:pt x="4064" y="0"/>
                    <a:pt x="10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0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3MT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hsAAGAdAABXGwAAYB0AAAAAAAAmAAAACAAAAP//////////"/>
                </a:ext>
              </a:extLst>
            </p:cNvSpPr>
            <p:nvPr/>
          </p:nvSpPr>
          <p:spPr>
            <a:xfrm>
              <a:off x="4433570" y="4775200"/>
              <a:ext cx="10795" cy="0"/>
            </a:xfrm>
            <a:custGeom>
              <a:avLst/>
              <a:gdLst/>
              <a:ahLst/>
              <a:cxnLst/>
              <a:rect l="0" t="0" r="10795" b="0"/>
              <a:pathLst>
                <a:path w="10795">
                  <a:moveTo>
                    <a:pt x="9895" y="0"/>
                  </a:moveTo>
                  <a:cubicBezTo>
                    <a:pt x="10795" y="0"/>
                    <a:pt x="9895" y="0"/>
                    <a:pt x="10795" y="0"/>
                  </a:cubicBezTo>
                  <a:lnTo>
                    <a:pt x="0" y="0"/>
                  </a:lnTo>
                  <a:lnTo>
                    <a:pt x="98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9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AT0L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B4AAEwdAACIHgAATR0AAAAAAAAmAAAACAAAAP//////////"/>
                </a:ext>
              </a:extLst>
            </p:cNvSpPr>
            <p:nvPr/>
          </p:nvSpPr>
          <p:spPr>
            <a:xfrm>
              <a:off x="4940300" y="4762500"/>
              <a:ext cx="22860" cy="635"/>
            </a:xfrm>
            <a:custGeom>
              <a:avLst/>
              <a:gdLst/>
              <a:ahLst/>
              <a:cxnLst/>
              <a:rect l="0" t="0" r="22860" b="635"/>
              <a:pathLst>
                <a:path w="22860" h="635">
                  <a:moveTo>
                    <a:pt x="2858" y="635"/>
                  </a:moveTo>
                  <a:lnTo>
                    <a:pt x="22860" y="0"/>
                  </a:lnTo>
                  <a:lnTo>
                    <a:pt x="7620" y="635"/>
                  </a:lnTo>
                  <a:cubicBezTo>
                    <a:pt x="1905" y="635"/>
                    <a:pt x="0" y="635"/>
                    <a:pt x="2858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8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iR4AAFMdAACYHgAAVB0AAAAAAAAmAAAACAAAAP//////////"/>
                </a:ext>
              </a:extLst>
            </p:cNvSpPr>
            <p:nvPr/>
          </p:nvSpPr>
          <p:spPr>
            <a:xfrm>
              <a:off x="4963795" y="4766945"/>
              <a:ext cx="9525" cy="635"/>
            </a:xfrm>
            <a:custGeom>
              <a:avLst/>
              <a:gdLst/>
              <a:ahLst/>
              <a:cxnLst/>
              <a:rect l="0" t="0" r="9525" b="635"/>
              <a:pathLst>
                <a:path w="9525" h="635">
                  <a:moveTo>
                    <a:pt x="3810" y="0"/>
                  </a:moveTo>
                  <a:lnTo>
                    <a:pt x="0" y="635"/>
                  </a:lnTo>
                  <a:lnTo>
                    <a:pt x="8572" y="635"/>
                  </a:lnTo>
                  <a:cubicBezTo>
                    <a:pt x="9525" y="0"/>
                    <a:pt x="8572" y="0"/>
                    <a:pt x="3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7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xcAAE0dAADOFwAATx0AAAAAAAAmAAAACAAAAP//////////"/>
                </a:ext>
              </a:extLst>
            </p:cNvSpPr>
            <p:nvPr/>
          </p:nvSpPr>
          <p:spPr>
            <a:xfrm>
              <a:off x="3857625" y="4763135"/>
              <a:ext cx="12065" cy="1270"/>
            </a:xfrm>
            <a:custGeom>
              <a:avLst/>
              <a:gdLst/>
              <a:ahLst/>
              <a:cxnLst/>
              <a:rect l="0" t="0" r="12065" b="1270"/>
              <a:pathLst>
                <a:path w="12065" h="1270">
                  <a:moveTo>
                    <a:pt x="12065" y="0"/>
                  </a:moveTo>
                  <a:lnTo>
                    <a:pt x="0" y="1270"/>
                  </a:lnTo>
                  <a:cubicBezTo>
                    <a:pt x="7424" y="1270"/>
                    <a:pt x="10208" y="1270"/>
                    <a:pt x="12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6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BkAAFQdAAChHAAAYR0AAAAAAAAmAAAACAAAAP//////////"/>
                </a:ext>
              </a:extLst>
            </p:cNvSpPr>
            <p:nvPr/>
          </p:nvSpPr>
          <p:spPr>
            <a:xfrm>
              <a:off x="4119880" y="4767580"/>
              <a:ext cx="534035" cy="8255"/>
            </a:xfrm>
            <a:custGeom>
              <a:avLst/>
              <a:gdLst/>
              <a:ahLst/>
              <a:cxnLst/>
              <a:rect l="0" t="0" r="534035" b="8255"/>
              <a:pathLst>
                <a:path w="534035" h="8255">
                  <a:moveTo>
                    <a:pt x="80914" y="8255"/>
                  </a:moveTo>
                  <a:cubicBezTo>
                    <a:pt x="123751" y="8255"/>
                    <a:pt x="85674" y="5503"/>
                    <a:pt x="146597" y="5503"/>
                  </a:cubicBezTo>
                  <a:lnTo>
                    <a:pt x="128511" y="5503"/>
                  </a:lnTo>
                  <a:cubicBezTo>
                    <a:pt x="171348" y="4586"/>
                    <a:pt x="247502" y="4586"/>
                    <a:pt x="298907" y="4586"/>
                  </a:cubicBezTo>
                  <a:cubicBezTo>
                    <a:pt x="293195" y="5503"/>
                    <a:pt x="330321" y="5503"/>
                    <a:pt x="324609" y="7337"/>
                  </a:cubicBezTo>
                  <a:cubicBezTo>
                    <a:pt x="358879" y="7337"/>
                    <a:pt x="394100" y="6420"/>
                    <a:pt x="412187" y="4586"/>
                  </a:cubicBezTo>
                  <a:cubicBezTo>
                    <a:pt x="434081" y="5503"/>
                    <a:pt x="467399" y="3668"/>
                    <a:pt x="495005" y="4586"/>
                  </a:cubicBezTo>
                  <a:cubicBezTo>
                    <a:pt x="482630" y="3668"/>
                    <a:pt x="534035" y="917"/>
                    <a:pt x="466447" y="2751"/>
                  </a:cubicBezTo>
                  <a:cubicBezTo>
                    <a:pt x="472159" y="2751"/>
                    <a:pt x="468351" y="1834"/>
                    <a:pt x="474063" y="1834"/>
                  </a:cubicBezTo>
                  <a:cubicBezTo>
                    <a:pt x="430274" y="917"/>
                    <a:pt x="413139" y="2751"/>
                    <a:pt x="376013" y="2751"/>
                  </a:cubicBezTo>
                  <a:cubicBezTo>
                    <a:pt x="354119" y="1834"/>
                    <a:pt x="412187" y="1834"/>
                    <a:pt x="391244" y="917"/>
                  </a:cubicBezTo>
                  <a:cubicBezTo>
                    <a:pt x="344600" y="1834"/>
                    <a:pt x="245598" y="0"/>
                    <a:pt x="248454" y="3668"/>
                  </a:cubicBezTo>
                  <a:cubicBezTo>
                    <a:pt x="214185" y="4586"/>
                    <a:pt x="209425" y="3668"/>
                    <a:pt x="199906" y="2751"/>
                  </a:cubicBezTo>
                  <a:cubicBezTo>
                    <a:pt x="145645" y="6420"/>
                    <a:pt x="0" y="917"/>
                    <a:pt x="951" y="6420"/>
                  </a:cubicBezTo>
                  <a:cubicBezTo>
                    <a:pt x="19990" y="6420"/>
                    <a:pt x="52356" y="6420"/>
                    <a:pt x="80914" y="5503"/>
                  </a:cubicBezTo>
                  <a:lnTo>
                    <a:pt x="80914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5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h0AAE8dAAD4HQAATx0AAAAAAAAmAAAACAAAAP//////////"/>
                </a:ext>
              </a:extLst>
            </p:cNvSpPr>
            <p:nvPr/>
          </p:nvSpPr>
          <p:spPr>
            <a:xfrm>
              <a:off x="4862830" y="4764405"/>
              <a:ext cx="8890" cy="0"/>
            </a:xfrm>
            <a:custGeom>
              <a:avLst/>
              <a:gdLst/>
              <a:ahLst/>
              <a:cxnLst/>
              <a:rect l="0" t="0" r="8890" b="0"/>
              <a:pathLst>
                <a:path w="8890">
                  <a:moveTo>
                    <a:pt x="8890" y="0"/>
                  </a:moveTo>
                  <a:lnTo>
                    <a:pt x="0" y="0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4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DB4AAFcdAABGIQAAax0AAAAAAAAmAAAACAAAAP//////////"/>
                </a:ext>
              </a:extLst>
            </p:cNvSpPr>
            <p:nvPr/>
          </p:nvSpPr>
          <p:spPr>
            <a:xfrm>
              <a:off x="4884420" y="4769485"/>
              <a:ext cx="524510" cy="12700"/>
            </a:xfrm>
            <a:custGeom>
              <a:avLst/>
              <a:gdLst/>
              <a:ahLst/>
              <a:cxnLst/>
              <a:rect l="0" t="0" r="524510" b="12700"/>
              <a:pathLst>
                <a:path w="524510" h="12700">
                  <a:moveTo>
                    <a:pt x="471202" y="9071"/>
                  </a:moveTo>
                  <a:lnTo>
                    <a:pt x="438837" y="8164"/>
                  </a:lnTo>
                  <a:cubicBezTo>
                    <a:pt x="446452" y="9071"/>
                    <a:pt x="458827" y="9071"/>
                    <a:pt x="471202" y="9071"/>
                  </a:cubicBezTo>
                  <a:close/>
                  <a:moveTo>
                    <a:pt x="524510" y="8164"/>
                  </a:moveTo>
                  <a:lnTo>
                    <a:pt x="506423" y="11793"/>
                  </a:lnTo>
                  <a:cubicBezTo>
                    <a:pt x="404568" y="12700"/>
                    <a:pt x="368395" y="11793"/>
                    <a:pt x="279866" y="11793"/>
                  </a:cubicBezTo>
                  <a:cubicBezTo>
                    <a:pt x="273202" y="10886"/>
                    <a:pt x="283673" y="10886"/>
                    <a:pt x="289385" y="10886"/>
                  </a:cubicBezTo>
                  <a:cubicBezTo>
                    <a:pt x="226558" y="11793"/>
                    <a:pt x="133269" y="10886"/>
                    <a:pt x="88529" y="12700"/>
                  </a:cubicBezTo>
                  <a:cubicBezTo>
                    <a:pt x="68539" y="12700"/>
                    <a:pt x="16183" y="11793"/>
                    <a:pt x="36173" y="10886"/>
                  </a:cubicBezTo>
                  <a:cubicBezTo>
                    <a:pt x="26654" y="10886"/>
                    <a:pt x="15231" y="10886"/>
                    <a:pt x="3808" y="10886"/>
                  </a:cubicBezTo>
                  <a:cubicBezTo>
                    <a:pt x="952" y="9979"/>
                    <a:pt x="28558" y="10886"/>
                    <a:pt x="29510" y="9979"/>
                  </a:cubicBezTo>
                  <a:cubicBezTo>
                    <a:pt x="20942" y="9979"/>
                    <a:pt x="17135" y="9071"/>
                    <a:pt x="15231" y="9979"/>
                  </a:cubicBezTo>
                  <a:cubicBezTo>
                    <a:pt x="30462" y="9071"/>
                    <a:pt x="0" y="5443"/>
                    <a:pt x="69490" y="5443"/>
                  </a:cubicBezTo>
                  <a:cubicBezTo>
                    <a:pt x="96144" y="8164"/>
                    <a:pt x="20942" y="6350"/>
                    <a:pt x="37125" y="9071"/>
                  </a:cubicBezTo>
                  <a:cubicBezTo>
                    <a:pt x="59971" y="9071"/>
                    <a:pt x="57115" y="8164"/>
                    <a:pt x="59019" y="7257"/>
                  </a:cubicBezTo>
                  <a:cubicBezTo>
                    <a:pt x="88529" y="7257"/>
                    <a:pt x="87577" y="8164"/>
                    <a:pt x="85673" y="9071"/>
                  </a:cubicBezTo>
                  <a:cubicBezTo>
                    <a:pt x="97096" y="8164"/>
                    <a:pt x="134221" y="9071"/>
                    <a:pt x="149452" y="8164"/>
                  </a:cubicBezTo>
                  <a:cubicBezTo>
                    <a:pt x="205616" y="7257"/>
                    <a:pt x="146596" y="9979"/>
                    <a:pt x="183721" y="9979"/>
                  </a:cubicBezTo>
                  <a:lnTo>
                    <a:pt x="204664" y="7257"/>
                  </a:lnTo>
                  <a:lnTo>
                    <a:pt x="266539" y="7257"/>
                  </a:lnTo>
                  <a:cubicBezTo>
                    <a:pt x="355068" y="6350"/>
                    <a:pt x="253212" y="1814"/>
                    <a:pt x="355068" y="0"/>
                  </a:cubicBezTo>
                  <a:cubicBezTo>
                    <a:pt x="341741" y="1814"/>
                    <a:pt x="382673" y="4536"/>
                    <a:pt x="430270" y="5443"/>
                  </a:cubicBezTo>
                  <a:cubicBezTo>
                    <a:pt x="401712" y="5443"/>
                    <a:pt x="349356" y="7257"/>
                    <a:pt x="313183" y="6350"/>
                  </a:cubicBezTo>
                  <a:cubicBezTo>
                    <a:pt x="364587" y="9071"/>
                    <a:pt x="241789" y="7257"/>
                    <a:pt x="268443" y="9979"/>
                  </a:cubicBezTo>
                  <a:cubicBezTo>
                    <a:pt x="294144" y="8164"/>
                    <a:pt x="336981" y="8164"/>
                    <a:pt x="370298" y="8164"/>
                  </a:cubicBezTo>
                  <a:lnTo>
                    <a:pt x="358875" y="9071"/>
                  </a:lnTo>
                  <a:cubicBezTo>
                    <a:pt x="394096" y="9071"/>
                    <a:pt x="420750" y="6350"/>
                    <a:pt x="470250" y="7257"/>
                  </a:cubicBezTo>
                  <a:cubicBezTo>
                    <a:pt x="494048" y="7257"/>
                    <a:pt x="489289" y="8164"/>
                    <a:pt x="485481" y="8164"/>
                  </a:cubicBezTo>
                  <a:cubicBezTo>
                    <a:pt x="505472" y="8164"/>
                    <a:pt x="524510" y="7257"/>
                    <a:pt x="524510" y="8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3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DoAADIdAABPOgAANB0AAAAAAAAmAAAACAAAAP//////////"/>
                </a:ext>
              </a:extLst>
            </p:cNvSpPr>
            <p:nvPr/>
          </p:nvSpPr>
          <p:spPr>
            <a:xfrm>
              <a:off x="9469120" y="4745990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0" y="0"/>
                  </a:moveTo>
                  <a:lnTo>
                    <a:pt x="9525" y="1270"/>
                  </a:lnTo>
                  <a:cubicBezTo>
                    <a:pt x="7620" y="1270"/>
                    <a:pt x="3810" y="127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2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CgAACgdAACtKAAAKB0AAAAAAAAmAAAACAAAAP//////////"/>
                </a:ext>
              </a:extLst>
            </p:cNvSpPr>
            <p:nvPr/>
          </p:nvSpPr>
          <p:spPr>
            <a:xfrm>
              <a:off x="6593840" y="4739640"/>
              <a:ext cx="18415" cy="0"/>
            </a:xfrm>
            <a:custGeom>
              <a:avLst/>
              <a:gdLst/>
              <a:ahLst/>
              <a:cxnLst/>
              <a:rect l="0" t="0" r="18415" b="0"/>
              <a:pathLst>
                <a:path w="18415">
                  <a:moveTo>
                    <a:pt x="0" y="0"/>
                  </a:moveTo>
                  <a:lnTo>
                    <a:pt x="184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1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ysAABYdAABRKwAAFx0AAAAAAAAmAAAACAAAAP//////////"/>
                </a:ext>
              </a:extLst>
            </p:cNvSpPr>
            <p:nvPr/>
          </p:nvSpPr>
          <p:spPr>
            <a:xfrm>
              <a:off x="7014845" y="4728210"/>
              <a:ext cx="26670" cy="635"/>
            </a:xfrm>
            <a:custGeom>
              <a:avLst/>
              <a:gdLst/>
              <a:ahLst/>
              <a:cxnLst/>
              <a:rect l="0" t="0" r="26670" b="635"/>
              <a:pathLst>
                <a:path w="26670" h="635">
                  <a:moveTo>
                    <a:pt x="0" y="635"/>
                  </a:moveTo>
                  <a:lnTo>
                    <a:pt x="26670" y="0"/>
                  </a:lnTo>
                  <a:cubicBezTo>
                    <a:pt x="16192" y="0"/>
                    <a:pt x="7620" y="635"/>
                    <a:pt x="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0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DgAADEdAADfOAAAMR0AAAAAAAAmAAAACAAAAP//////////"/>
                </a:ext>
              </a:extLst>
            </p:cNvSpPr>
            <p:nvPr/>
          </p:nvSpPr>
          <p:spPr>
            <a:xfrm>
              <a:off x="9240520" y="474535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4445" y="0"/>
                  </a:moveTo>
                  <a:lnTo>
                    <a:pt x="3556" y="0"/>
                  </a:lnTo>
                  <a:lnTo>
                    <a:pt x="0" y="0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9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TAAACQdAABxMAAAJB0AAAAAAAAmAAAACAAAAP//////////"/>
                </a:ext>
              </a:extLst>
            </p:cNvSpPr>
            <p:nvPr/>
          </p:nvSpPr>
          <p:spPr>
            <a:xfrm>
              <a:off x="7859395" y="4737100"/>
              <a:ext cx="15240" cy="0"/>
            </a:xfrm>
            <a:custGeom>
              <a:avLst/>
              <a:gdLst/>
              <a:ahLst/>
              <a:cxnLst/>
              <a:rect l="0" t="0" r="15240" b="0"/>
              <a:pathLst>
                <a:path w="15240">
                  <a:moveTo>
                    <a:pt x="0" y="0"/>
                  </a:moveTo>
                  <a:cubicBezTo>
                    <a:pt x="3810" y="0"/>
                    <a:pt x="8573" y="0"/>
                    <a:pt x="15240" y="0"/>
                  </a:cubicBezTo>
                  <a:cubicBezTo>
                    <a:pt x="14288" y="0"/>
                    <a:pt x="857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8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ysAABcdAAAmKwAAFx0AAAAAAAAmAAAACAAAAP//////////"/>
                </a:ext>
              </a:extLst>
            </p:cNvSpPr>
            <p:nvPr/>
          </p:nvSpPr>
          <p:spPr>
            <a:xfrm>
              <a:off x="7009765" y="472884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0" y="0"/>
                  </a:moveTo>
                  <a:lnTo>
                    <a:pt x="1778" y="0"/>
                  </a:lnTo>
                  <a:lnTo>
                    <a:pt x="4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7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ycAABodAABrJwAAGh0AAAAAAAAmAAAACAAAAP//////////"/>
                </a:ext>
              </a:extLst>
            </p:cNvSpPr>
            <p:nvPr/>
          </p:nvSpPr>
          <p:spPr>
            <a:xfrm>
              <a:off x="6395085" y="4730750"/>
              <a:ext cx="12700" cy="0"/>
            </a:xfrm>
            <a:custGeom>
              <a:avLst/>
              <a:gdLst/>
              <a:ahLst/>
              <a:cxnLst/>
              <a:rect l="0" t="0" r="12700" b="0"/>
              <a:pathLst>
                <a:path w="12700">
                  <a:moveTo>
                    <a:pt x="12700" y="0"/>
                  </a:moveTo>
                  <a:lnTo>
                    <a:pt x="0" y="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6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icAACcdAACVJwAAKB0AAAAAAAAmAAAACAAAAP//////////"/>
                </a:ext>
              </a:extLst>
            </p:cNvSpPr>
            <p:nvPr/>
          </p:nvSpPr>
          <p:spPr>
            <a:xfrm>
              <a:off x="6422390" y="4739005"/>
              <a:ext cx="12065" cy="635"/>
            </a:xfrm>
            <a:custGeom>
              <a:avLst/>
              <a:gdLst/>
              <a:ahLst/>
              <a:cxnLst/>
              <a:rect l="0" t="0" r="12065" b="635"/>
              <a:pathLst>
                <a:path w="12065" h="635">
                  <a:moveTo>
                    <a:pt x="12065" y="0"/>
                  </a:moveTo>
                  <a:lnTo>
                    <a:pt x="0" y="635"/>
                  </a:lnTo>
                  <a:lnTo>
                    <a:pt x="120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5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yMAACAdAACXIwAAIB0AAAAAAAAmAAAACAAAAP//////////"/>
                </a:ext>
              </a:extLst>
            </p:cNvSpPr>
            <p:nvPr/>
          </p:nvSpPr>
          <p:spPr>
            <a:xfrm>
              <a:off x="5760085" y="4734560"/>
              <a:ext cx="25400" cy="0"/>
            </a:xfrm>
            <a:custGeom>
              <a:avLst/>
              <a:gdLst/>
              <a:ahLst/>
              <a:cxnLst/>
              <a:rect l="0" t="0" r="25400" b="0"/>
              <a:pathLst>
                <a:path w="25400">
                  <a:moveTo>
                    <a:pt x="25400" y="0"/>
                  </a:moveTo>
                  <a:lnTo>
                    <a:pt x="0" y="0"/>
                  </a:lnTo>
                  <a:cubicBezTo>
                    <a:pt x="12700" y="0"/>
                    <a:pt x="19538" y="0"/>
                    <a:pt x="25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4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ScAACQdAAAtJwAAJh0AAAAAAAAmAAAACAAAAP//////////"/>
                </a:ext>
              </a:extLst>
            </p:cNvSpPr>
            <p:nvPr/>
          </p:nvSpPr>
          <p:spPr>
            <a:xfrm>
              <a:off x="6363335" y="473710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4064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40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3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TsAAEMdAAA+OwAAQx0AAAAAAAAmAAAACAAAAP//////////"/>
                </a:ext>
              </a:extLst>
            </p:cNvSpPr>
            <p:nvPr/>
          </p:nvSpPr>
          <p:spPr>
            <a:xfrm>
              <a:off x="9627235" y="4756785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3175" y="0"/>
                  </a:moveTo>
                  <a:lnTo>
                    <a:pt x="1058" y="0"/>
                  </a:lnTo>
                  <a:lnTo>
                    <a:pt x="0" y="0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2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jsAADwdAADCOwAAPB0AAAAAAAAmAAAACAAAAP//////////"/>
                </a:ext>
              </a:extLst>
            </p:cNvSpPr>
            <p:nvPr/>
          </p:nvSpPr>
          <p:spPr>
            <a:xfrm>
              <a:off x="9691370" y="4752340"/>
              <a:ext cx="22860" cy="0"/>
            </a:xfrm>
            <a:custGeom>
              <a:avLst/>
              <a:gdLst/>
              <a:ahLst/>
              <a:cxnLst/>
              <a:rect l="0" t="0" r="22860" b="0"/>
              <a:pathLst>
                <a:path w="22860">
                  <a:moveTo>
                    <a:pt x="0" y="0"/>
                  </a:moveTo>
                  <a:lnTo>
                    <a:pt x="22860" y="0"/>
                  </a:lnTo>
                  <a:cubicBezTo>
                    <a:pt x="14288" y="0"/>
                    <a:pt x="57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1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IAACsdAADHMgAALh0AAAAAAAAmAAAACAAAAP//////////"/>
                </a:ext>
              </a:extLst>
            </p:cNvSpPr>
            <p:nvPr/>
          </p:nvSpPr>
          <p:spPr>
            <a:xfrm>
              <a:off x="8226425" y="4741545"/>
              <a:ext cx="27940" cy="1905"/>
            </a:xfrm>
            <a:custGeom>
              <a:avLst/>
              <a:gdLst/>
              <a:ahLst/>
              <a:cxnLst/>
              <a:rect l="0" t="0" r="27940" b="1905"/>
              <a:pathLst>
                <a:path w="27940" h="1905">
                  <a:moveTo>
                    <a:pt x="0" y="952"/>
                  </a:moveTo>
                  <a:cubicBezTo>
                    <a:pt x="6744" y="952"/>
                    <a:pt x="22159" y="1905"/>
                    <a:pt x="14452" y="1905"/>
                  </a:cubicBezTo>
                  <a:cubicBezTo>
                    <a:pt x="27940" y="1905"/>
                    <a:pt x="26977" y="0"/>
                    <a:pt x="0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0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djoAAF4dAACSOgAAYB0AAAAAAAAmAAAACAAAAP//////////"/>
                </a:ext>
              </a:extLst>
            </p:cNvSpPr>
            <p:nvPr/>
          </p:nvSpPr>
          <p:spPr>
            <a:xfrm>
              <a:off x="9503410" y="4773930"/>
              <a:ext cx="17780" cy="1270"/>
            </a:xfrm>
            <a:custGeom>
              <a:avLst/>
              <a:gdLst/>
              <a:ahLst/>
              <a:cxnLst/>
              <a:rect l="0" t="0" r="17780" b="1270"/>
              <a:pathLst>
                <a:path w="17780" h="1270">
                  <a:moveTo>
                    <a:pt x="2963" y="1270"/>
                  </a:moveTo>
                  <a:cubicBezTo>
                    <a:pt x="6914" y="1270"/>
                    <a:pt x="12841" y="0"/>
                    <a:pt x="17780" y="0"/>
                  </a:cubicBezTo>
                  <a:cubicBezTo>
                    <a:pt x="7902" y="0"/>
                    <a:pt x="0" y="1270"/>
                    <a:pt x="2963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9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joAAF0dAAClOgAAXh0AAAAAAAAmAAAACAAAAP//////////"/>
                </a:ext>
              </a:extLst>
            </p:cNvSpPr>
            <p:nvPr/>
          </p:nvSpPr>
          <p:spPr>
            <a:xfrm>
              <a:off x="9521190" y="4773295"/>
              <a:ext cx="12065" cy="635"/>
            </a:xfrm>
            <a:custGeom>
              <a:avLst/>
              <a:gdLst/>
              <a:ahLst/>
              <a:cxnLst/>
              <a:rect l="0" t="0" r="12065" b="635"/>
              <a:pathLst>
                <a:path w="12065" h="635">
                  <a:moveTo>
                    <a:pt x="0" y="635"/>
                  </a:moveTo>
                  <a:lnTo>
                    <a:pt x="12065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8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zEAAFMdAACPMQAAVB0AAAAAAAAmAAAACAAAAP//////////"/>
                </a:ext>
              </a:extLst>
            </p:cNvSpPr>
            <p:nvPr/>
          </p:nvSpPr>
          <p:spPr>
            <a:xfrm>
              <a:off x="8048625" y="4766945"/>
              <a:ext cx="7620" cy="635"/>
            </a:xfrm>
            <a:custGeom>
              <a:avLst/>
              <a:gdLst/>
              <a:ahLst/>
              <a:cxnLst/>
              <a:rect l="0" t="0" r="7620" b="635"/>
              <a:pathLst>
                <a:path w="7620" h="635">
                  <a:moveTo>
                    <a:pt x="7620" y="635"/>
                  </a:moveTo>
                  <a:cubicBezTo>
                    <a:pt x="5715" y="0"/>
                    <a:pt x="2858" y="0"/>
                    <a:pt x="0" y="0"/>
                  </a:cubicBezTo>
                  <a:cubicBezTo>
                    <a:pt x="953" y="0"/>
                    <a:pt x="3810" y="635"/>
                    <a:pt x="762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7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zsAAC8dAACmPAAAPh0AAAAAAAAmAAAACAAAAP//////////"/>
                </a:ext>
              </a:extLst>
            </p:cNvSpPr>
            <p:nvPr/>
          </p:nvSpPr>
          <p:spPr>
            <a:xfrm>
              <a:off x="9633585" y="4744085"/>
              <a:ext cx="225425" cy="9525"/>
            </a:xfrm>
            <a:custGeom>
              <a:avLst/>
              <a:gdLst/>
              <a:ahLst/>
              <a:cxnLst/>
              <a:rect l="0" t="0" r="225425" b="9525"/>
              <a:pathLst>
                <a:path w="225425" h="9525">
                  <a:moveTo>
                    <a:pt x="97429" y="9525"/>
                  </a:moveTo>
                  <a:cubicBezTo>
                    <a:pt x="102205" y="8572"/>
                    <a:pt x="198679" y="7620"/>
                    <a:pt x="117488" y="6667"/>
                  </a:cubicBezTo>
                  <a:cubicBezTo>
                    <a:pt x="120354" y="3810"/>
                    <a:pt x="169068" y="5715"/>
                    <a:pt x="191038" y="5715"/>
                  </a:cubicBezTo>
                  <a:cubicBezTo>
                    <a:pt x="175755" y="4762"/>
                    <a:pt x="198679" y="3810"/>
                    <a:pt x="193903" y="2857"/>
                  </a:cubicBezTo>
                  <a:cubicBezTo>
                    <a:pt x="183396" y="3810"/>
                    <a:pt x="170979" y="3810"/>
                    <a:pt x="152830" y="3810"/>
                  </a:cubicBezTo>
                  <a:cubicBezTo>
                    <a:pt x="145188" y="2857"/>
                    <a:pt x="171934" y="1905"/>
                    <a:pt x="192948" y="2857"/>
                  </a:cubicBezTo>
                  <a:cubicBezTo>
                    <a:pt x="167158" y="952"/>
                    <a:pt x="225425" y="952"/>
                    <a:pt x="189127" y="0"/>
                  </a:cubicBezTo>
                  <a:cubicBezTo>
                    <a:pt x="110802" y="0"/>
                    <a:pt x="54445" y="0"/>
                    <a:pt x="0" y="3810"/>
                  </a:cubicBezTo>
                  <a:cubicBezTo>
                    <a:pt x="43938" y="2857"/>
                    <a:pt x="94563" y="2857"/>
                    <a:pt x="130861" y="3810"/>
                  </a:cubicBezTo>
                  <a:lnTo>
                    <a:pt x="115578" y="5715"/>
                  </a:lnTo>
                  <a:cubicBezTo>
                    <a:pt x="74504" y="3810"/>
                    <a:pt x="48714" y="4762"/>
                    <a:pt x="7641" y="4762"/>
                  </a:cubicBezTo>
                  <a:lnTo>
                    <a:pt x="99339" y="6667"/>
                  </a:lnTo>
                  <a:cubicBezTo>
                    <a:pt x="142323" y="8572"/>
                    <a:pt x="113667" y="8572"/>
                    <a:pt x="80236" y="8572"/>
                  </a:cubicBezTo>
                  <a:cubicBezTo>
                    <a:pt x="87877" y="8572"/>
                    <a:pt x="95519" y="8572"/>
                    <a:pt x="97429" y="95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6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DsAAFcdAACDOwAAVx0AAAAAAAAmAAAACAAAAP//////////"/>
                </a:ext>
              </a:extLst>
            </p:cNvSpPr>
            <p:nvPr/>
          </p:nvSpPr>
          <p:spPr>
            <a:xfrm>
              <a:off x="9669780" y="4769485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0" y="0"/>
                  </a:moveTo>
                  <a:lnTo>
                    <a:pt x="889" y="0"/>
                  </a:lnTo>
                  <a:lnTo>
                    <a:pt x="4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5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iMAAF4dAACfIwAAYB0AAAAAAAAmAAAACAAAAP//////////"/>
                </a:ext>
              </a:extLst>
            </p:cNvSpPr>
            <p:nvPr/>
          </p:nvSpPr>
          <p:spPr>
            <a:xfrm>
              <a:off x="5782310" y="477393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7337" y="0"/>
                  </a:moveTo>
                  <a:lnTo>
                    <a:pt x="0" y="1270"/>
                  </a:lnTo>
                  <a:cubicBezTo>
                    <a:pt x="6420" y="0"/>
                    <a:pt x="8255" y="0"/>
                    <a:pt x="7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4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TsAAEcdAAAlOwAARx0AAAAAAAAmAAAACAAAAP//////////"/>
                </a:ext>
              </a:extLst>
            </p:cNvSpPr>
            <p:nvPr/>
          </p:nvSpPr>
          <p:spPr>
            <a:xfrm>
              <a:off x="9614535" y="475932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3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yQAAF4dAADTJAAAXh0AAAAAAAAmAAAACAAAAP//////////"/>
                </a:ext>
              </a:extLst>
            </p:cNvSpPr>
            <p:nvPr/>
          </p:nvSpPr>
          <p:spPr>
            <a:xfrm>
              <a:off x="5983605" y="477393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2540" y="0"/>
                  </a:moveTo>
                  <a:lnTo>
                    <a:pt x="0" y="0"/>
                  </a:lnTo>
                  <a:cubicBezTo>
                    <a:pt x="1270" y="0"/>
                    <a:pt x="1270" y="0"/>
                    <a:pt x="25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2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CUAABodAAAkJQAAHB0AAAAAAAAmAAAACAAAAP//////////"/>
                </a:ext>
              </a:extLst>
            </p:cNvSpPr>
            <p:nvPr/>
          </p:nvSpPr>
          <p:spPr>
            <a:xfrm>
              <a:off x="6032500" y="473075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1270"/>
                  </a:moveTo>
                  <a:cubicBezTo>
                    <a:pt x="5080" y="1270"/>
                    <a:pt x="5080" y="1270"/>
                    <a:pt x="4064" y="0"/>
                  </a:cubicBezTo>
                  <a:cubicBezTo>
                    <a:pt x="0" y="1270"/>
                    <a:pt x="2032" y="1270"/>
                    <a:pt x="508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1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0yQAAF4dAADTJAAAXh0AAAAAAAAmAAAACAAAAP//////////"/>
                </a:ext>
              </a:extLst>
            </p:cNvSpPr>
            <p:nvPr/>
          </p:nvSpPr>
          <p:spPr>
            <a:xfrm>
              <a:off x="5986145" y="477393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0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gr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CoAAFAdAACrKgAAUR0AAAAAAAAmAAAACAAAAP//////////"/>
                </a:ext>
              </a:extLst>
            </p:cNvSpPr>
            <p:nvPr/>
          </p:nvSpPr>
          <p:spPr>
            <a:xfrm>
              <a:off x="6926580" y="4765040"/>
              <a:ext cx="9525" cy="635"/>
            </a:xfrm>
            <a:custGeom>
              <a:avLst/>
              <a:gdLst/>
              <a:ahLst/>
              <a:cxnLst/>
              <a:rect l="0" t="0" r="9525" b="635"/>
              <a:pathLst>
                <a:path w="9525" h="635">
                  <a:moveTo>
                    <a:pt x="9525" y="635"/>
                  </a:moveTo>
                  <a:lnTo>
                    <a:pt x="1905" y="0"/>
                  </a:lnTo>
                  <a:cubicBezTo>
                    <a:pt x="0" y="0"/>
                    <a:pt x="1905" y="0"/>
                    <a:pt x="9525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9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ykAAEwdAACEKQAATB0AAAAAAAAmAAAACAAAAP//////////"/>
                </a:ext>
              </a:extLst>
            </p:cNvSpPr>
            <p:nvPr/>
          </p:nvSpPr>
          <p:spPr>
            <a:xfrm>
              <a:off x="6745605" y="4762500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3175" y="0"/>
                  </a:moveTo>
                  <a:lnTo>
                    <a:pt x="0" y="0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8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IAAB4dAABWMgAAHh0AAAAAAAAmAAAACAAAAP//////////"/>
                </a:ext>
              </a:extLst>
            </p:cNvSpPr>
            <p:nvPr/>
          </p:nvSpPr>
          <p:spPr>
            <a:xfrm>
              <a:off x="8160385" y="4733290"/>
              <a:ext cx="22225" cy="0"/>
            </a:xfrm>
            <a:custGeom>
              <a:avLst/>
              <a:gdLst/>
              <a:ahLst/>
              <a:cxnLst/>
              <a:rect l="0" t="0" r="22225" b="0"/>
              <a:pathLst>
                <a:path w="22225">
                  <a:moveTo>
                    <a:pt x="22225" y="0"/>
                  </a:moveTo>
                  <a:lnTo>
                    <a:pt x="0" y="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7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iQAAF4dAADPJAAAYB0AAAAAAAAmAAAACAAAAP//////////"/>
                </a:ext>
              </a:extLst>
            </p:cNvSpPr>
            <p:nvPr/>
          </p:nvSpPr>
          <p:spPr>
            <a:xfrm>
              <a:off x="5975350" y="477393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8255" y="0"/>
                  </a:moveTo>
                  <a:lnTo>
                    <a:pt x="0" y="1270"/>
                  </a:lnTo>
                  <a:cubicBezTo>
                    <a:pt x="4586" y="0"/>
                    <a:pt x="7337" y="0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6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SwAAEAdAABuLAAAQh0AAAAAAAAmAAAACAAAAP//////////"/>
                </a:ext>
              </a:extLst>
            </p:cNvSpPr>
            <p:nvPr/>
          </p:nvSpPr>
          <p:spPr>
            <a:xfrm>
              <a:off x="7216775" y="4754880"/>
              <a:ext cx="5715" cy="1270"/>
            </a:xfrm>
            <a:custGeom>
              <a:avLst/>
              <a:gdLst/>
              <a:ahLst/>
              <a:cxnLst/>
              <a:rect l="0" t="0" r="5715" b="1270"/>
              <a:pathLst>
                <a:path w="5715" h="1270">
                  <a:moveTo>
                    <a:pt x="5715" y="0"/>
                  </a:moveTo>
                  <a:lnTo>
                    <a:pt x="0" y="1270"/>
                  </a:lnTo>
                  <a:lnTo>
                    <a:pt x="3810" y="1270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L2R5U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CwAADwdAACmLQAARh0AAAAAAAAmAAAACAAAAP//////////"/>
                </a:ext>
              </a:extLst>
            </p:cNvSpPr>
            <p:nvPr/>
          </p:nvSpPr>
          <p:spPr>
            <a:xfrm>
              <a:off x="7188200" y="4752340"/>
              <a:ext cx="232410" cy="6350"/>
            </a:xfrm>
            <a:custGeom>
              <a:avLst/>
              <a:gdLst/>
              <a:ahLst/>
              <a:cxnLst/>
              <a:rect l="0" t="0" r="232410" b="6350"/>
              <a:pathLst>
                <a:path w="232410" h="6350">
                  <a:moveTo>
                    <a:pt x="132398" y="4536"/>
                  </a:moveTo>
                  <a:cubicBezTo>
                    <a:pt x="128588" y="4536"/>
                    <a:pt x="127635" y="5443"/>
                    <a:pt x="125730" y="5443"/>
                  </a:cubicBezTo>
                  <a:cubicBezTo>
                    <a:pt x="160973" y="4536"/>
                    <a:pt x="224790" y="5443"/>
                    <a:pt x="232410" y="3629"/>
                  </a:cubicBezTo>
                  <a:cubicBezTo>
                    <a:pt x="220980" y="3629"/>
                    <a:pt x="159068" y="1814"/>
                    <a:pt x="169545" y="907"/>
                  </a:cubicBezTo>
                  <a:cubicBezTo>
                    <a:pt x="144780" y="1814"/>
                    <a:pt x="109538" y="0"/>
                    <a:pt x="96203" y="0"/>
                  </a:cubicBezTo>
                  <a:cubicBezTo>
                    <a:pt x="136208" y="1814"/>
                    <a:pt x="100013" y="1814"/>
                    <a:pt x="73343" y="2721"/>
                  </a:cubicBezTo>
                  <a:cubicBezTo>
                    <a:pt x="48578" y="1814"/>
                    <a:pt x="78105" y="907"/>
                    <a:pt x="57150" y="907"/>
                  </a:cubicBezTo>
                  <a:lnTo>
                    <a:pt x="0" y="907"/>
                  </a:lnTo>
                  <a:lnTo>
                    <a:pt x="49530" y="907"/>
                  </a:lnTo>
                  <a:lnTo>
                    <a:pt x="34290" y="2721"/>
                  </a:lnTo>
                  <a:lnTo>
                    <a:pt x="39053" y="2721"/>
                  </a:lnTo>
                  <a:cubicBezTo>
                    <a:pt x="122873" y="1814"/>
                    <a:pt x="46673" y="6350"/>
                    <a:pt x="132398" y="45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6CwAAEUdAAD9LAAARR0AAAAAAAAmAAAACAAAAP//////////"/>
                </a:ext>
              </a:extLst>
            </p:cNvSpPr>
            <p:nvPr/>
          </p:nvSpPr>
          <p:spPr>
            <a:xfrm>
              <a:off x="7299960" y="4758055"/>
              <a:ext cx="13335" cy="0"/>
            </a:xfrm>
            <a:custGeom>
              <a:avLst/>
              <a:gdLst/>
              <a:ahLst/>
              <a:cxnLst/>
              <a:rect l="0" t="0" r="13335" b="0"/>
              <a:pathLst>
                <a:path w="13335">
                  <a:moveTo>
                    <a:pt x="13335" y="0"/>
                  </a:moveTo>
                  <a:lnTo>
                    <a:pt x="0" y="0"/>
                  </a:lnTo>
                  <a:cubicBezTo>
                    <a:pt x="7620" y="0"/>
                    <a:pt x="10477" y="0"/>
                    <a:pt x="133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C8AAEkdAAAxLwAASh0AAAAAAAAmAAAACAAAAP//////////"/>
                </a:ext>
              </a:extLst>
            </p:cNvSpPr>
            <p:nvPr/>
          </p:nvSpPr>
          <p:spPr>
            <a:xfrm>
              <a:off x="7655560" y="4760595"/>
              <a:ext cx="15875" cy="635"/>
            </a:xfrm>
            <a:custGeom>
              <a:avLst/>
              <a:gdLst/>
              <a:ahLst/>
              <a:cxnLst/>
              <a:rect l="0" t="0" r="15875" b="635"/>
              <a:pathLst>
                <a:path w="15875" h="635">
                  <a:moveTo>
                    <a:pt x="0" y="635"/>
                  </a:moveTo>
                  <a:lnTo>
                    <a:pt x="15875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x8AAEkdAAD7HwAATB0AAAAAAAAmAAAACAAAAP//////////"/>
                </a:ext>
              </a:extLst>
            </p:cNvSpPr>
            <p:nvPr/>
          </p:nvSpPr>
          <p:spPr>
            <a:xfrm>
              <a:off x="5147945" y="4760595"/>
              <a:ext cx="50800" cy="1905"/>
            </a:xfrm>
            <a:custGeom>
              <a:avLst/>
              <a:gdLst/>
              <a:ahLst/>
              <a:cxnLst/>
              <a:rect l="0" t="0" r="50800" b="1905"/>
              <a:pathLst>
                <a:path w="50800" h="1905">
                  <a:moveTo>
                    <a:pt x="0" y="0"/>
                  </a:moveTo>
                  <a:cubicBezTo>
                    <a:pt x="1917" y="952"/>
                    <a:pt x="50800" y="1905"/>
                    <a:pt x="49842" y="0"/>
                  </a:cubicBezTo>
                  <a:lnTo>
                    <a:pt x="57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tjQAAD8dAADWNAAAPx0AAAAAAAAmAAAACAAAAP//////////"/>
                </a:ext>
              </a:extLst>
            </p:cNvSpPr>
            <p:nvPr/>
          </p:nvSpPr>
          <p:spPr>
            <a:xfrm>
              <a:off x="8568690" y="4754245"/>
              <a:ext cx="20320" cy="0"/>
            </a:xfrm>
            <a:custGeom>
              <a:avLst/>
              <a:gdLst/>
              <a:ahLst/>
              <a:cxnLst/>
              <a:rect l="0" t="0" r="20320" b="0"/>
              <a:pathLst>
                <a:path w="20320">
                  <a:moveTo>
                    <a:pt x="20320" y="0"/>
                  </a:moveTo>
                  <a:lnTo>
                    <a:pt x="2903" y="0"/>
                  </a:lnTo>
                  <a:lnTo>
                    <a:pt x="0" y="0"/>
                  </a:lnTo>
                  <a:cubicBezTo>
                    <a:pt x="3870" y="0"/>
                    <a:pt x="14514" y="0"/>
                    <a:pt x="20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y0AADwdAABbLQAAPh0AAAAAAAAmAAAACAAAAP//////////"/>
                </a:ext>
              </a:extLst>
            </p:cNvSpPr>
            <p:nvPr/>
          </p:nvSpPr>
          <p:spPr>
            <a:xfrm>
              <a:off x="7357745" y="4752340"/>
              <a:ext cx="15240" cy="1270"/>
            </a:xfrm>
            <a:custGeom>
              <a:avLst/>
              <a:gdLst/>
              <a:ahLst/>
              <a:cxnLst/>
              <a:rect l="0" t="0" r="15240" b="1270"/>
              <a:pathLst>
                <a:path w="15240" h="1270">
                  <a:moveTo>
                    <a:pt x="15240" y="0"/>
                  </a:moveTo>
                  <a:cubicBezTo>
                    <a:pt x="5715" y="0"/>
                    <a:pt x="1905" y="1270"/>
                    <a:pt x="0" y="1270"/>
                  </a:cubicBezTo>
                  <a:cubicBezTo>
                    <a:pt x="5715" y="1270"/>
                    <a:pt x="11430" y="1270"/>
                    <a:pt x="15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jQAAEUdAAA0NQAARx0AAAAAAAAmAAAACAAAAP//////////"/>
                </a:ext>
              </a:extLst>
            </p:cNvSpPr>
            <p:nvPr/>
          </p:nvSpPr>
          <p:spPr>
            <a:xfrm>
              <a:off x="8591550" y="4758055"/>
              <a:ext cx="57150" cy="1270"/>
            </a:xfrm>
            <a:custGeom>
              <a:avLst/>
              <a:gdLst/>
              <a:ahLst/>
              <a:cxnLst/>
              <a:rect l="0" t="0" r="57150" b="1270"/>
              <a:pathLst>
                <a:path w="57150" h="1270">
                  <a:moveTo>
                    <a:pt x="0" y="0"/>
                  </a:moveTo>
                  <a:cubicBezTo>
                    <a:pt x="6668" y="0"/>
                    <a:pt x="17145" y="635"/>
                    <a:pt x="18098" y="1270"/>
                  </a:cubicBezTo>
                  <a:cubicBezTo>
                    <a:pt x="32385" y="1270"/>
                    <a:pt x="42863" y="635"/>
                    <a:pt x="57150" y="635"/>
                  </a:cubicBezTo>
                  <a:cubicBezTo>
                    <a:pt x="40958" y="635"/>
                    <a:pt x="21908" y="635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DUAAEYdAAA1NQAARh0AAAAAAAAmAAAACAAAAP//////////"/>
                </a:ext>
              </a:extLst>
            </p:cNvSpPr>
            <p:nvPr/>
          </p:nvSpPr>
          <p:spPr>
            <a:xfrm>
              <a:off x="8648700" y="4758690"/>
              <a:ext cx="635" cy="0"/>
            </a:xfrm>
            <a:custGeom>
              <a:avLst/>
              <a:gdLst/>
              <a:ahLst/>
              <a:cxnLst/>
              <a:rect l="0" t="0" r="635" b="0"/>
              <a:pathLst>
                <a:path w="635">
                  <a:moveTo>
                    <a:pt x="635" y="0"/>
                  </a:moveTo>
                  <a:lnTo>
                    <a:pt x="0" y="0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kAABAdAAATPAAAZR0AAAAAAAAmAAAACAAAAP//////////"/>
                </a:ext>
              </a:extLst>
            </p:cNvSpPr>
            <p:nvPr/>
          </p:nvSpPr>
          <p:spPr>
            <a:xfrm>
              <a:off x="1584960" y="4724400"/>
              <a:ext cx="8180705" cy="53975"/>
            </a:xfrm>
            <a:custGeom>
              <a:avLst/>
              <a:gdLst/>
              <a:ahLst/>
              <a:cxnLst/>
              <a:rect l="0" t="0" r="8180705" b="53975"/>
              <a:pathLst>
                <a:path w="8180705" h="53975">
                  <a:moveTo>
                    <a:pt x="4043708" y="12594"/>
                  </a:moveTo>
                  <a:lnTo>
                    <a:pt x="4041805" y="12594"/>
                  </a:lnTo>
                  <a:lnTo>
                    <a:pt x="4043708" y="12594"/>
                  </a:lnTo>
                  <a:close/>
                  <a:moveTo>
                    <a:pt x="5044165" y="26987"/>
                  </a:moveTo>
                  <a:lnTo>
                    <a:pt x="4988954" y="27887"/>
                  </a:lnTo>
                  <a:lnTo>
                    <a:pt x="4994665" y="27887"/>
                  </a:lnTo>
                  <a:lnTo>
                    <a:pt x="4940407" y="28786"/>
                  </a:lnTo>
                  <a:cubicBezTo>
                    <a:pt x="4973723" y="29686"/>
                    <a:pt x="4995617" y="31485"/>
                    <a:pt x="4948974" y="32385"/>
                  </a:cubicBezTo>
                  <a:cubicBezTo>
                    <a:pt x="4952781" y="32385"/>
                    <a:pt x="4939455" y="31485"/>
                    <a:pt x="4955637" y="30585"/>
                  </a:cubicBezTo>
                  <a:cubicBezTo>
                    <a:pt x="4924224" y="29686"/>
                    <a:pt x="4855687" y="28786"/>
                    <a:pt x="4873773" y="31485"/>
                  </a:cubicBezTo>
                  <a:cubicBezTo>
                    <a:pt x="4933743" y="28786"/>
                    <a:pt x="4887100" y="35083"/>
                    <a:pt x="4934695" y="32385"/>
                  </a:cubicBezTo>
                  <a:cubicBezTo>
                    <a:pt x="4908994" y="34184"/>
                    <a:pt x="4884244" y="34184"/>
                    <a:pt x="4860446" y="34184"/>
                  </a:cubicBezTo>
                  <a:cubicBezTo>
                    <a:pt x="4885196" y="33284"/>
                    <a:pt x="4854735" y="31485"/>
                    <a:pt x="4817610" y="30585"/>
                  </a:cubicBezTo>
                  <a:cubicBezTo>
                    <a:pt x="4801428" y="31485"/>
                    <a:pt x="4756688" y="30585"/>
                    <a:pt x="4730035" y="31485"/>
                  </a:cubicBezTo>
                  <a:cubicBezTo>
                    <a:pt x="4739554" y="33284"/>
                    <a:pt x="4715756" y="34184"/>
                    <a:pt x="4760496" y="34184"/>
                  </a:cubicBezTo>
                  <a:cubicBezTo>
                    <a:pt x="4744313" y="35083"/>
                    <a:pt x="4718612" y="35083"/>
                    <a:pt x="4691007" y="34184"/>
                  </a:cubicBezTo>
                  <a:cubicBezTo>
                    <a:pt x="4702429" y="34184"/>
                    <a:pt x="4721468" y="34184"/>
                    <a:pt x="4720516" y="33284"/>
                  </a:cubicBezTo>
                  <a:cubicBezTo>
                    <a:pt x="4702429" y="31485"/>
                    <a:pt x="4680536" y="31485"/>
                    <a:pt x="4669113" y="31485"/>
                  </a:cubicBezTo>
                  <a:lnTo>
                    <a:pt x="4641507" y="31485"/>
                  </a:lnTo>
                  <a:cubicBezTo>
                    <a:pt x="4644363" y="31485"/>
                    <a:pt x="4646267" y="31485"/>
                    <a:pt x="4648171" y="32385"/>
                  </a:cubicBezTo>
                  <a:lnTo>
                    <a:pt x="4617710" y="33284"/>
                  </a:lnTo>
                  <a:cubicBezTo>
                    <a:pt x="4658642" y="32385"/>
                    <a:pt x="4636748" y="34184"/>
                    <a:pt x="4635796" y="35083"/>
                  </a:cubicBezTo>
                  <a:cubicBezTo>
                    <a:pt x="4636748" y="33284"/>
                    <a:pt x="4609142" y="35083"/>
                    <a:pt x="4594864" y="35083"/>
                  </a:cubicBezTo>
                  <a:lnTo>
                    <a:pt x="4626277" y="36882"/>
                  </a:lnTo>
                  <a:cubicBezTo>
                    <a:pt x="4611046" y="37782"/>
                    <a:pt x="4573922" y="35983"/>
                    <a:pt x="4581537" y="37782"/>
                  </a:cubicBezTo>
                  <a:cubicBezTo>
                    <a:pt x="4646267" y="38682"/>
                    <a:pt x="4671016" y="37782"/>
                    <a:pt x="4730035" y="37782"/>
                  </a:cubicBezTo>
                  <a:lnTo>
                    <a:pt x="4706237" y="35983"/>
                  </a:lnTo>
                  <a:cubicBezTo>
                    <a:pt x="4772871" y="35083"/>
                    <a:pt x="4747169" y="38682"/>
                    <a:pt x="4821418" y="38682"/>
                  </a:cubicBezTo>
                  <a:cubicBezTo>
                    <a:pt x="4852831" y="36882"/>
                    <a:pt x="4933743" y="37782"/>
                    <a:pt x="4934695" y="35083"/>
                  </a:cubicBezTo>
                  <a:cubicBezTo>
                    <a:pt x="4925176" y="35983"/>
                    <a:pt x="4981339" y="37782"/>
                    <a:pt x="5007040" y="35983"/>
                  </a:cubicBezTo>
                  <a:cubicBezTo>
                    <a:pt x="5034646" y="34184"/>
                    <a:pt x="5120317" y="33284"/>
                    <a:pt x="5094616" y="32385"/>
                  </a:cubicBezTo>
                  <a:cubicBezTo>
                    <a:pt x="5071770" y="32385"/>
                    <a:pt x="5040357" y="33284"/>
                    <a:pt x="5022271" y="32385"/>
                  </a:cubicBezTo>
                  <a:lnTo>
                    <a:pt x="5066059" y="31485"/>
                  </a:lnTo>
                  <a:lnTo>
                    <a:pt x="5037501" y="29686"/>
                  </a:lnTo>
                  <a:cubicBezTo>
                    <a:pt x="5052732" y="30585"/>
                    <a:pt x="5050828" y="28786"/>
                    <a:pt x="5044165" y="26987"/>
                  </a:cubicBezTo>
                  <a:close/>
                  <a:moveTo>
                    <a:pt x="5228835" y="24288"/>
                  </a:moveTo>
                  <a:cubicBezTo>
                    <a:pt x="5258344" y="28786"/>
                    <a:pt x="5289757" y="32385"/>
                    <a:pt x="5425880" y="31485"/>
                  </a:cubicBezTo>
                  <a:lnTo>
                    <a:pt x="5415409" y="31485"/>
                  </a:lnTo>
                  <a:cubicBezTo>
                    <a:pt x="5483947" y="34184"/>
                    <a:pt x="5548676" y="28786"/>
                    <a:pt x="5631492" y="31485"/>
                  </a:cubicBezTo>
                  <a:cubicBezTo>
                    <a:pt x="5591512" y="32385"/>
                    <a:pt x="5593416" y="32385"/>
                    <a:pt x="5548676" y="35983"/>
                  </a:cubicBezTo>
                  <a:lnTo>
                    <a:pt x="5592464" y="35083"/>
                  </a:lnTo>
                  <a:cubicBezTo>
                    <a:pt x="5580089" y="36882"/>
                    <a:pt x="5622925" y="35983"/>
                    <a:pt x="5655290" y="35983"/>
                  </a:cubicBezTo>
                  <a:lnTo>
                    <a:pt x="5626733" y="38682"/>
                  </a:lnTo>
                  <a:cubicBezTo>
                    <a:pt x="5607695" y="37782"/>
                    <a:pt x="5558196" y="37782"/>
                    <a:pt x="5560099" y="38682"/>
                  </a:cubicBezTo>
                  <a:cubicBezTo>
                    <a:pt x="5570570" y="37782"/>
                    <a:pt x="5494418" y="35083"/>
                    <a:pt x="5453486" y="35983"/>
                  </a:cubicBezTo>
                  <a:cubicBezTo>
                    <a:pt x="5457293" y="37782"/>
                    <a:pt x="5544869" y="36882"/>
                    <a:pt x="5505841" y="39581"/>
                  </a:cubicBezTo>
                  <a:cubicBezTo>
                    <a:pt x="5540109" y="38682"/>
                    <a:pt x="5544869" y="40481"/>
                    <a:pt x="5580089" y="39581"/>
                  </a:cubicBezTo>
                  <a:cubicBezTo>
                    <a:pt x="5545821" y="40481"/>
                    <a:pt x="5571522" y="42280"/>
                    <a:pt x="5546773" y="43180"/>
                  </a:cubicBezTo>
                  <a:lnTo>
                    <a:pt x="5604839" y="42280"/>
                  </a:lnTo>
                  <a:cubicBezTo>
                    <a:pt x="5606743" y="43180"/>
                    <a:pt x="5519167" y="44079"/>
                    <a:pt x="5567715" y="45878"/>
                  </a:cubicBezTo>
                  <a:cubicBezTo>
                    <a:pt x="5591512" y="44979"/>
                    <a:pt x="5654338" y="46778"/>
                    <a:pt x="5655290" y="44079"/>
                  </a:cubicBezTo>
                  <a:lnTo>
                    <a:pt x="5657194" y="44979"/>
                  </a:lnTo>
                  <a:cubicBezTo>
                    <a:pt x="5700982" y="45878"/>
                    <a:pt x="5676232" y="42280"/>
                    <a:pt x="5730491" y="43180"/>
                  </a:cubicBezTo>
                  <a:cubicBezTo>
                    <a:pt x="5731443" y="42280"/>
                    <a:pt x="5720972" y="42280"/>
                    <a:pt x="5700982" y="42280"/>
                  </a:cubicBezTo>
                  <a:cubicBezTo>
                    <a:pt x="5684799" y="42280"/>
                    <a:pt x="5681944" y="44079"/>
                    <a:pt x="5648627" y="44079"/>
                  </a:cubicBezTo>
                  <a:cubicBezTo>
                    <a:pt x="5633396" y="42280"/>
                    <a:pt x="5689559" y="44079"/>
                    <a:pt x="5665761" y="41380"/>
                  </a:cubicBezTo>
                  <a:cubicBezTo>
                    <a:pt x="5654338" y="40481"/>
                    <a:pt x="5576282" y="43180"/>
                    <a:pt x="5601031" y="39581"/>
                  </a:cubicBezTo>
                  <a:lnTo>
                    <a:pt x="5645771" y="40481"/>
                  </a:lnTo>
                  <a:cubicBezTo>
                    <a:pt x="5646723" y="38682"/>
                    <a:pt x="5678136" y="38682"/>
                    <a:pt x="5677184" y="36882"/>
                  </a:cubicBezTo>
                  <a:cubicBezTo>
                    <a:pt x="5704789" y="35983"/>
                    <a:pt x="5729539" y="38682"/>
                    <a:pt x="5757144" y="36882"/>
                  </a:cubicBezTo>
                  <a:cubicBezTo>
                    <a:pt x="5768567" y="35983"/>
                    <a:pt x="5748577" y="33284"/>
                    <a:pt x="5794269" y="34184"/>
                  </a:cubicBezTo>
                  <a:cubicBezTo>
                    <a:pt x="5829490" y="36882"/>
                    <a:pt x="5934200" y="36882"/>
                    <a:pt x="5974180" y="35983"/>
                  </a:cubicBezTo>
                  <a:lnTo>
                    <a:pt x="6008448" y="35083"/>
                  </a:lnTo>
                  <a:cubicBezTo>
                    <a:pt x="6005593" y="34184"/>
                    <a:pt x="5942767" y="35083"/>
                    <a:pt x="5964661" y="34184"/>
                  </a:cubicBezTo>
                  <a:lnTo>
                    <a:pt x="6017968" y="33284"/>
                  </a:lnTo>
                  <a:lnTo>
                    <a:pt x="6014160" y="34184"/>
                  </a:lnTo>
                  <a:cubicBezTo>
                    <a:pt x="6032246" y="34184"/>
                    <a:pt x="6050332" y="33284"/>
                    <a:pt x="6066515" y="33284"/>
                  </a:cubicBezTo>
                  <a:cubicBezTo>
                    <a:pt x="6049380" y="34184"/>
                    <a:pt x="6011304" y="34184"/>
                    <a:pt x="6018919" y="35983"/>
                  </a:cubicBezTo>
                  <a:cubicBezTo>
                    <a:pt x="6043669" y="35983"/>
                    <a:pt x="6047477" y="36882"/>
                    <a:pt x="6070322" y="36882"/>
                  </a:cubicBezTo>
                  <a:cubicBezTo>
                    <a:pt x="6065563" y="36882"/>
                    <a:pt x="6061755" y="36882"/>
                    <a:pt x="6061755" y="36882"/>
                  </a:cubicBezTo>
                  <a:cubicBezTo>
                    <a:pt x="6113158" y="37782"/>
                    <a:pt x="6111255" y="35083"/>
                    <a:pt x="6123629" y="34184"/>
                  </a:cubicBezTo>
                  <a:cubicBezTo>
                    <a:pt x="6175032" y="32385"/>
                    <a:pt x="6072226" y="32385"/>
                    <a:pt x="6078890" y="29686"/>
                  </a:cubicBezTo>
                  <a:lnTo>
                    <a:pt x="6228339" y="29686"/>
                  </a:lnTo>
                  <a:cubicBezTo>
                    <a:pt x="6215013" y="29686"/>
                    <a:pt x="6202638" y="30585"/>
                    <a:pt x="6207397" y="31485"/>
                  </a:cubicBezTo>
                  <a:cubicBezTo>
                    <a:pt x="6243570" y="32385"/>
                    <a:pt x="6208349" y="32385"/>
                    <a:pt x="6259752" y="32385"/>
                  </a:cubicBezTo>
                  <a:cubicBezTo>
                    <a:pt x="6255945" y="29686"/>
                    <a:pt x="6324482" y="31485"/>
                    <a:pt x="6360655" y="29686"/>
                  </a:cubicBezTo>
                  <a:cubicBezTo>
                    <a:pt x="6377789" y="30585"/>
                    <a:pt x="6381597" y="30585"/>
                    <a:pt x="6344472" y="30585"/>
                  </a:cubicBezTo>
                  <a:cubicBezTo>
                    <a:pt x="6348280" y="32385"/>
                    <a:pt x="6397779" y="32385"/>
                    <a:pt x="6415865" y="32385"/>
                  </a:cubicBezTo>
                  <a:lnTo>
                    <a:pt x="6454894" y="31485"/>
                  </a:lnTo>
                  <a:cubicBezTo>
                    <a:pt x="6439663" y="30585"/>
                    <a:pt x="6446327" y="28786"/>
                    <a:pt x="6478691" y="28786"/>
                  </a:cubicBezTo>
                  <a:lnTo>
                    <a:pt x="6480595" y="27887"/>
                  </a:lnTo>
                  <a:cubicBezTo>
                    <a:pt x="6427288" y="27887"/>
                    <a:pt x="6345424" y="25188"/>
                    <a:pt x="6312107" y="26987"/>
                  </a:cubicBezTo>
                  <a:lnTo>
                    <a:pt x="6321626" y="26087"/>
                  </a:lnTo>
                  <a:cubicBezTo>
                    <a:pt x="6260704" y="25188"/>
                    <a:pt x="6189311" y="29686"/>
                    <a:pt x="6160754" y="26087"/>
                  </a:cubicBezTo>
                  <a:cubicBezTo>
                    <a:pt x="6163610" y="25188"/>
                    <a:pt x="6148379" y="26087"/>
                    <a:pt x="6149331" y="24288"/>
                  </a:cubicBezTo>
                  <a:lnTo>
                    <a:pt x="6104591" y="25188"/>
                  </a:lnTo>
                  <a:lnTo>
                    <a:pt x="6114110" y="24288"/>
                  </a:lnTo>
                  <a:lnTo>
                    <a:pt x="6037958" y="25188"/>
                  </a:lnTo>
                  <a:lnTo>
                    <a:pt x="6039861" y="24288"/>
                  </a:lnTo>
                  <a:lnTo>
                    <a:pt x="5952286" y="28786"/>
                  </a:lnTo>
                  <a:cubicBezTo>
                    <a:pt x="5952286" y="29686"/>
                    <a:pt x="5954190" y="29686"/>
                    <a:pt x="5941815" y="30585"/>
                  </a:cubicBezTo>
                  <a:cubicBezTo>
                    <a:pt x="5930392" y="30585"/>
                    <a:pt x="5920873" y="30585"/>
                    <a:pt x="5912306" y="30585"/>
                  </a:cubicBezTo>
                  <a:cubicBezTo>
                    <a:pt x="5912306" y="30585"/>
                    <a:pt x="5912306" y="30585"/>
                    <a:pt x="5912306" y="30585"/>
                  </a:cubicBezTo>
                  <a:cubicBezTo>
                    <a:pt x="5893267" y="30585"/>
                    <a:pt x="5880893" y="28786"/>
                    <a:pt x="5858047" y="28786"/>
                  </a:cubicBezTo>
                  <a:lnTo>
                    <a:pt x="5929440" y="28786"/>
                  </a:lnTo>
                  <a:cubicBezTo>
                    <a:pt x="5935151" y="26987"/>
                    <a:pt x="5928488" y="26087"/>
                    <a:pt x="5894219" y="24288"/>
                  </a:cubicBezTo>
                  <a:cubicBezTo>
                    <a:pt x="5908498" y="24288"/>
                    <a:pt x="5914209" y="23389"/>
                    <a:pt x="5897075" y="23389"/>
                  </a:cubicBezTo>
                  <a:cubicBezTo>
                    <a:pt x="5894219" y="23389"/>
                    <a:pt x="5850432" y="24288"/>
                    <a:pt x="5866614" y="25188"/>
                  </a:cubicBezTo>
                  <a:cubicBezTo>
                    <a:pt x="5799028" y="26087"/>
                    <a:pt x="5690511" y="22489"/>
                    <a:pt x="5587705" y="25188"/>
                  </a:cubicBezTo>
                  <a:cubicBezTo>
                    <a:pt x="5661002" y="23389"/>
                    <a:pt x="5528686" y="22489"/>
                    <a:pt x="5610550" y="22489"/>
                  </a:cubicBezTo>
                  <a:cubicBezTo>
                    <a:pt x="5553436" y="19790"/>
                    <a:pt x="5561051" y="24288"/>
                    <a:pt x="5502985" y="24288"/>
                  </a:cubicBezTo>
                  <a:cubicBezTo>
                    <a:pt x="5498225" y="23389"/>
                    <a:pt x="5534398" y="24288"/>
                    <a:pt x="5547725" y="22489"/>
                  </a:cubicBezTo>
                  <a:cubicBezTo>
                    <a:pt x="5451582" y="21590"/>
                    <a:pt x="5384948" y="26087"/>
                    <a:pt x="5290709" y="26087"/>
                  </a:cubicBezTo>
                  <a:lnTo>
                    <a:pt x="5286901" y="24288"/>
                  </a:lnTo>
                  <a:lnTo>
                    <a:pt x="5228835" y="24288"/>
                  </a:lnTo>
                  <a:close/>
                  <a:moveTo>
                    <a:pt x="6801389" y="28786"/>
                  </a:moveTo>
                  <a:cubicBezTo>
                    <a:pt x="6807100" y="28786"/>
                    <a:pt x="6809004" y="27887"/>
                    <a:pt x="6809004" y="27887"/>
                  </a:cubicBezTo>
                  <a:cubicBezTo>
                    <a:pt x="6690015" y="32385"/>
                    <a:pt x="6592920" y="33284"/>
                    <a:pt x="6529143" y="32385"/>
                  </a:cubicBezTo>
                  <a:cubicBezTo>
                    <a:pt x="6541517" y="34184"/>
                    <a:pt x="6598632" y="35983"/>
                    <a:pt x="6626237" y="36882"/>
                  </a:cubicBezTo>
                  <a:lnTo>
                    <a:pt x="6602440" y="38682"/>
                  </a:lnTo>
                  <a:lnTo>
                    <a:pt x="6587209" y="36882"/>
                  </a:lnTo>
                  <a:lnTo>
                    <a:pt x="6545325" y="38682"/>
                  </a:lnTo>
                  <a:cubicBezTo>
                    <a:pt x="6556748" y="39581"/>
                    <a:pt x="6591017" y="39581"/>
                    <a:pt x="6612911" y="40481"/>
                  </a:cubicBezTo>
                  <a:lnTo>
                    <a:pt x="6707150" y="36882"/>
                  </a:lnTo>
                  <a:lnTo>
                    <a:pt x="6650035" y="35983"/>
                  </a:lnTo>
                  <a:cubicBezTo>
                    <a:pt x="6665266" y="35983"/>
                    <a:pt x="6741418" y="35983"/>
                    <a:pt x="6771879" y="35983"/>
                  </a:cubicBezTo>
                  <a:cubicBezTo>
                    <a:pt x="6772831" y="34184"/>
                    <a:pt x="6720476" y="33284"/>
                    <a:pt x="6713813" y="35083"/>
                  </a:cubicBezTo>
                  <a:cubicBezTo>
                    <a:pt x="6708101" y="33284"/>
                    <a:pt x="6768072" y="34184"/>
                    <a:pt x="6729995" y="32385"/>
                  </a:cubicBezTo>
                  <a:cubicBezTo>
                    <a:pt x="6774735" y="30585"/>
                    <a:pt x="6847080" y="32385"/>
                    <a:pt x="6880397" y="33284"/>
                  </a:cubicBezTo>
                  <a:lnTo>
                    <a:pt x="6886108" y="35083"/>
                  </a:lnTo>
                  <a:cubicBezTo>
                    <a:pt x="6922281" y="36882"/>
                    <a:pt x="6910858" y="32385"/>
                    <a:pt x="6953694" y="34184"/>
                  </a:cubicBezTo>
                  <a:cubicBezTo>
                    <a:pt x="6900387" y="34184"/>
                    <a:pt x="6963213" y="36882"/>
                    <a:pt x="6920377" y="36882"/>
                  </a:cubicBezTo>
                  <a:cubicBezTo>
                    <a:pt x="6933704" y="37782"/>
                    <a:pt x="6920377" y="39581"/>
                    <a:pt x="6963213" y="39581"/>
                  </a:cubicBezTo>
                  <a:cubicBezTo>
                    <a:pt x="6998434" y="35983"/>
                    <a:pt x="7007953" y="41380"/>
                    <a:pt x="7042221" y="38682"/>
                  </a:cubicBezTo>
                  <a:cubicBezTo>
                    <a:pt x="7064115" y="39581"/>
                    <a:pt x="7017472" y="40481"/>
                    <a:pt x="7061260" y="41380"/>
                  </a:cubicBezTo>
                  <a:cubicBezTo>
                    <a:pt x="7112663" y="39581"/>
                    <a:pt x="7109807" y="38682"/>
                    <a:pt x="7112663" y="35983"/>
                  </a:cubicBezTo>
                  <a:cubicBezTo>
                    <a:pt x="7065067" y="35083"/>
                    <a:pt x="7059356" y="38682"/>
                    <a:pt x="7020328" y="37782"/>
                  </a:cubicBezTo>
                  <a:lnTo>
                    <a:pt x="7097432" y="34184"/>
                  </a:lnTo>
                  <a:cubicBezTo>
                    <a:pt x="7083154" y="34184"/>
                    <a:pt x="7072683" y="34184"/>
                    <a:pt x="7064115" y="34184"/>
                  </a:cubicBezTo>
                  <a:cubicBezTo>
                    <a:pt x="7079346" y="34184"/>
                    <a:pt x="7092673" y="33284"/>
                    <a:pt x="7104096" y="32385"/>
                  </a:cubicBezTo>
                  <a:lnTo>
                    <a:pt x="7122182" y="31485"/>
                  </a:lnTo>
                  <a:cubicBezTo>
                    <a:pt x="7078394" y="31485"/>
                    <a:pt x="7039366" y="31485"/>
                    <a:pt x="7032702" y="30585"/>
                  </a:cubicBezTo>
                  <a:lnTo>
                    <a:pt x="7038414" y="28786"/>
                  </a:lnTo>
                  <a:cubicBezTo>
                    <a:pt x="7023183" y="27887"/>
                    <a:pt x="6998434" y="28786"/>
                    <a:pt x="6986059" y="29686"/>
                  </a:cubicBezTo>
                  <a:cubicBezTo>
                    <a:pt x="6947982" y="29686"/>
                    <a:pt x="6908954" y="30585"/>
                    <a:pt x="6900387" y="29686"/>
                  </a:cubicBezTo>
                  <a:lnTo>
                    <a:pt x="6914666" y="28786"/>
                  </a:lnTo>
                  <a:lnTo>
                    <a:pt x="6801389" y="28786"/>
                  </a:lnTo>
                  <a:close/>
                  <a:moveTo>
                    <a:pt x="7409658" y="35083"/>
                  </a:moveTo>
                  <a:lnTo>
                    <a:pt x="7420129" y="35983"/>
                  </a:lnTo>
                  <a:lnTo>
                    <a:pt x="7390620" y="36882"/>
                  </a:lnTo>
                  <a:cubicBezTo>
                    <a:pt x="7338265" y="36882"/>
                    <a:pt x="7295429" y="33284"/>
                    <a:pt x="7247834" y="35983"/>
                  </a:cubicBezTo>
                  <a:cubicBezTo>
                    <a:pt x="7225940" y="35083"/>
                    <a:pt x="7213565" y="33284"/>
                    <a:pt x="7202142" y="32385"/>
                  </a:cubicBezTo>
                  <a:lnTo>
                    <a:pt x="7231651" y="32385"/>
                  </a:lnTo>
                  <a:cubicBezTo>
                    <a:pt x="7364919" y="28786"/>
                    <a:pt x="7301141" y="36882"/>
                    <a:pt x="7409658" y="35083"/>
                  </a:cubicBezTo>
                  <a:close/>
                  <a:moveTo>
                    <a:pt x="4174120" y="38682"/>
                  </a:moveTo>
                  <a:cubicBezTo>
                    <a:pt x="4189351" y="35983"/>
                    <a:pt x="4240754" y="35983"/>
                    <a:pt x="4243609" y="34184"/>
                  </a:cubicBezTo>
                  <a:cubicBezTo>
                    <a:pt x="4247417" y="33284"/>
                    <a:pt x="4235994" y="33284"/>
                    <a:pt x="4223619" y="33284"/>
                  </a:cubicBezTo>
                  <a:lnTo>
                    <a:pt x="4180783" y="32385"/>
                  </a:lnTo>
                  <a:cubicBezTo>
                    <a:pt x="4179831" y="33284"/>
                    <a:pt x="4176976" y="33284"/>
                    <a:pt x="4172216" y="33284"/>
                  </a:cubicBezTo>
                  <a:cubicBezTo>
                    <a:pt x="4187447" y="34184"/>
                    <a:pt x="4196966" y="34184"/>
                    <a:pt x="4191254" y="35983"/>
                  </a:cubicBezTo>
                  <a:cubicBezTo>
                    <a:pt x="4152226" y="33284"/>
                    <a:pt x="4156034" y="37782"/>
                    <a:pt x="4114150" y="37782"/>
                  </a:cubicBezTo>
                  <a:cubicBezTo>
                    <a:pt x="4100823" y="38682"/>
                    <a:pt x="4160793" y="38682"/>
                    <a:pt x="4174120" y="38682"/>
                  </a:cubicBezTo>
                  <a:close/>
                  <a:moveTo>
                    <a:pt x="3930431" y="33284"/>
                  </a:moveTo>
                  <a:lnTo>
                    <a:pt x="3938998" y="31485"/>
                  </a:lnTo>
                  <a:lnTo>
                    <a:pt x="3914249" y="31485"/>
                  </a:lnTo>
                  <a:cubicBezTo>
                    <a:pt x="3917105" y="32385"/>
                    <a:pt x="3919960" y="33284"/>
                    <a:pt x="3930431" y="33284"/>
                  </a:cubicBezTo>
                  <a:close/>
                  <a:moveTo>
                    <a:pt x="3854279" y="31485"/>
                  </a:moveTo>
                  <a:lnTo>
                    <a:pt x="3858086" y="31485"/>
                  </a:lnTo>
                  <a:lnTo>
                    <a:pt x="3831433" y="30585"/>
                  </a:lnTo>
                  <a:cubicBezTo>
                    <a:pt x="3835240" y="31485"/>
                    <a:pt x="3841904" y="31485"/>
                    <a:pt x="3854279" y="31485"/>
                  </a:cubicBezTo>
                  <a:close/>
                  <a:moveTo>
                    <a:pt x="4580585" y="31485"/>
                  </a:moveTo>
                  <a:cubicBezTo>
                    <a:pt x="4576777" y="31485"/>
                    <a:pt x="4572970" y="31485"/>
                    <a:pt x="4571066" y="31485"/>
                  </a:cubicBezTo>
                  <a:lnTo>
                    <a:pt x="4580585" y="31485"/>
                  </a:lnTo>
                  <a:close/>
                  <a:moveTo>
                    <a:pt x="4548220" y="33284"/>
                  </a:moveTo>
                  <a:cubicBezTo>
                    <a:pt x="4585345" y="34184"/>
                    <a:pt x="4576777" y="33284"/>
                    <a:pt x="4582489" y="32385"/>
                  </a:cubicBezTo>
                  <a:lnTo>
                    <a:pt x="4543461" y="32385"/>
                  </a:lnTo>
                  <a:cubicBezTo>
                    <a:pt x="4548220" y="32385"/>
                    <a:pt x="4551076" y="33284"/>
                    <a:pt x="4548220" y="33284"/>
                  </a:cubicBezTo>
                  <a:close/>
                  <a:moveTo>
                    <a:pt x="4501577" y="26087"/>
                  </a:moveTo>
                  <a:lnTo>
                    <a:pt x="4305483" y="26087"/>
                  </a:lnTo>
                  <a:cubicBezTo>
                    <a:pt x="4419712" y="29686"/>
                    <a:pt x="4500625" y="32385"/>
                    <a:pt x="4309291" y="33284"/>
                  </a:cubicBezTo>
                  <a:lnTo>
                    <a:pt x="4296916" y="33284"/>
                  </a:lnTo>
                  <a:cubicBezTo>
                    <a:pt x="4321666" y="34184"/>
                    <a:pt x="4365454" y="34184"/>
                    <a:pt x="4405434" y="33284"/>
                  </a:cubicBezTo>
                  <a:cubicBezTo>
                    <a:pt x="4437799" y="31485"/>
                    <a:pt x="4543461" y="26087"/>
                    <a:pt x="4542509" y="25188"/>
                  </a:cubicBezTo>
                  <a:cubicBezTo>
                    <a:pt x="4531086" y="24288"/>
                    <a:pt x="4513951" y="25188"/>
                    <a:pt x="4493009" y="25188"/>
                  </a:cubicBezTo>
                  <a:lnTo>
                    <a:pt x="4501577" y="26087"/>
                  </a:lnTo>
                  <a:close/>
                  <a:moveTo>
                    <a:pt x="331264" y="35983"/>
                  </a:moveTo>
                  <a:cubicBezTo>
                    <a:pt x="335071" y="35983"/>
                    <a:pt x="336975" y="35983"/>
                    <a:pt x="338879" y="35983"/>
                  </a:cubicBezTo>
                  <a:cubicBezTo>
                    <a:pt x="336975" y="35983"/>
                    <a:pt x="338879" y="35983"/>
                    <a:pt x="331264" y="35983"/>
                  </a:cubicBezTo>
                  <a:close/>
                  <a:moveTo>
                    <a:pt x="3534437" y="35083"/>
                  </a:moveTo>
                  <a:lnTo>
                    <a:pt x="3521110" y="35983"/>
                  </a:lnTo>
                  <a:lnTo>
                    <a:pt x="3527774" y="35083"/>
                  </a:lnTo>
                  <a:lnTo>
                    <a:pt x="3494457" y="35083"/>
                  </a:lnTo>
                  <a:lnTo>
                    <a:pt x="3480178" y="35083"/>
                  </a:lnTo>
                  <a:cubicBezTo>
                    <a:pt x="3482082" y="35083"/>
                    <a:pt x="3483986" y="35083"/>
                    <a:pt x="3484938" y="35083"/>
                  </a:cubicBezTo>
                  <a:lnTo>
                    <a:pt x="3474467" y="34184"/>
                  </a:lnTo>
                  <a:cubicBezTo>
                    <a:pt x="3447813" y="35983"/>
                    <a:pt x="3381180" y="37782"/>
                    <a:pt x="3362142" y="38682"/>
                  </a:cubicBezTo>
                  <a:cubicBezTo>
                    <a:pt x="3336440" y="39581"/>
                    <a:pt x="3305979" y="39581"/>
                    <a:pt x="3285989" y="39581"/>
                  </a:cubicBezTo>
                  <a:cubicBezTo>
                    <a:pt x="3304075" y="39581"/>
                    <a:pt x="3327873" y="39581"/>
                    <a:pt x="3321210" y="38682"/>
                  </a:cubicBezTo>
                  <a:cubicBezTo>
                    <a:pt x="3284085" y="37782"/>
                    <a:pt x="3265999" y="35083"/>
                    <a:pt x="3203173" y="36882"/>
                  </a:cubicBezTo>
                  <a:lnTo>
                    <a:pt x="3240297" y="36882"/>
                  </a:lnTo>
                  <a:lnTo>
                    <a:pt x="3156529" y="40481"/>
                  </a:lnTo>
                  <a:cubicBezTo>
                    <a:pt x="3127972" y="39581"/>
                    <a:pt x="3198413" y="38682"/>
                    <a:pt x="3209836" y="37782"/>
                  </a:cubicBezTo>
                  <a:cubicBezTo>
                    <a:pt x="3145106" y="39581"/>
                    <a:pt x="3090848" y="35083"/>
                    <a:pt x="3061338" y="37782"/>
                  </a:cubicBezTo>
                  <a:cubicBezTo>
                    <a:pt x="3056579" y="35983"/>
                    <a:pt x="3049916" y="33284"/>
                    <a:pt x="3007080" y="33284"/>
                  </a:cubicBezTo>
                  <a:cubicBezTo>
                    <a:pt x="3037541" y="35983"/>
                    <a:pt x="2981378" y="35083"/>
                    <a:pt x="3007080" y="36882"/>
                  </a:cubicBezTo>
                  <a:cubicBezTo>
                    <a:pt x="2991849" y="37782"/>
                    <a:pt x="2959484" y="36882"/>
                    <a:pt x="2956629" y="37782"/>
                  </a:cubicBezTo>
                  <a:lnTo>
                    <a:pt x="2960436" y="36882"/>
                  </a:lnTo>
                  <a:cubicBezTo>
                    <a:pt x="2888091" y="34184"/>
                    <a:pt x="2864293" y="38682"/>
                    <a:pt x="2832880" y="40481"/>
                  </a:cubicBezTo>
                  <a:cubicBezTo>
                    <a:pt x="2746257" y="41380"/>
                    <a:pt x="2706276" y="40481"/>
                    <a:pt x="2634883" y="40481"/>
                  </a:cubicBezTo>
                  <a:cubicBezTo>
                    <a:pt x="2632028" y="39581"/>
                    <a:pt x="2612989" y="35983"/>
                    <a:pt x="2584432" y="35983"/>
                  </a:cubicBezTo>
                  <a:cubicBezTo>
                    <a:pt x="2571105" y="37782"/>
                    <a:pt x="2506376" y="38682"/>
                    <a:pt x="2499712" y="40481"/>
                  </a:cubicBezTo>
                  <a:cubicBezTo>
                    <a:pt x="2551115" y="41380"/>
                    <a:pt x="2541596" y="38682"/>
                    <a:pt x="2572057" y="38682"/>
                  </a:cubicBezTo>
                  <a:cubicBezTo>
                    <a:pt x="2597759" y="40481"/>
                    <a:pt x="2574913" y="40481"/>
                    <a:pt x="2609182" y="41380"/>
                  </a:cubicBezTo>
                  <a:cubicBezTo>
                    <a:pt x="2581576" y="41380"/>
                    <a:pt x="2482578" y="43180"/>
                    <a:pt x="2452117" y="41380"/>
                  </a:cubicBezTo>
                  <a:lnTo>
                    <a:pt x="2462588" y="40481"/>
                  </a:lnTo>
                  <a:cubicBezTo>
                    <a:pt x="2414040" y="39581"/>
                    <a:pt x="2404521" y="35083"/>
                    <a:pt x="2323609" y="37782"/>
                  </a:cubicBezTo>
                  <a:lnTo>
                    <a:pt x="2284581" y="38682"/>
                  </a:lnTo>
                  <a:cubicBezTo>
                    <a:pt x="2286485" y="38682"/>
                    <a:pt x="2286485" y="38682"/>
                    <a:pt x="2287437" y="38682"/>
                  </a:cubicBezTo>
                  <a:cubicBezTo>
                    <a:pt x="2223659" y="38682"/>
                    <a:pt x="2240793" y="35983"/>
                    <a:pt x="2170352" y="37782"/>
                  </a:cubicBezTo>
                  <a:cubicBezTo>
                    <a:pt x="2176063" y="37782"/>
                    <a:pt x="2173207" y="37782"/>
                    <a:pt x="2177967" y="37782"/>
                  </a:cubicBezTo>
                  <a:cubicBezTo>
                    <a:pt x="2137987" y="35983"/>
                    <a:pt x="2098007" y="38682"/>
                    <a:pt x="2067546" y="39581"/>
                  </a:cubicBezTo>
                  <a:cubicBezTo>
                    <a:pt x="2049459" y="37782"/>
                    <a:pt x="2072305" y="37782"/>
                    <a:pt x="2083728" y="35983"/>
                  </a:cubicBezTo>
                  <a:cubicBezTo>
                    <a:pt x="2013287" y="35983"/>
                    <a:pt x="1937134" y="38682"/>
                    <a:pt x="1893346" y="40481"/>
                  </a:cubicBezTo>
                  <a:lnTo>
                    <a:pt x="1847655" y="39581"/>
                  </a:lnTo>
                  <a:cubicBezTo>
                    <a:pt x="1874308" y="38682"/>
                    <a:pt x="1907625" y="36882"/>
                    <a:pt x="1899058" y="35983"/>
                  </a:cubicBezTo>
                  <a:cubicBezTo>
                    <a:pt x="1874308" y="36882"/>
                    <a:pt x="1879068" y="37782"/>
                    <a:pt x="1843847" y="36882"/>
                  </a:cubicBezTo>
                  <a:cubicBezTo>
                    <a:pt x="1849558" y="35983"/>
                    <a:pt x="1864789" y="35083"/>
                    <a:pt x="1880971" y="33284"/>
                  </a:cubicBezTo>
                  <a:cubicBezTo>
                    <a:pt x="1808626" y="31485"/>
                    <a:pt x="1864789" y="37782"/>
                    <a:pt x="1813386" y="34184"/>
                  </a:cubicBezTo>
                  <a:cubicBezTo>
                    <a:pt x="1790540" y="34184"/>
                    <a:pt x="1777213" y="35983"/>
                    <a:pt x="1775310" y="36882"/>
                  </a:cubicBezTo>
                  <a:lnTo>
                    <a:pt x="1733426" y="35083"/>
                  </a:lnTo>
                  <a:cubicBezTo>
                    <a:pt x="1728666" y="36882"/>
                    <a:pt x="1677263" y="36882"/>
                    <a:pt x="1643946" y="37782"/>
                  </a:cubicBezTo>
                  <a:cubicBezTo>
                    <a:pt x="1639187" y="37782"/>
                    <a:pt x="1670600" y="39581"/>
                    <a:pt x="1683926" y="38682"/>
                  </a:cubicBezTo>
                  <a:cubicBezTo>
                    <a:pt x="1681071" y="39581"/>
                    <a:pt x="1644898" y="40481"/>
                    <a:pt x="1622052" y="40481"/>
                  </a:cubicBezTo>
                  <a:cubicBezTo>
                    <a:pt x="1613485" y="36882"/>
                    <a:pt x="1471651" y="41380"/>
                    <a:pt x="1498304" y="36882"/>
                  </a:cubicBezTo>
                  <a:cubicBezTo>
                    <a:pt x="1395498" y="37782"/>
                    <a:pt x="1249856" y="38682"/>
                    <a:pt x="1181318" y="39581"/>
                  </a:cubicBezTo>
                  <a:cubicBezTo>
                    <a:pt x="1159425" y="38682"/>
                    <a:pt x="1113733" y="38682"/>
                    <a:pt x="1140386" y="36882"/>
                  </a:cubicBezTo>
                  <a:cubicBezTo>
                    <a:pt x="1057570" y="36882"/>
                    <a:pt x="1014734" y="40481"/>
                    <a:pt x="931918" y="39581"/>
                  </a:cubicBezTo>
                  <a:cubicBezTo>
                    <a:pt x="925255" y="39581"/>
                    <a:pt x="969043" y="39581"/>
                    <a:pt x="966187" y="38682"/>
                  </a:cubicBezTo>
                  <a:cubicBezTo>
                    <a:pt x="911928" y="39581"/>
                    <a:pt x="868140" y="36882"/>
                    <a:pt x="784372" y="37782"/>
                  </a:cubicBezTo>
                  <a:cubicBezTo>
                    <a:pt x="798651" y="37782"/>
                    <a:pt x="802459" y="36882"/>
                    <a:pt x="804363" y="36882"/>
                  </a:cubicBezTo>
                  <a:cubicBezTo>
                    <a:pt x="806266" y="36882"/>
                    <a:pt x="770094" y="37782"/>
                    <a:pt x="748200" y="38682"/>
                  </a:cubicBezTo>
                  <a:cubicBezTo>
                    <a:pt x="735825" y="37782"/>
                    <a:pt x="764382" y="37782"/>
                    <a:pt x="757719" y="37782"/>
                  </a:cubicBezTo>
                  <a:cubicBezTo>
                    <a:pt x="595894" y="35983"/>
                    <a:pt x="472146" y="40481"/>
                    <a:pt x="311274" y="39581"/>
                  </a:cubicBezTo>
                  <a:cubicBezTo>
                    <a:pt x="357917" y="39581"/>
                    <a:pt x="375052" y="37782"/>
                    <a:pt x="375052" y="36882"/>
                  </a:cubicBezTo>
                  <a:lnTo>
                    <a:pt x="330312" y="36882"/>
                  </a:lnTo>
                  <a:cubicBezTo>
                    <a:pt x="313178" y="37782"/>
                    <a:pt x="278909" y="37782"/>
                    <a:pt x="250352" y="38682"/>
                  </a:cubicBezTo>
                  <a:cubicBezTo>
                    <a:pt x="247496" y="37782"/>
                    <a:pt x="233217" y="37782"/>
                    <a:pt x="247496" y="36882"/>
                  </a:cubicBezTo>
                  <a:cubicBezTo>
                    <a:pt x="158968" y="34184"/>
                    <a:pt x="108517" y="40481"/>
                    <a:pt x="0" y="39581"/>
                  </a:cubicBezTo>
                  <a:lnTo>
                    <a:pt x="131363" y="35083"/>
                  </a:lnTo>
                  <a:lnTo>
                    <a:pt x="98998" y="33284"/>
                  </a:lnTo>
                  <a:lnTo>
                    <a:pt x="157064" y="31485"/>
                  </a:lnTo>
                  <a:cubicBezTo>
                    <a:pt x="122796" y="29686"/>
                    <a:pt x="92335" y="32385"/>
                    <a:pt x="87575" y="30585"/>
                  </a:cubicBezTo>
                  <a:cubicBezTo>
                    <a:pt x="95190" y="30585"/>
                    <a:pt x="113277" y="30585"/>
                    <a:pt x="113277" y="29686"/>
                  </a:cubicBezTo>
                  <a:cubicBezTo>
                    <a:pt x="79960" y="28786"/>
                    <a:pt x="78056" y="30585"/>
                    <a:pt x="52354" y="30585"/>
                  </a:cubicBezTo>
                  <a:cubicBezTo>
                    <a:pt x="118988" y="26987"/>
                    <a:pt x="247496" y="27887"/>
                    <a:pt x="316985" y="26987"/>
                  </a:cubicBezTo>
                  <a:cubicBezTo>
                    <a:pt x="328408" y="26987"/>
                    <a:pt x="308418" y="27887"/>
                    <a:pt x="306514" y="27887"/>
                  </a:cubicBezTo>
                  <a:cubicBezTo>
                    <a:pt x="334120" y="27887"/>
                    <a:pt x="351254" y="28786"/>
                    <a:pt x="387426" y="28786"/>
                  </a:cubicBezTo>
                  <a:cubicBezTo>
                    <a:pt x="409320" y="26987"/>
                    <a:pt x="370292" y="26987"/>
                    <a:pt x="353158" y="26987"/>
                  </a:cubicBezTo>
                  <a:cubicBezTo>
                    <a:pt x="355062" y="26087"/>
                    <a:pt x="363629" y="26087"/>
                    <a:pt x="383619" y="26087"/>
                  </a:cubicBezTo>
                  <a:cubicBezTo>
                    <a:pt x="388378" y="27887"/>
                    <a:pt x="491184" y="26987"/>
                    <a:pt x="516886" y="28786"/>
                  </a:cubicBezTo>
                  <a:cubicBezTo>
                    <a:pt x="621596" y="28786"/>
                    <a:pt x="499752" y="24288"/>
                    <a:pt x="602558" y="25188"/>
                  </a:cubicBezTo>
                  <a:lnTo>
                    <a:pt x="633019" y="26987"/>
                  </a:lnTo>
                  <a:cubicBezTo>
                    <a:pt x="692037" y="26087"/>
                    <a:pt x="769142" y="24288"/>
                    <a:pt x="835776" y="25188"/>
                  </a:cubicBezTo>
                  <a:lnTo>
                    <a:pt x="822449" y="25188"/>
                  </a:lnTo>
                  <a:cubicBezTo>
                    <a:pt x="812930" y="26087"/>
                    <a:pt x="828160" y="26087"/>
                    <a:pt x="834824" y="26987"/>
                  </a:cubicBezTo>
                  <a:cubicBezTo>
                    <a:pt x="886227" y="27887"/>
                    <a:pt x="931918" y="25188"/>
                    <a:pt x="962379" y="26987"/>
                  </a:cubicBezTo>
                  <a:cubicBezTo>
                    <a:pt x="1020446" y="25188"/>
                    <a:pt x="1116589" y="23389"/>
                    <a:pt x="1183222" y="22489"/>
                  </a:cubicBezTo>
                  <a:cubicBezTo>
                    <a:pt x="1201309" y="25188"/>
                    <a:pt x="1096599" y="25188"/>
                    <a:pt x="1068993" y="26987"/>
                  </a:cubicBezTo>
                  <a:lnTo>
                    <a:pt x="1129915" y="26987"/>
                  </a:lnTo>
                  <a:cubicBezTo>
                    <a:pt x="1091839" y="26987"/>
                    <a:pt x="1077560" y="27887"/>
                    <a:pt x="1054715" y="28786"/>
                  </a:cubicBezTo>
                  <a:cubicBezTo>
                    <a:pt x="1108021" y="29686"/>
                    <a:pt x="1125156" y="26987"/>
                    <a:pt x="1175607" y="26987"/>
                  </a:cubicBezTo>
                  <a:cubicBezTo>
                    <a:pt x="1171799" y="26987"/>
                    <a:pt x="1178463" y="27887"/>
                    <a:pt x="1201309" y="27887"/>
                  </a:cubicBezTo>
                  <a:lnTo>
                    <a:pt x="1207972" y="26087"/>
                  </a:lnTo>
                  <a:cubicBezTo>
                    <a:pt x="1207972" y="26087"/>
                    <a:pt x="1210828" y="26087"/>
                    <a:pt x="1218443" y="26087"/>
                  </a:cubicBezTo>
                  <a:lnTo>
                    <a:pt x="1306970" y="25188"/>
                  </a:lnTo>
                  <a:cubicBezTo>
                    <a:pt x="1287932" y="24288"/>
                    <a:pt x="1286980" y="23389"/>
                    <a:pt x="1264135" y="23389"/>
                  </a:cubicBezTo>
                  <a:cubicBezTo>
                    <a:pt x="1272702" y="24288"/>
                    <a:pt x="1252712" y="24288"/>
                    <a:pt x="1229866" y="24288"/>
                  </a:cubicBezTo>
                  <a:cubicBezTo>
                    <a:pt x="1249856" y="23389"/>
                    <a:pt x="1207972" y="23389"/>
                    <a:pt x="1207972" y="22489"/>
                  </a:cubicBezTo>
                  <a:cubicBezTo>
                    <a:pt x="1254615" y="22489"/>
                    <a:pt x="1310778" y="22489"/>
                    <a:pt x="1341239" y="21590"/>
                  </a:cubicBezTo>
                  <a:lnTo>
                    <a:pt x="1350758" y="23389"/>
                  </a:lnTo>
                  <a:lnTo>
                    <a:pt x="1471651" y="23389"/>
                  </a:lnTo>
                  <a:lnTo>
                    <a:pt x="1462132" y="24288"/>
                  </a:lnTo>
                  <a:cubicBezTo>
                    <a:pt x="1514487" y="24288"/>
                    <a:pt x="1566842" y="23389"/>
                    <a:pt x="1613485" y="25188"/>
                  </a:cubicBezTo>
                  <a:cubicBezTo>
                    <a:pt x="1661081" y="23389"/>
                    <a:pt x="1720099" y="21590"/>
                    <a:pt x="1759127" y="19790"/>
                  </a:cubicBezTo>
                  <a:cubicBezTo>
                    <a:pt x="1779117" y="17991"/>
                    <a:pt x="1897154" y="22489"/>
                    <a:pt x="1950461" y="18891"/>
                  </a:cubicBezTo>
                  <a:cubicBezTo>
                    <a:pt x="1953317" y="19790"/>
                    <a:pt x="1913336" y="20690"/>
                    <a:pt x="1895250" y="21590"/>
                  </a:cubicBezTo>
                  <a:cubicBezTo>
                    <a:pt x="1930471" y="21590"/>
                    <a:pt x="1959028" y="19790"/>
                    <a:pt x="1970451" y="21590"/>
                  </a:cubicBezTo>
                  <a:cubicBezTo>
                    <a:pt x="1890491" y="20690"/>
                    <a:pt x="1974259" y="23389"/>
                    <a:pt x="1939038" y="24288"/>
                  </a:cubicBezTo>
                  <a:cubicBezTo>
                    <a:pt x="1976162" y="24288"/>
                    <a:pt x="2015191" y="23389"/>
                    <a:pt x="2033277" y="22489"/>
                  </a:cubicBezTo>
                  <a:cubicBezTo>
                    <a:pt x="1973307" y="22489"/>
                    <a:pt x="2054219" y="19790"/>
                    <a:pt x="1993297" y="20690"/>
                  </a:cubicBezTo>
                  <a:cubicBezTo>
                    <a:pt x="2040892" y="18891"/>
                    <a:pt x="2104670" y="17991"/>
                    <a:pt x="2160833" y="18891"/>
                  </a:cubicBezTo>
                  <a:cubicBezTo>
                    <a:pt x="2160833" y="19790"/>
                    <a:pt x="2167496" y="19790"/>
                    <a:pt x="2188438" y="20690"/>
                  </a:cubicBezTo>
                  <a:lnTo>
                    <a:pt x="2205572" y="18891"/>
                  </a:lnTo>
                  <a:cubicBezTo>
                    <a:pt x="2231274" y="18891"/>
                    <a:pt x="2154169" y="20690"/>
                    <a:pt x="2207476" y="20690"/>
                  </a:cubicBezTo>
                  <a:cubicBezTo>
                    <a:pt x="2261735" y="18891"/>
                    <a:pt x="2371205" y="22489"/>
                    <a:pt x="2395002" y="17991"/>
                  </a:cubicBezTo>
                  <a:cubicBezTo>
                    <a:pt x="2436886" y="19790"/>
                    <a:pt x="2315994" y="19790"/>
                    <a:pt x="2378820" y="21590"/>
                  </a:cubicBezTo>
                  <a:cubicBezTo>
                    <a:pt x="2342647" y="23389"/>
                    <a:pt x="2292196" y="21590"/>
                    <a:pt x="2280773" y="23389"/>
                  </a:cubicBezTo>
                  <a:cubicBezTo>
                    <a:pt x="2315994" y="23389"/>
                    <a:pt x="2293148" y="25188"/>
                    <a:pt x="2315994" y="25188"/>
                  </a:cubicBezTo>
                  <a:lnTo>
                    <a:pt x="2355974" y="24288"/>
                  </a:lnTo>
                  <a:lnTo>
                    <a:pt x="2347407" y="24288"/>
                  </a:lnTo>
                  <a:cubicBezTo>
                    <a:pt x="2414040" y="21590"/>
                    <a:pt x="2519702" y="22489"/>
                    <a:pt x="2605374" y="22489"/>
                  </a:cubicBezTo>
                  <a:cubicBezTo>
                    <a:pt x="2676767" y="19790"/>
                    <a:pt x="2727218" y="17092"/>
                    <a:pt x="2813842" y="17092"/>
                  </a:cubicBezTo>
                  <a:cubicBezTo>
                    <a:pt x="2788141" y="17991"/>
                    <a:pt x="2885235" y="17991"/>
                    <a:pt x="2830977" y="20690"/>
                  </a:cubicBezTo>
                  <a:cubicBezTo>
                    <a:pt x="2870957" y="21590"/>
                    <a:pt x="2910937" y="19790"/>
                    <a:pt x="2910937" y="18891"/>
                  </a:cubicBezTo>
                  <a:cubicBezTo>
                    <a:pt x="2875716" y="18891"/>
                    <a:pt x="2898562" y="18891"/>
                    <a:pt x="2869053" y="18891"/>
                  </a:cubicBezTo>
                  <a:cubicBezTo>
                    <a:pt x="2889043" y="17092"/>
                    <a:pt x="2935687" y="17092"/>
                    <a:pt x="2954725" y="17991"/>
                  </a:cubicBezTo>
                  <a:cubicBezTo>
                    <a:pt x="2945206" y="17991"/>
                    <a:pt x="2949013" y="17991"/>
                    <a:pt x="2947109" y="18891"/>
                  </a:cubicBezTo>
                  <a:cubicBezTo>
                    <a:pt x="2988993" y="18891"/>
                    <a:pt x="2967100" y="17092"/>
                    <a:pt x="2997561" y="17092"/>
                  </a:cubicBezTo>
                  <a:cubicBezTo>
                    <a:pt x="3007080" y="17991"/>
                    <a:pt x="3065146" y="17092"/>
                    <a:pt x="3092751" y="17991"/>
                  </a:cubicBezTo>
                  <a:lnTo>
                    <a:pt x="3132732" y="15292"/>
                  </a:lnTo>
                  <a:cubicBezTo>
                    <a:pt x="3110838" y="17092"/>
                    <a:pt x="3171760" y="16192"/>
                    <a:pt x="3177471" y="17092"/>
                  </a:cubicBezTo>
                  <a:cubicBezTo>
                    <a:pt x="3206981" y="16192"/>
                    <a:pt x="3230778" y="14393"/>
                    <a:pt x="3274566" y="14393"/>
                  </a:cubicBezTo>
                  <a:cubicBezTo>
                    <a:pt x="3256480" y="15292"/>
                    <a:pt x="3315498" y="15292"/>
                    <a:pt x="3315498" y="17092"/>
                  </a:cubicBezTo>
                  <a:cubicBezTo>
                    <a:pt x="3390699" y="18891"/>
                    <a:pt x="3440198" y="12594"/>
                    <a:pt x="3511591" y="15292"/>
                  </a:cubicBezTo>
                  <a:cubicBezTo>
                    <a:pt x="3509688" y="15292"/>
                    <a:pt x="3495409" y="16192"/>
                    <a:pt x="3516351" y="17092"/>
                  </a:cubicBezTo>
                  <a:cubicBezTo>
                    <a:pt x="3532533" y="16192"/>
                    <a:pt x="3561091" y="16192"/>
                    <a:pt x="3579177" y="16192"/>
                  </a:cubicBezTo>
                  <a:lnTo>
                    <a:pt x="3578225" y="16192"/>
                  </a:lnTo>
                  <a:lnTo>
                    <a:pt x="3579177" y="16192"/>
                  </a:lnTo>
                  <a:cubicBezTo>
                    <a:pt x="3587744" y="16192"/>
                    <a:pt x="3593456" y="16192"/>
                    <a:pt x="3593456" y="15292"/>
                  </a:cubicBezTo>
                  <a:cubicBezTo>
                    <a:pt x="3623917" y="13493"/>
                    <a:pt x="3639147" y="12594"/>
                    <a:pt x="3698166" y="10795"/>
                  </a:cubicBezTo>
                  <a:cubicBezTo>
                    <a:pt x="3694358" y="8995"/>
                    <a:pt x="3643907" y="9895"/>
                    <a:pt x="3622013" y="10795"/>
                  </a:cubicBezTo>
                  <a:lnTo>
                    <a:pt x="3603927" y="12594"/>
                  </a:lnTo>
                  <a:cubicBezTo>
                    <a:pt x="3585840" y="9895"/>
                    <a:pt x="3550620" y="12594"/>
                    <a:pt x="3536341" y="11694"/>
                  </a:cubicBezTo>
                  <a:cubicBezTo>
                    <a:pt x="3572514" y="8995"/>
                    <a:pt x="3674368" y="9895"/>
                    <a:pt x="3735290" y="7196"/>
                  </a:cubicBezTo>
                  <a:cubicBezTo>
                    <a:pt x="3698166" y="5397"/>
                    <a:pt x="3617253" y="4497"/>
                    <a:pt x="3545860" y="5397"/>
                  </a:cubicBezTo>
                  <a:lnTo>
                    <a:pt x="3577273" y="6297"/>
                  </a:lnTo>
                  <a:lnTo>
                    <a:pt x="3540149" y="6297"/>
                  </a:lnTo>
                  <a:lnTo>
                    <a:pt x="3576321" y="8096"/>
                  </a:lnTo>
                  <a:lnTo>
                    <a:pt x="3478275" y="8096"/>
                  </a:lnTo>
                  <a:cubicBezTo>
                    <a:pt x="3515399" y="8096"/>
                    <a:pt x="3530630" y="10795"/>
                    <a:pt x="3509688" y="9895"/>
                  </a:cubicBezTo>
                  <a:cubicBezTo>
                    <a:pt x="3467804" y="8995"/>
                    <a:pt x="3465900" y="11694"/>
                    <a:pt x="3434487" y="11694"/>
                  </a:cubicBezTo>
                  <a:cubicBezTo>
                    <a:pt x="3451621" y="11694"/>
                    <a:pt x="3474467" y="11694"/>
                    <a:pt x="3460188" y="12594"/>
                  </a:cubicBezTo>
                  <a:cubicBezTo>
                    <a:pt x="3397362" y="10795"/>
                    <a:pt x="3380228" y="11694"/>
                    <a:pt x="3324065" y="9895"/>
                  </a:cubicBezTo>
                  <a:cubicBezTo>
                    <a:pt x="3330729" y="12594"/>
                    <a:pt x="3252672" y="9895"/>
                    <a:pt x="3244105" y="12594"/>
                  </a:cubicBezTo>
                  <a:lnTo>
                    <a:pt x="3270758" y="12594"/>
                  </a:lnTo>
                  <a:lnTo>
                    <a:pt x="3214596" y="14393"/>
                  </a:lnTo>
                  <a:cubicBezTo>
                    <a:pt x="3163193" y="12594"/>
                    <a:pt x="3260287" y="12594"/>
                    <a:pt x="3182231" y="10795"/>
                  </a:cubicBezTo>
                  <a:cubicBezTo>
                    <a:pt x="3108934" y="10795"/>
                    <a:pt x="3110838" y="13493"/>
                    <a:pt x="3053723" y="13493"/>
                  </a:cubicBezTo>
                  <a:cubicBezTo>
                    <a:pt x="3072761" y="12594"/>
                    <a:pt x="3118453" y="10795"/>
                    <a:pt x="3164145" y="10795"/>
                  </a:cubicBezTo>
                  <a:lnTo>
                    <a:pt x="3136539" y="9895"/>
                  </a:lnTo>
                  <a:cubicBezTo>
                    <a:pt x="3150818" y="8995"/>
                    <a:pt x="3214596" y="8995"/>
                    <a:pt x="3246009" y="8995"/>
                  </a:cubicBezTo>
                  <a:cubicBezTo>
                    <a:pt x="3193654" y="10795"/>
                    <a:pt x="3270758" y="9895"/>
                    <a:pt x="3294556" y="10795"/>
                  </a:cubicBezTo>
                  <a:cubicBezTo>
                    <a:pt x="3299316" y="8995"/>
                    <a:pt x="3265999" y="9895"/>
                    <a:pt x="3305027" y="8096"/>
                  </a:cubicBezTo>
                  <a:cubicBezTo>
                    <a:pt x="3267903" y="8096"/>
                    <a:pt x="3262191" y="8096"/>
                    <a:pt x="3215548" y="8096"/>
                  </a:cubicBezTo>
                  <a:cubicBezTo>
                    <a:pt x="3317402" y="8096"/>
                    <a:pt x="3306931" y="2698"/>
                    <a:pt x="3396410" y="3598"/>
                  </a:cubicBezTo>
                  <a:cubicBezTo>
                    <a:pt x="3355478" y="3598"/>
                    <a:pt x="3411641" y="5397"/>
                    <a:pt x="3416401" y="6297"/>
                  </a:cubicBezTo>
                  <a:lnTo>
                    <a:pt x="3490649" y="5397"/>
                  </a:lnTo>
                  <a:lnTo>
                    <a:pt x="3476371" y="3598"/>
                  </a:lnTo>
                  <a:cubicBezTo>
                    <a:pt x="3528726" y="2698"/>
                    <a:pt x="3546812" y="7196"/>
                    <a:pt x="3606782" y="4497"/>
                  </a:cubicBezTo>
                  <a:cubicBezTo>
                    <a:pt x="3614398" y="3598"/>
                    <a:pt x="3553475" y="3598"/>
                    <a:pt x="3564898" y="3598"/>
                  </a:cubicBezTo>
                  <a:cubicBezTo>
                    <a:pt x="3646762" y="2698"/>
                    <a:pt x="3676272" y="5397"/>
                    <a:pt x="3749569" y="7196"/>
                  </a:cubicBezTo>
                  <a:cubicBezTo>
                    <a:pt x="3754328" y="6297"/>
                    <a:pt x="3753376" y="5397"/>
                    <a:pt x="3779078" y="3598"/>
                  </a:cubicBezTo>
                  <a:cubicBezTo>
                    <a:pt x="3770511" y="5397"/>
                    <a:pt x="3789549" y="6297"/>
                    <a:pt x="3760992" y="7196"/>
                  </a:cubicBezTo>
                  <a:cubicBezTo>
                    <a:pt x="3784789" y="7196"/>
                    <a:pt x="3814298" y="6297"/>
                    <a:pt x="3835240" y="6297"/>
                  </a:cubicBezTo>
                  <a:cubicBezTo>
                    <a:pt x="3784789" y="5397"/>
                    <a:pt x="3856182" y="3598"/>
                    <a:pt x="3865702" y="3598"/>
                  </a:cubicBezTo>
                  <a:cubicBezTo>
                    <a:pt x="3892355" y="3598"/>
                    <a:pt x="3858086" y="4497"/>
                    <a:pt x="3841904" y="4497"/>
                  </a:cubicBezTo>
                  <a:cubicBezTo>
                    <a:pt x="3862846" y="5397"/>
                    <a:pt x="3887595" y="7196"/>
                    <a:pt x="3899970" y="5397"/>
                  </a:cubicBezTo>
                  <a:cubicBezTo>
                    <a:pt x="3900922" y="6297"/>
                    <a:pt x="3840952" y="8995"/>
                    <a:pt x="3801924" y="9895"/>
                  </a:cubicBezTo>
                  <a:lnTo>
                    <a:pt x="3827625" y="9895"/>
                  </a:lnTo>
                  <a:cubicBezTo>
                    <a:pt x="3809539" y="10795"/>
                    <a:pt x="3806683" y="10795"/>
                    <a:pt x="3780030" y="9895"/>
                  </a:cubicBezTo>
                  <a:cubicBezTo>
                    <a:pt x="3805731" y="11694"/>
                    <a:pt x="3802876" y="12594"/>
                    <a:pt x="3797164" y="13493"/>
                  </a:cubicBezTo>
                  <a:cubicBezTo>
                    <a:pt x="3794308" y="13493"/>
                    <a:pt x="3799068" y="13493"/>
                    <a:pt x="3796212" y="13493"/>
                  </a:cubicBezTo>
                  <a:cubicBezTo>
                    <a:pt x="3775270" y="12594"/>
                    <a:pt x="3759088" y="13493"/>
                    <a:pt x="3763847" y="14393"/>
                  </a:cubicBezTo>
                  <a:cubicBezTo>
                    <a:pt x="3744809" y="16192"/>
                    <a:pt x="3793356" y="15292"/>
                    <a:pt x="3807635" y="16192"/>
                  </a:cubicBezTo>
                  <a:lnTo>
                    <a:pt x="3839048" y="16192"/>
                  </a:lnTo>
                  <a:lnTo>
                    <a:pt x="3949469" y="8995"/>
                  </a:lnTo>
                  <a:cubicBezTo>
                    <a:pt x="3996113" y="8096"/>
                    <a:pt x="4017055" y="9895"/>
                    <a:pt x="4052276" y="10795"/>
                  </a:cubicBezTo>
                  <a:lnTo>
                    <a:pt x="4061795" y="8995"/>
                  </a:lnTo>
                  <a:cubicBezTo>
                    <a:pt x="4102727" y="8995"/>
                    <a:pt x="4141755" y="9895"/>
                    <a:pt x="4115102" y="11694"/>
                  </a:cubicBezTo>
                  <a:cubicBezTo>
                    <a:pt x="4114150" y="11694"/>
                    <a:pt x="4108438" y="11694"/>
                    <a:pt x="4099871" y="11694"/>
                  </a:cubicBezTo>
                  <a:cubicBezTo>
                    <a:pt x="4097967" y="11694"/>
                    <a:pt x="4096063" y="11694"/>
                    <a:pt x="4094160" y="11694"/>
                  </a:cubicBezTo>
                  <a:lnTo>
                    <a:pt x="4091304" y="12594"/>
                  </a:lnTo>
                  <a:lnTo>
                    <a:pt x="4165553" y="10795"/>
                  </a:lnTo>
                  <a:cubicBezTo>
                    <a:pt x="4091304" y="13493"/>
                    <a:pt x="4161745" y="14393"/>
                    <a:pt x="4149370" y="17092"/>
                  </a:cubicBezTo>
                  <a:lnTo>
                    <a:pt x="4224571" y="16192"/>
                  </a:lnTo>
                  <a:cubicBezTo>
                    <a:pt x="4178880" y="15292"/>
                    <a:pt x="4223619" y="14393"/>
                    <a:pt x="4239802" y="14393"/>
                  </a:cubicBezTo>
                  <a:cubicBezTo>
                    <a:pt x="4243609" y="16192"/>
                    <a:pt x="4299772" y="14393"/>
                    <a:pt x="4326425" y="14393"/>
                  </a:cubicBezTo>
                  <a:lnTo>
                    <a:pt x="4324522" y="14393"/>
                  </a:lnTo>
                  <a:cubicBezTo>
                    <a:pt x="4348319" y="15292"/>
                    <a:pt x="4391155" y="15292"/>
                    <a:pt x="4421616" y="14393"/>
                  </a:cubicBezTo>
                  <a:cubicBezTo>
                    <a:pt x="4419712" y="14393"/>
                    <a:pt x="4458741" y="10795"/>
                    <a:pt x="4477779" y="8995"/>
                  </a:cubicBezTo>
                  <a:cubicBezTo>
                    <a:pt x="4425424" y="8995"/>
                    <a:pt x="4456837" y="8096"/>
                    <a:pt x="4452077" y="7196"/>
                  </a:cubicBezTo>
                  <a:cubicBezTo>
                    <a:pt x="4457789" y="7196"/>
                    <a:pt x="4467308" y="7196"/>
                    <a:pt x="4468260" y="7196"/>
                  </a:cubicBezTo>
                  <a:cubicBezTo>
                    <a:pt x="4475875" y="6297"/>
                    <a:pt x="4458741" y="6297"/>
                    <a:pt x="4456837" y="5397"/>
                  </a:cubicBezTo>
                  <a:cubicBezTo>
                    <a:pt x="4401626" y="6297"/>
                    <a:pt x="4344512" y="7196"/>
                    <a:pt x="4322618" y="8995"/>
                  </a:cubicBezTo>
                  <a:cubicBezTo>
                    <a:pt x="4338800" y="10795"/>
                    <a:pt x="4351175" y="8096"/>
                    <a:pt x="4370213" y="8995"/>
                  </a:cubicBezTo>
                  <a:cubicBezTo>
                    <a:pt x="4342608" y="10795"/>
                    <a:pt x="4307387" y="9895"/>
                    <a:pt x="4261696" y="9895"/>
                  </a:cubicBezTo>
                  <a:lnTo>
                    <a:pt x="4246465" y="8995"/>
                  </a:lnTo>
                  <a:lnTo>
                    <a:pt x="4199822" y="9895"/>
                  </a:lnTo>
                  <a:cubicBezTo>
                    <a:pt x="4218860" y="8995"/>
                    <a:pt x="4207437" y="7196"/>
                    <a:pt x="4255984" y="7196"/>
                  </a:cubicBezTo>
                  <a:cubicBezTo>
                    <a:pt x="4250273" y="5397"/>
                    <a:pt x="4208389" y="7196"/>
                    <a:pt x="4177928" y="7196"/>
                  </a:cubicBezTo>
                  <a:lnTo>
                    <a:pt x="4162697" y="8995"/>
                  </a:lnTo>
                  <a:cubicBezTo>
                    <a:pt x="4169360" y="8096"/>
                    <a:pt x="4105583" y="8096"/>
                    <a:pt x="4150322" y="6297"/>
                  </a:cubicBezTo>
                  <a:lnTo>
                    <a:pt x="4224571" y="4497"/>
                  </a:lnTo>
                  <a:lnTo>
                    <a:pt x="4203629" y="3598"/>
                  </a:lnTo>
                  <a:lnTo>
                    <a:pt x="4265503" y="3598"/>
                  </a:lnTo>
                  <a:lnTo>
                    <a:pt x="4251225" y="3598"/>
                  </a:lnTo>
                  <a:cubicBezTo>
                    <a:pt x="4351175" y="3598"/>
                    <a:pt x="4280734" y="7196"/>
                    <a:pt x="4381636" y="5397"/>
                  </a:cubicBezTo>
                  <a:cubicBezTo>
                    <a:pt x="4413049" y="3598"/>
                    <a:pt x="4446366" y="3598"/>
                    <a:pt x="4508240" y="3598"/>
                  </a:cubicBezTo>
                  <a:cubicBezTo>
                    <a:pt x="4463500" y="3598"/>
                    <a:pt x="4503480" y="4497"/>
                    <a:pt x="4487298" y="6297"/>
                  </a:cubicBezTo>
                  <a:cubicBezTo>
                    <a:pt x="4532038" y="7196"/>
                    <a:pt x="4547268" y="5397"/>
                    <a:pt x="4571066" y="3598"/>
                  </a:cubicBezTo>
                  <a:cubicBezTo>
                    <a:pt x="4582489" y="5397"/>
                    <a:pt x="4591056" y="6297"/>
                    <a:pt x="4550124" y="6297"/>
                  </a:cubicBezTo>
                  <a:cubicBezTo>
                    <a:pt x="4545364" y="8995"/>
                    <a:pt x="4604383" y="5397"/>
                    <a:pt x="4607239" y="8096"/>
                  </a:cubicBezTo>
                  <a:cubicBezTo>
                    <a:pt x="4742410" y="8096"/>
                    <a:pt x="4715756" y="0"/>
                    <a:pt x="4872821" y="3598"/>
                  </a:cubicBezTo>
                  <a:lnTo>
                    <a:pt x="4867110" y="3598"/>
                  </a:lnTo>
                  <a:cubicBezTo>
                    <a:pt x="4967060" y="3598"/>
                    <a:pt x="5025127" y="3598"/>
                    <a:pt x="5117462" y="3598"/>
                  </a:cubicBezTo>
                  <a:lnTo>
                    <a:pt x="5189807" y="5397"/>
                  </a:lnTo>
                  <a:cubicBezTo>
                    <a:pt x="5173624" y="5397"/>
                    <a:pt x="5129837" y="8096"/>
                    <a:pt x="5150779" y="8995"/>
                  </a:cubicBezTo>
                  <a:cubicBezTo>
                    <a:pt x="5114606" y="6297"/>
                    <a:pt x="5077482" y="7196"/>
                    <a:pt x="5039405" y="6297"/>
                  </a:cubicBezTo>
                  <a:cubicBezTo>
                    <a:pt x="5035598" y="6297"/>
                    <a:pt x="5050828" y="7196"/>
                    <a:pt x="5057491" y="8096"/>
                  </a:cubicBezTo>
                  <a:cubicBezTo>
                    <a:pt x="5034646" y="8096"/>
                    <a:pt x="5023223" y="6297"/>
                    <a:pt x="4992762" y="7196"/>
                  </a:cubicBezTo>
                  <a:cubicBezTo>
                    <a:pt x="4993714" y="7196"/>
                    <a:pt x="5027030" y="8096"/>
                    <a:pt x="5002281" y="8096"/>
                  </a:cubicBezTo>
                  <a:lnTo>
                    <a:pt x="4960397" y="7196"/>
                  </a:lnTo>
                  <a:cubicBezTo>
                    <a:pt x="4905186" y="8096"/>
                    <a:pt x="4933743" y="10795"/>
                    <a:pt x="4868062" y="9895"/>
                  </a:cubicBezTo>
                  <a:cubicBezTo>
                    <a:pt x="4880436" y="8995"/>
                    <a:pt x="4905186" y="6297"/>
                    <a:pt x="4930888" y="6297"/>
                  </a:cubicBezTo>
                  <a:cubicBezTo>
                    <a:pt x="4900426" y="5397"/>
                    <a:pt x="4969916" y="5397"/>
                    <a:pt x="4943262" y="4497"/>
                  </a:cubicBezTo>
                  <a:cubicBezTo>
                    <a:pt x="4900426" y="6297"/>
                    <a:pt x="4879484" y="4497"/>
                    <a:pt x="4822370" y="6297"/>
                  </a:cubicBezTo>
                  <a:cubicBezTo>
                    <a:pt x="4829033" y="6297"/>
                    <a:pt x="4830937" y="5397"/>
                    <a:pt x="4845216" y="5397"/>
                  </a:cubicBezTo>
                  <a:lnTo>
                    <a:pt x="4762400" y="4497"/>
                  </a:lnTo>
                  <a:cubicBezTo>
                    <a:pt x="4782390" y="5397"/>
                    <a:pt x="4693862" y="6297"/>
                    <a:pt x="4701478" y="8096"/>
                  </a:cubicBezTo>
                  <a:cubicBezTo>
                    <a:pt x="4790005" y="8995"/>
                    <a:pt x="4764303" y="7196"/>
                    <a:pt x="4864254" y="8096"/>
                  </a:cubicBezTo>
                  <a:cubicBezTo>
                    <a:pt x="4835697" y="8995"/>
                    <a:pt x="4799524" y="10795"/>
                    <a:pt x="4782390" y="12594"/>
                  </a:cubicBezTo>
                  <a:cubicBezTo>
                    <a:pt x="4781438" y="12594"/>
                    <a:pt x="4779534" y="12594"/>
                    <a:pt x="4776678" y="12594"/>
                  </a:cubicBezTo>
                  <a:cubicBezTo>
                    <a:pt x="4761448" y="14393"/>
                    <a:pt x="4776678" y="15292"/>
                    <a:pt x="4776678" y="18891"/>
                  </a:cubicBezTo>
                  <a:cubicBezTo>
                    <a:pt x="4822370" y="16192"/>
                    <a:pt x="4852831" y="17991"/>
                    <a:pt x="4907090" y="17092"/>
                  </a:cubicBezTo>
                  <a:cubicBezTo>
                    <a:pt x="4917561" y="14393"/>
                    <a:pt x="4875677" y="14393"/>
                    <a:pt x="4849023" y="14393"/>
                  </a:cubicBezTo>
                  <a:lnTo>
                    <a:pt x="4896619" y="13493"/>
                  </a:lnTo>
                  <a:lnTo>
                    <a:pt x="4887100" y="14393"/>
                  </a:lnTo>
                  <a:lnTo>
                    <a:pt x="5007992" y="14393"/>
                  </a:lnTo>
                  <a:cubicBezTo>
                    <a:pt x="4985146" y="15292"/>
                    <a:pt x="4977531" y="16192"/>
                    <a:pt x="4965156" y="17092"/>
                  </a:cubicBezTo>
                  <a:cubicBezTo>
                    <a:pt x="4981339" y="17092"/>
                    <a:pt x="4996569" y="17092"/>
                    <a:pt x="5012752" y="17991"/>
                  </a:cubicBezTo>
                  <a:cubicBezTo>
                    <a:pt x="5008944" y="16192"/>
                    <a:pt x="5011800" y="15292"/>
                    <a:pt x="5027030" y="15292"/>
                  </a:cubicBezTo>
                  <a:cubicBezTo>
                    <a:pt x="5104135" y="15292"/>
                    <a:pt x="5147923" y="17092"/>
                    <a:pt x="5176480" y="18891"/>
                  </a:cubicBezTo>
                  <a:lnTo>
                    <a:pt x="5185047" y="18891"/>
                  </a:lnTo>
                  <a:cubicBezTo>
                    <a:pt x="5172672" y="17092"/>
                    <a:pt x="5240258" y="15292"/>
                    <a:pt x="5265008" y="13493"/>
                  </a:cubicBezTo>
                  <a:cubicBezTo>
                    <a:pt x="5264056" y="15292"/>
                    <a:pt x="5304988" y="14393"/>
                    <a:pt x="5326882" y="15292"/>
                  </a:cubicBezTo>
                  <a:cubicBezTo>
                    <a:pt x="5339256" y="13493"/>
                    <a:pt x="5323074" y="10795"/>
                    <a:pt x="5296421" y="8995"/>
                  </a:cubicBezTo>
                  <a:cubicBezTo>
                    <a:pt x="5243114" y="10795"/>
                    <a:pt x="5266911" y="10795"/>
                    <a:pt x="5242162" y="13493"/>
                  </a:cubicBezTo>
                  <a:lnTo>
                    <a:pt x="5157442" y="15292"/>
                  </a:lnTo>
                  <a:lnTo>
                    <a:pt x="5176480" y="13493"/>
                  </a:lnTo>
                  <a:cubicBezTo>
                    <a:pt x="5134596" y="13493"/>
                    <a:pt x="5093664" y="15292"/>
                    <a:pt x="5096520" y="13493"/>
                  </a:cubicBezTo>
                  <a:cubicBezTo>
                    <a:pt x="5119366" y="11694"/>
                    <a:pt x="5155538" y="12594"/>
                    <a:pt x="5177432" y="10795"/>
                  </a:cubicBezTo>
                  <a:lnTo>
                    <a:pt x="5149827" y="9895"/>
                  </a:lnTo>
                  <a:cubicBezTo>
                    <a:pt x="5199326" y="8096"/>
                    <a:pt x="5175528" y="12594"/>
                    <a:pt x="5234546" y="10795"/>
                  </a:cubicBezTo>
                  <a:cubicBezTo>
                    <a:pt x="5212653" y="8995"/>
                    <a:pt x="5240258" y="10795"/>
                    <a:pt x="5265959" y="8995"/>
                  </a:cubicBezTo>
                  <a:cubicBezTo>
                    <a:pt x="5245017" y="8096"/>
                    <a:pt x="5161250" y="9895"/>
                    <a:pt x="5178384" y="6297"/>
                  </a:cubicBezTo>
                  <a:cubicBezTo>
                    <a:pt x="5209797" y="5397"/>
                    <a:pt x="5283094" y="10795"/>
                    <a:pt x="5324026" y="7196"/>
                  </a:cubicBezTo>
                  <a:lnTo>
                    <a:pt x="5321170" y="7196"/>
                  </a:lnTo>
                  <a:cubicBezTo>
                    <a:pt x="5382092" y="8096"/>
                    <a:pt x="5403034" y="6297"/>
                    <a:pt x="5425880" y="4497"/>
                  </a:cubicBezTo>
                  <a:cubicBezTo>
                    <a:pt x="5451582" y="6297"/>
                    <a:pt x="5486802" y="4497"/>
                    <a:pt x="5514408" y="4497"/>
                  </a:cubicBezTo>
                  <a:lnTo>
                    <a:pt x="5514408" y="5397"/>
                  </a:lnTo>
                  <a:lnTo>
                    <a:pt x="5553436" y="4497"/>
                  </a:lnTo>
                  <a:cubicBezTo>
                    <a:pt x="5534398" y="6297"/>
                    <a:pt x="5507744" y="4497"/>
                    <a:pt x="5473476" y="5397"/>
                  </a:cubicBezTo>
                  <a:lnTo>
                    <a:pt x="5478235" y="7196"/>
                  </a:lnTo>
                  <a:cubicBezTo>
                    <a:pt x="5439207" y="4497"/>
                    <a:pt x="5412553" y="8096"/>
                    <a:pt x="5383044" y="8995"/>
                  </a:cubicBezTo>
                  <a:cubicBezTo>
                    <a:pt x="5426832" y="8096"/>
                    <a:pt x="5506792" y="9895"/>
                    <a:pt x="5517263" y="6297"/>
                  </a:cubicBezTo>
                  <a:lnTo>
                    <a:pt x="5543917" y="8096"/>
                  </a:lnTo>
                  <a:lnTo>
                    <a:pt x="5557244" y="7196"/>
                  </a:lnTo>
                  <a:cubicBezTo>
                    <a:pt x="5577234" y="8995"/>
                    <a:pt x="5557244" y="10795"/>
                    <a:pt x="5517263" y="11694"/>
                  </a:cubicBezTo>
                  <a:cubicBezTo>
                    <a:pt x="5510600" y="10795"/>
                    <a:pt x="5507744" y="10795"/>
                    <a:pt x="5509648" y="9895"/>
                  </a:cubicBezTo>
                  <a:cubicBezTo>
                    <a:pt x="5491562" y="10795"/>
                    <a:pt x="5474428" y="12594"/>
                    <a:pt x="5430640" y="11694"/>
                  </a:cubicBezTo>
                  <a:lnTo>
                    <a:pt x="5454437" y="10795"/>
                  </a:lnTo>
                  <a:cubicBezTo>
                    <a:pt x="5399227" y="10795"/>
                    <a:pt x="5348776" y="11694"/>
                    <a:pt x="5330689" y="13493"/>
                  </a:cubicBezTo>
                  <a:cubicBezTo>
                    <a:pt x="5409698" y="14393"/>
                    <a:pt x="5487754" y="14393"/>
                    <a:pt x="5562003" y="14393"/>
                  </a:cubicBezTo>
                  <a:cubicBezTo>
                    <a:pt x="5583897" y="9895"/>
                    <a:pt x="5609599" y="8096"/>
                    <a:pt x="5621021" y="4497"/>
                  </a:cubicBezTo>
                  <a:cubicBezTo>
                    <a:pt x="5670521" y="3598"/>
                    <a:pt x="5739058" y="3598"/>
                    <a:pt x="5781894" y="4497"/>
                  </a:cubicBezTo>
                  <a:lnTo>
                    <a:pt x="5778086" y="5397"/>
                  </a:lnTo>
                  <a:cubicBezTo>
                    <a:pt x="5799028" y="5397"/>
                    <a:pt x="5819019" y="5397"/>
                    <a:pt x="5835201" y="5397"/>
                  </a:cubicBezTo>
                  <a:cubicBezTo>
                    <a:pt x="5857095" y="6297"/>
                    <a:pt x="5819970" y="7196"/>
                    <a:pt x="5835201" y="7196"/>
                  </a:cubicBezTo>
                  <a:lnTo>
                    <a:pt x="5906594" y="6297"/>
                  </a:lnTo>
                  <a:cubicBezTo>
                    <a:pt x="5902787" y="8096"/>
                    <a:pt x="5841864" y="8096"/>
                    <a:pt x="5813307" y="8096"/>
                  </a:cubicBezTo>
                  <a:cubicBezTo>
                    <a:pt x="5819019" y="8096"/>
                    <a:pt x="5829490" y="7196"/>
                    <a:pt x="5826634" y="7196"/>
                  </a:cubicBezTo>
                  <a:cubicBezTo>
                    <a:pt x="5793317" y="6297"/>
                    <a:pt x="5731443" y="9895"/>
                    <a:pt x="5717164" y="7196"/>
                  </a:cubicBezTo>
                  <a:cubicBezTo>
                    <a:pt x="5700982" y="7196"/>
                    <a:pt x="5749529" y="5397"/>
                    <a:pt x="5695270" y="5397"/>
                  </a:cubicBezTo>
                  <a:cubicBezTo>
                    <a:pt x="5658146" y="4497"/>
                    <a:pt x="5645771" y="6297"/>
                    <a:pt x="5641963" y="7196"/>
                  </a:cubicBezTo>
                  <a:cubicBezTo>
                    <a:pt x="5641963" y="8096"/>
                    <a:pt x="5700030" y="8096"/>
                    <a:pt x="5680040" y="9895"/>
                  </a:cubicBezTo>
                  <a:cubicBezTo>
                    <a:pt x="5708597" y="9895"/>
                    <a:pt x="5720020" y="8096"/>
                    <a:pt x="5756193" y="8995"/>
                  </a:cubicBezTo>
                  <a:cubicBezTo>
                    <a:pt x="5727635" y="8995"/>
                    <a:pt x="5689559" y="10795"/>
                    <a:pt x="5674328" y="9895"/>
                  </a:cubicBezTo>
                  <a:cubicBezTo>
                    <a:pt x="5618166" y="11694"/>
                    <a:pt x="5626733" y="16192"/>
                    <a:pt x="5652434" y="16192"/>
                  </a:cubicBezTo>
                  <a:cubicBezTo>
                    <a:pt x="5646723" y="14393"/>
                    <a:pt x="5755241" y="14393"/>
                    <a:pt x="5681944" y="12594"/>
                  </a:cubicBezTo>
                  <a:cubicBezTo>
                    <a:pt x="5714309" y="10795"/>
                    <a:pt x="5775231" y="10795"/>
                    <a:pt x="5818067" y="9895"/>
                  </a:cubicBezTo>
                  <a:lnTo>
                    <a:pt x="5816163" y="9895"/>
                  </a:lnTo>
                  <a:lnTo>
                    <a:pt x="5869470" y="9895"/>
                  </a:lnTo>
                  <a:cubicBezTo>
                    <a:pt x="5861854" y="9895"/>
                    <a:pt x="5845672" y="10795"/>
                    <a:pt x="5845672" y="11694"/>
                  </a:cubicBezTo>
                  <a:lnTo>
                    <a:pt x="5918969" y="8995"/>
                  </a:lnTo>
                  <a:cubicBezTo>
                    <a:pt x="5878037" y="10795"/>
                    <a:pt x="5945622" y="9895"/>
                    <a:pt x="5964661" y="10795"/>
                  </a:cubicBezTo>
                  <a:cubicBezTo>
                    <a:pt x="5972276" y="9895"/>
                    <a:pt x="6000833" y="8995"/>
                    <a:pt x="5973228" y="8096"/>
                  </a:cubicBezTo>
                  <a:cubicBezTo>
                    <a:pt x="5941815" y="6297"/>
                    <a:pt x="5955142" y="8096"/>
                    <a:pt x="5926584" y="8995"/>
                  </a:cubicBezTo>
                  <a:lnTo>
                    <a:pt x="5967516" y="6297"/>
                  </a:lnTo>
                  <a:lnTo>
                    <a:pt x="5970372" y="6297"/>
                  </a:lnTo>
                  <a:lnTo>
                    <a:pt x="5995122" y="4497"/>
                  </a:lnTo>
                  <a:cubicBezTo>
                    <a:pt x="6049380" y="4497"/>
                    <a:pt x="5970372" y="8995"/>
                    <a:pt x="6040813" y="7196"/>
                  </a:cubicBezTo>
                  <a:lnTo>
                    <a:pt x="6032246" y="4497"/>
                  </a:lnTo>
                  <a:cubicBezTo>
                    <a:pt x="6113158" y="5397"/>
                    <a:pt x="6217868" y="8096"/>
                    <a:pt x="6274983" y="7196"/>
                  </a:cubicBezTo>
                  <a:cubicBezTo>
                    <a:pt x="6258800" y="8096"/>
                    <a:pt x="6252137" y="10795"/>
                    <a:pt x="6274031" y="12594"/>
                  </a:cubicBezTo>
                  <a:cubicBezTo>
                    <a:pt x="6249281" y="11694"/>
                    <a:pt x="6199782" y="11694"/>
                    <a:pt x="6163610" y="11694"/>
                  </a:cubicBezTo>
                  <a:cubicBezTo>
                    <a:pt x="6156946" y="11694"/>
                    <a:pt x="6208349" y="8995"/>
                    <a:pt x="6247378" y="9895"/>
                  </a:cubicBezTo>
                  <a:cubicBezTo>
                    <a:pt x="6228339" y="5397"/>
                    <a:pt x="6150283" y="11694"/>
                    <a:pt x="6145523" y="8096"/>
                  </a:cubicBezTo>
                  <a:cubicBezTo>
                    <a:pt x="6046525" y="6297"/>
                    <a:pt x="6072226" y="11694"/>
                    <a:pt x="5988458" y="8995"/>
                  </a:cubicBezTo>
                  <a:cubicBezTo>
                    <a:pt x="5987506" y="10795"/>
                    <a:pt x="5964661" y="9895"/>
                    <a:pt x="5959901" y="11694"/>
                  </a:cubicBezTo>
                  <a:cubicBezTo>
                    <a:pt x="5984651" y="15292"/>
                    <a:pt x="6072226" y="11694"/>
                    <a:pt x="6126485" y="12594"/>
                  </a:cubicBezTo>
                  <a:cubicBezTo>
                    <a:pt x="6120774" y="13493"/>
                    <a:pt x="6110303" y="13493"/>
                    <a:pt x="6108399" y="13493"/>
                  </a:cubicBezTo>
                  <a:cubicBezTo>
                    <a:pt x="6146475" y="14393"/>
                    <a:pt x="6162658" y="13493"/>
                    <a:pt x="6190263" y="13493"/>
                  </a:cubicBezTo>
                  <a:lnTo>
                    <a:pt x="6186455" y="12594"/>
                  </a:lnTo>
                  <a:cubicBezTo>
                    <a:pt x="6234051" y="10795"/>
                    <a:pt x="6215965" y="14393"/>
                    <a:pt x="6243570" y="15292"/>
                  </a:cubicBezTo>
                  <a:cubicBezTo>
                    <a:pt x="6254041" y="15292"/>
                    <a:pt x="6293069" y="15292"/>
                    <a:pt x="6286406" y="14393"/>
                  </a:cubicBezTo>
                  <a:lnTo>
                    <a:pt x="6336857" y="16192"/>
                  </a:lnTo>
                  <a:lnTo>
                    <a:pt x="6334953" y="14393"/>
                  </a:lnTo>
                  <a:cubicBezTo>
                    <a:pt x="6363510" y="13493"/>
                    <a:pt x="6369222" y="15292"/>
                    <a:pt x="6394923" y="14393"/>
                  </a:cubicBezTo>
                  <a:lnTo>
                    <a:pt x="6395875" y="12594"/>
                  </a:lnTo>
                  <a:lnTo>
                    <a:pt x="6325434" y="11694"/>
                  </a:lnTo>
                  <a:cubicBezTo>
                    <a:pt x="6361607" y="10795"/>
                    <a:pt x="6335905" y="9895"/>
                    <a:pt x="6374933" y="8995"/>
                  </a:cubicBezTo>
                  <a:cubicBezTo>
                    <a:pt x="6331146" y="11694"/>
                    <a:pt x="6406346" y="10795"/>
                    <a:pt x="6410154" y="11694"/>
                  </a:cubicBezTo>
                  <a:lnTo>
                    <a:pt x="6439663" y="10795"/>
                  </a:lnTo>
                  <a:lnTo>
                    <a:pt x="6432048" y="11694"/>
                  </a:lnTo>
                  <a:cubicBezTo>
                    <a:pt x="6454894" y="12594"/>
                    <a:pt x="6458701" y="10795"/>
                    <a:pt x="6485355" y="10795"/>
                  </a:cubicBezTo>
                  <a:cubicBezTo>
                    <a:pt x="6453942" y="9895"/>
                    <a:pt x="6433952" y="8995"/>
                    <a:pt x="6393972" y="9895"/>
                  </a:cubicBezTo>
                  <a:cubicBezTo>
                    <a:pt x="6422529" y="8995"/>
                    <a:pt x="6480595" y="8096"/>
                    <a:pt x="6493922" y="8096"/>
                  </a:cubicBezTo>
                  <a:cubicBezTo>
                    <a:pt x="6524383" y="7196"/>
                    <a:pt x="6546277" y="8995"/>
                    <a:pt x="6574834" y="8995"/>
                  </a:cubicBezTo>
                  <a:cubicBezTo>
                    <a:pt x="6519623" y="9895"/>
                    <a:pt x="6593872" y="14393"/>
                    <a:pt x="6484403" y="13493"/>
                  </a:cubicBezTo>
                  <a:cubicBezTo>
                    <a:pt x="6486307" y="12594"/>
                    <a:pt x="6494874" y="12594"/>
                    <a:pt x="6498681" y="13493"/>
                  </a:cubicBezTo>
                  <a:cubicBezTo>
                    <a:pt x="6483451" y="10795"/>
                    <a:pt x="6433000" y="13493"/>
                    <a:pt x="6409202" y="14393"/>
                  </a:cubicBezTo>
                  <a:cubicBezTo>
                    <a:pt x="6414914" y="15292"/>
                    <a:pt x="6390164" y="16192"/>
                    <a:pt x="6432048" y="16192"/>
                  </a:cubicBezTo>
                  <a:cubicBezTo>
                    <a:pt x="6418721" y="15292"/>
                    <a:pt x="6468220" y="13493"/>
                    <a:pt x="6508201" y="14393"/>
                  </a:cubicBezTo>
                  <a:lnTo>
                    <a:pt x="6500585" y="17991"/>
                  </a:lnTo>
                  <a:lnTo>
                    <a:pt x="6559604" y="17991"/>
                  </a:lnTo>
                  <a:lnTo>
                    <a:pt x="6553892" y="17991"/>
                  </a:lnTo>
                  <a:cubicBezTo>
                    <a:pt x="6575786" y="20690"/>
                    <a:pt x="6615766" y="17991"/>
                    <a:pt x="6655746" y="18891"/>
                  </a:cubicBezTo>
                  <a:cubicBezTo>
                    <a:pt x="6685256" y="17991"/>
                    <a:pt x="6796629" y="19790"/>
                    <a:pt x="6748082" y="16192"/>
                  </a:cubicBezTo>
                  <a:cubicBezTo>
                    <a:pt x="6784254" y="17991"/>
                    <a:pt x="6815667" y="16192"/>
                    <a:pt x="6855647" y="15292"/>
                  </a:cubicBezTo>
                  <a:lnTo>
                    <a:pt x="6806148" y="14393"/>
                  </a:lnTo>
                  <a:cubicBezTo>
                    <a:pt x="6864215" y="12594"/>
                    <a:pt x="6848032" y="13493"/>
                    <a:pt x="6893724" y="9895"/>
                  </a:cubicBezTo>
                  <a:cubicBezTo>
                    <a:pt x="6898483" y="10795"/>
                    <a:pt x="6908954" y="11694"/>
                    <a:pt x="6899435" y="12594"/>
                  </a:cubicBezTo>
                  <a:cubicBezTo>
                    <a:pt x="6977492" y="12594"/>
                    <a:pt x="7088865" y="14393"/>
                    <a:pt x="7134557" y="11694"/>
                  </a:cubicBezTo>
                  <a:cubicBezTo>
                    <a:pt x="7188815" y="12594"/>
                    <a:pt x="7197383" y="16192"/>
                    <a:pt x="7274487" y="14393"/>
                  </a:cubicBezTo>
                  <a:cubicBezTo>
                    <a:pt x="7290670" y="14393"/>
                    <a:pt x="7262112" y="11694"/>
                    <a:pt x="7312564" y="12594"/>
                  </a:cubicBezTo>
                  <a:cubicBezTo>
                    <a:pt x="7316371" y="13493"/>
                    <a:pt x="7264016" y="15292"/>
                    <a:pt x="7320179" y="15292"/>
                  </a:cubicBezTo>
                  <a:cubicBezTo>
                    <a:pt x="7361111" y="12594"/>
                    <a:pt x="7415370" y="17092"/>
                    <a:pt x="7467725" y="15292"/>
                  </a:cubicBezTo>
                  <a:cubicBezTo>
                    <a:pt x="7496282" y="16192"/>
                    <a:pt x="7543877" y="16192"/>
                    <a:pt x="7534358" y="17991"/>
                  </a:cubicBezTo>
                  <a:cubicBezTo>
                    <a:pt x="7489619" y="17092"/>
                    <a:pt x="7427745" y="17092"/>
                    <a:pt x="7418225" y="17991"/>
                  </a:cubicBezTo>
                  <a:cubicBezTo>
                    <a:pt x="7423937" y="17092"/>
                    <a:pt x="7386812" y="17092"/>
                    <a:pt x="7419177" y="16192"/>
                  </a:cubicBezTo>
                  <a:cubicBezTo>
                    <a:pt x="7352544" y="14393"/>
                    <a:pt x="7376341" y="17092"/>
                    <a:pt x="7316371" y="15292"/>
                  </a:cubicBezTo>
                  <a:cubicBezTo>
                    <a:pt x="7312564" y="16192"/>
                    <a:pt x="7347784" y="17991"/>
                    <a:pt x="7360159" y="17092"/>
                  </a:cubicBezTo>
                  <a:cubicBezTo>
                    <a:pt x="7360159" y="19790"/>
                    <a:pt x="7242122" y="17991"/>
                    <a:pt x="7295429" y="21590"/>
                  </a:cubicBezTo>
                  <a:cubicBezTo>
                    <a:pt x="7359207" y="21590"/>
                    <a:pt x="7378245" y="16192"/>
                    <a:pt x="7433456" y="19790"/>
                  </a:cubicBezTo>
                  <a:cubicBezTo>
                    <a:pt x="7411562" y="20690"/>
                    <a:pt x="7376341" y="19790"/>
                    <a:pt x="7348736" y="21590"/>
                  </a:cubicBezTo>
                  <a:lnTo>
                    <a:pt x="7393476" y="23389"/>
                  </a:lnTo>
                  <a:lnTo>
                    <a:pt x="7426793" y="21590"/>
                  </a:lnTo>
                  <a:lnTo>
                    <a:pt x="7424889" y="21590"/>
                  </a:lnTo>
                  <a:cubicBezTo>
                    <a:pt x="7504849" y="24288"/>
                    <a:pt x="7499138" y="19790"/>
                    <a:pt x="7570531" y="18891"/>
                  </a:cubicBezTo>
                  <a:cubicBezTo>
                    <a:pt x="7529599" y="17092"/>
                    <a:pt x="7580050" y="14393"/>
                    <a:pt x="7548637" y="13493"/>
                  </a:cubicBezTo>
                  <a:cubicBezTo>
                    <a:pt x="7597184" y="13493"/>
                    <a:pt x="7632405" y="13493"/>
                    <a:pt x="7632405" y="16192"/>
                  </a:cubicBezTo>
                  <a:cubicBezTo>
                    <a:pt x="7542926" y="17991"/>
                    <a:pt x="7627645" y="18891"/>
                    <a:pt x="7544829" y="20690"/>
                  </a:cubicBezTo>
                  <a:cubicBezTo>
                    <a:pt x="7558156" y="21590"/>
                    <a:pt x="7524839" y="24288"/>
                    <a:pt x="7574339" y="25188"/>
                  </a:cubicBezTo>
                  <a:cubicBezTo>
                    <a:pt x="7629549" y="23389"/>
                    <a:pt x="7557204" y="22489"/>
                    <a:pt x="7613367" y="22489"/>
                  </a:cubicBezTo>
                  <a:cubicBezTo>
                    <a:pt x="7616223" y="22489"/>
                    <a:pt x="7620030" y="22489"/>
                    <a:pt x="7618126" y="23389"/>
                  </a:cubicBezTo>
                  <a:cubicBezTo>
                    <a:pt x="7642876" y="21590"/>
                    <a:pt x="7647636" y="23389"/>
                    <a:pt x="7678097" y="22489"/>
                  </a:cubicBezTo>
                  <a:lnTo>
                    <a:pt x="7671433" y="22489"/>
                  </a:lnTo>
                  <a:cubicBezTo>
                    <a:pt x="7709510" y="24288"/>
                    <a:pt x="7713317" y="21590"/>
                    <a:pt x="7745682" y="23389"/>
                  </a:cubicBezTo>
                  <a:cubicBezTo>
                    <a:pt x="7732355" y="21590"/>
                    <a:pt x="7767576" y="21590"/>
                    <a:pt x="7788518" y="20690"/>
                  </a:cubicBezTo>
                  <a:cubicBezTo>
                    <a:pt x="7755201" y="19790"/>
                    <a:pt x="7737115" y="17092"/>
                    <a:pt x="7671433" y="17092"/>
                  </a:cubicBezTo>
                  <a:cubicBezTo>
                    <a:pt x="7662866" y="17991"/>
                    <a:pt x="7667626" y="18891"/>
                    <a:pt x="7640972" y="19790"/>
                  </a:cubicBezTo>
                  <a:lnTo>
                    <a:pt x="7683808" y="19790"/>
                  </a:lnTo>
                  <a:lnTo>
                    <a:pt x="7659058" y="20690"/>
                  </a:lnTo>
                  <a:lnTo>
                    <a:pt x="7618126" y="19790"/>
                  </a:lnTo>
                  <a:cubicBezTo>
                    <a:pt x="7670481" y="18891"/>
                    <a:pt x="7646684" y="17092"/>
                    <a:pt x="7668578" y="15292"/>
                  </a:cubicBezTo>
                  <a:cubicBezTo>
                    <a:pt x="7716173" y="16192"/>
                    <a:pt x="7707606" y="15292"/>
                    <a:pt x="7737115" y="16192"/>
                  </a:cubicBezTo>
                  <a:cubicBezTo>
                    <a:pt x="7734259" y="17991"/>
                    <a:pt x="7829450" y="20690"/>
                    <a:pt x="7883709" y="21590"/>
                  </a:cubicBezTo>
                  <a:lnTo>
                    <a:pt x="7858007" y="21590"/>
                  </a:lnTo>
                  <a:cubicBezTo>
                    <a:pt x="7818979" y="22489"/>
                    <a:pt x="7885613" y="23389"/>
                    <a:pt x="7887517" y="24288"/>
                  </a:cubicBezTo>
                  <a:lnTo>
                    <a:pt x="7916074" y="23389"/>
                  </a:lnTo>
                  <a:cubicBezTo>
                    <a:pt x="7910362" y="23389"/>
                    <a:pt x="7902747" y="24288"/>
                    <a:pt x="7915122" y="24288"/>
                  </a:cubicBezTo>
                  <a:cubicBezTo>
                    <a:pt x="7955102" y="24288"/>
                    <a:pt x="7952246" y="22489"/>
                    <a:pt x="7991275" y="21590"/>
                  </a:cubicBezTo>
                  <a:cubicBezTo>
                    <a:pt x="7994130" y="23389"/>
                    <a:pt x="7961765" y="24288"/>
                    <a:pt x="7985563" y="25188"/>
                  </a:cubicBezTo>
                  <a:cubicBezTo>
                    <a:pt x="7994130" y="26987"/>
                    <a:pt x="8020784" y="29686"/>
                    <a:pt x="8073139" y="28786"/>
                  </a:cubicBezTo>
                  <a:cubicBezTo>
                    <a:pt x="8076946" y="27887"/>
                    <a:pt x="8090273" y="27887"/>
                    <a:pt x="8105504" y="27887"/>
                  </a:cubicBezTo>
                  <a:lnTo>
                    <a:pt x="8099792" y="27887"/>
                  </a:lnTo>
                  <a:lnTo>
                    <a:pt x="8134061" y="29686"/>
                  </a:lnTo>
                  <a:cubicBezTo>
                    <a:pt x="8104552" y="31485"/>
                    <a:pt x="8075043" y="28786"/>
                    <a:pt x="8045533" y="30585"/>
                  </a:cubicBezTo>
                  <a:lnTo>
                    <a:pt x="8042678" y="32385"/>
                  </a:lnTo>
                  <a:cubicBezTo>
                    <a:pt x="8019832" y="32385"/>
                    <a:pt x="7988419" y="32385"/>
                    <a:pt x="7974140" y="33284"/>
                  </a:cubicBezTo>
                  <a:cubicBezTo>
                    <a:pt x="8009361" y="34184"/>
                    <a:pt x="8016976" y="33284"/>
                    <a:pt x="8056004" y="33284"/>
                  </a:cubicBezTo>
                  <a:cubicBezTo>
                    <a:pt x="8061716" y="35083"/>
                    <a:pt x="8034111" y="35083"/>
                    <a:pt x="8029351" y="35083"/>
                  </a:cubicBezTo>
                  <a:lnTo>
                    <a:pt x="8035062" y="34184"/>
                  </a:lnTo>
                  <a:cubicBezTo>
                    <a:pt x="7988419" y="32385"/>
                    <a:pt x="7965573" y="35983"/>
                    <a:pt x="7907507" y="35083"/>
                  </a:cubicBezTo>
                  <a:cubicBezTo>
                    <a:pt x="7897988" y="35083"/>
                    <a:pt x="7903699" y="35083"/>
                    <a:pt x="7905603" y="34184"/>
                  </a:cubicBezTo>
                  <a:cubicBezTo>
                    <a:pt x="7858959" y="35983"/>
                    <a:pt x="7812316" y="33284"/>
                    <a:pt x="7766624" y="35083"/>
                  </a:cubicBezTo>
                  <a:lnTo>
                    <a:pt x="7781855" y="34184"/>
                  </a:lnTo>
                  <a:lnTo>
                    <a:pt x="7627645" y="37782"/>
                  </a:lnTo>
                  <a:lnTo>
                    <a:pt x="7627645" y="38682"/>
                  </a:lnTo>
                  <a:cubicBezTo>
                    <a:pt x="7634309" y="39581"/>
                    <a:pt x="7611463" y="39581"/>
                    <a:pt x="7599088" y="38682"/>
                  </a:cubicBezTo>
                  <a:lnTo>
                    <a:pt x="7515320" y="40481"/>
                  </a:lnTo>
                  <a:cubicBezTo>
                    <a:pt x="7522935" y="41380"/>
                    <a:pt x="7532455" y="41380"/>
                    <a:pt x="7543877" y="42280"/>
                  </a:cubicBezTo>
                  <a:cubicBezTo>
                    <a:pt x="7553397" y="41380"/>
                    <a:pt x="7609559" y="42280"/>
                    <a:pt x="7601944" y="40481"/>
                  </a:cubicBezTo>
                  <a:cubicBezTo>
                    <a:pt x="7627645" y="41380"/>
                    <a:pt x="7669529" y="39581"/>
                    <a:pt x="7688568" y="40481"/>
                  </a:cubicBezTo>
                  <a:cubicBezTo>
                    <a:pt x="7654299" y="39581"/>
                    <a:pt x="7712365" y="38682"/>
                    <a:pt x="7719029" y="37782"/>
                  </a:cubicBezTo>
                  <a:cubicBezTo>
                    <a:pt x="7730452" y="39581"/>
                    <a:pt x="7770432" y="37782"/>
                    <a:pt x="7765672" y="39581"/>
                  </a:cubicBezTo>
                  <a:cubicBezTo>
                    <a:pt x="7772336" y="40481"/>
                    <a:pt x="7748538" y="38682"/>
                    <a:pt x="7734259" y="39581"/>
                  </a:cubicBezTo>
                  <a:cubicBezTo>
                    <a:pt x="7697135" y="41380"/>
                    <a:pt x="7799941" y="41380"/>
                    <a:pt x="7755201" y="42280"/>
                  </a:cubicBezTo>
                  <a:cubicBezTo>
                    <a:pt x="7812316" y="41380"/>
                    <a:pt x="7888468" y="42280"/>
                    <a:pt x="7947487" y="41380"/>
                  </a:cubicBezTo>
                  <a:lnTo>
                    <a:pt x="7914170" y="40481"/>
                  </a:lnTo>
                  <a:cubicBezTo>
                    <a:pt x="7940823" y="41380"/>
                    <a:pt x="8003649" y="41380"/>
                    <a:pt x="8008409" y="42280"/>
                  </a:cubicBezTo>
                  <a:lnTo>
                    <a:pt x="7940823" y="42280"/>
                  </a:lnTo>
                  <a:cubicBezTo>
                    <a:pt x="7938920" y="44079"/>
                    <a:pt x="8000794" y="42280"/>
                    <a:pt x="8003649" y="43180"/>
                  </a:cubicBezTo>
                  <a:lnTo>
                    <a:pt x="8075995" y="40481"/>
                  </a:lnTo>
                  <a:lnTo>
                    <a:pt x="8044582" y="40481"/>
                  </a:lnTo>
                  <a:cubicBezTo>
                    <a:pt x="8064572" y="39581"/>
                    <a:pt x="8131205" y="41380"/>
                    <a:pt x="8180705" y="42280"/>
                  </a:cubicBezTo>
                  <a:cubicBezTo>
                    <a:pt x="8152147" y="44079"/>
                    <a:pt x="8106456" y="41380"/>
                    <a:pt x="8054101" y="42280"/>
                  </a:cubicBezTo>
                  <a:cubicBezTo>
                    <a:pt x="8016024" y="43180"/>
                    <a:pt x="8076946" y="44979"/>
                    <a:pt x="8041726" y="44979"/>
                  </a:cubicBezTo>
                  <a:cubicBezTo>
                    <a:pt x="8051245" y="45878"/>
                    <a:pt x="8074091" y="45878"/>
                    <a:pt x="8085514" y="44979"/>
                  </a:cubicBezTo>
                  <a:lnTo>
                    <a:pt x="8099792" y="45878"/>
                  </a:lnTo>
                  <a:cubicBezTo>
                    <a:pt x="8067427" y="47677"/>
                    <a:pt x="7996034" y="46778"/>
                    <a:pt x="7948439" y="48577"/>
                  </a:cubicBezTo>
                  <a:cubicBezTo>
                    <a:pt x="7953198" y="48577"/>
                    <a:pt x="7957006" y="48577"/>
                    <a:pt x="7957958" y="48577"/>
                  </a:cubicBezTo>
                  <a:cubicBezTo>
                    <a:pt x="7920833" y="46778"/>
                    <a:pt x="7883709" y="46778"/>
                    <a:pt x="7848488" y="46778"/>
                  </a:cubicBezTo>
                  <a:cubicBezTo>
                    <a:pt x="7867526" y="47677"/>
                    <a:pt x="7875142" y="47677"/>
                    <a:pt x="7885613" y="47677"/>
                  </a:cubicBezTo>
                  <a:cubicBezTo>
                    <a:pt x="7886565" y="47677"/>
                    <a:pt x="7853248" y="47677"/>
                    <a:pt x="7839921" y="48577"/>
                  </a:cubicBezTo>
                  <a:cubicBezTo>
                    <a:pt x="7873238" y="49477"/>
                    <a:pt x="7846584" y="50376"/>
                    <a:pt x="7867526" y="50376"/>
                  </a:cubicBezTo>
                  <a:cubicBezTo>
                    <a:pt x="7845633" y="51276"/>
                    <a:pt x="7828498" y="50376"/>
                    <a:pt x="7801845" y="50376"/>
                  </a:cubicBezTo>
                  <a:cubicBezTo>
                    <a:pt x="7788518" y="49477"/>
                    <a:pt x="7813268" y="49477"/>
                    <a:pt x="7810412" y="47677"/>
                  </a:cubicBezTo>
                  <a:cubicBezTo>
                    <a:pt x="7783758" y="48577"/>
                    <a:pt x="7771384" y="45878"/>
                    <a:pt x="7731404" y="46778"/>
                  </a:cubicBezTo>
                  <a:cubicBezTo>
                    <a:pt x="7783758" y="47677"/>
                    <a:pt x="7717125" y="49477"/>
                    <a:pt x="7699039" y="50376"/>
                  </a:cubicBezTo>
                  <a:lnTo>
                    <a:pt x="7707606" y="50376"/>
                  </a:lnTo>
                  <a:cubicBezTo>
                    <a:pt x="7691423" y="51276"/>
                    <a:pt x="7677145" y="51276"/>
                    <a:pt x="7665722" y="50376"/>
                  </a:cubicBezTo>
                  <a:cubicBezTo>
                    <a:pt x="7686664" y="49477"/>
                    <a:pt x="7707606" y="50376"/>
                    <a:pt x="7701894" y="48577"/>
                  </a:cubicBezTo>
                  <a:cubicBezTo>
                    <a:pt x="7687616" y="48577"/>
                    <a:pt x="7673337" y="48577"/>
                    <a:pt x="7657155" y="48577"/>
                  </a:cubicBezTo>
                  <a:lnTo>
                    <a:pt x="7671433" y="47677"/>
                  </a:lnTo>
                  <a:lnTo>
                    <a:pt x="7600992" y="47677"/>
                  </a:lnTo>
                  <a:cubicBezTo>
                    <a:pt x="7589569" y="49477"/>
                    <a:pt x="7570531" y="50376"/>
                    <a:pt x="7561012" y="52175"/>
                  </a:cubicBezTo>
                  <a:cubicBezTo>
                    <a:pt x="7543877" y="51276"/>
                    <a:pt x="7520080" y="52175"/>
                    <a:pt x="7503897" y="52175"/>
                  </a:cubicBezTo>
                  <a:lnTo>
                    <a:pt x="7511513" y="52175"/>
                  </a:lnTo>
                  <a:cubicBezTo>
                    <a:pt x="7480100" y="50376"/>
                    <a:pt x="7410610" y="51276"/>
                    <a:pt x="7404899" y="52175"/>
                  </a:cubicBezTo>
                  <a:cubicBezTo>
                    <a:pt x="7382053" y="51276"/>
                    <a:pt x="7562916" y="45878"/>
                    <a:pt x="7404899" y="46778"/>
                  </a:cubicBezTo>
                  <a:cubicBezTo>
                    <a:pt x="7343977" y="45878"/>
                    <a:pt x="7366822" y="49477"/>
                    <a:pt x="7332554" y="51276"/>
                  </a:cubicBezTo>
                  <a:cubicBezTo>
                    <a:pt x="7332554" y="51276"/>
                    <a:pt x="7334457" y="50376"/>
                    <a:pt x="7331602" y="50376"/>
                  </a:cubicBezTo>
                  <a:cubicBezTo>
                    <a:pt x="7304948" y="49477"/>
                    <a:pt x="7302093" y="51276"/>
                    <a:pt x="7280199" y="51276"/>
                  </a:cubicBezTo>
                  <a:cubicBezTo>
                    <a:pt x="7296381" y="52175"/>
                    <a:pt x="7319227" y="52175"/>
                    <a:pt x="7326842" y="52175"/>
                  </a:cubicBezTo>
                  <a:cubicBezTo>
                    <a:pt x="7318275" y="53075"/>
                    <a:pt x="7271632" y="51276"/>
                    <a:pt x="7251641" y="53075"/>
                  </a:cubicBezTo>
                  <a:cubicBezTo>
                    <a:pt x="7278295" y="50376"/>
                    <a:pt x="7201190" y="51276"/>
                    <a:pt x="7221180" y="50376"/>
                  </a:cubicBezTo>
                  <a:cubicBezTo>
                    <a:pt x="7168825" y="48577"/>
                    <a:pt x="7112663" y="50376"/>
                    <a:pt x="7085057" y="52175"/>
                  </a:cubicBezTo>
                  <a:cubicBezTo>
                    <a:pt x="7049837" y="49477"/>
                    <a:pt x="7023183" y="52175"/>
                    <a:pt x="6965117" y="50376"/>
                  </a:cubicBezTo>
                  <a:cubicBezTo>
                    <a:pt x="6974636" y="50376"/>
                    <a:pt x="6989866" y="50376"/>
                    <a:pt x="7002241" y="50376"/>
                  </a:cubicBezTo>
                  <a:cubicBezTo>
                    <a:pt x="7035558" y="49477"/>
                    <a:pt x="6943223" y="49477"/>
                    <a:pt x="6993674" y="48577"/>
                  </a:cubicBezTo>
                  <a:cubicBezTo>
                    <a:pt x="6982251" y="48577"/>
                    <a:pt x="6992722" y="49477"/>
                    <a:pt x="7004145" y="48577"/>
                  </a:cubicBezTo>
                  <a:cubicBezTo>
                    <a:pt x="7023183" y="48577"/>
                    <a:pt x="7041270" y="47677"/>
                    <a:pt x="7036510" y="46778"/>
                  </a:cubicBezTo>
                  <a:lnTo>
                    <a:pt x="6989866" y="45878"/>
                  </a:lnTo>
                  <a:lnTo>
                    <a:pt x="7006049" y="44979"/>
                  </a:lnTo>
                  <a:lnTo>
                    <a:pt x="6934656" y="42280"/>
                  </a:lnTo>
                  <a:cubicBezTo>
                    <a:pt x="6932752" y="43180"/>
                    <a:pt x="6939415" y="43180"/>
                    <a:pt x="6943223" y="44079"/>
                  </a:cubicBezTo>
                  <a:cubicBezTo>
                    <a:pt x="6860407" y="42280"/>
                    <a:pt x="6765216" y="43180"/>
                    <a:pt x="6692871" y="43180"/>
                  </a:cubicBezTo>
                  <a:cubicBezTo>
                    <a:pt x="6679544" y="47677"/>
                    <a:pt x="6514864" y="44979"/>
                    <a:pt x="6455846" y="47677"/>
                  </a:cubicBezTo>
                  <a:cubicBezTo>
                    <a:pt x="6472028" y="46778"/>
                    <a:pt x="6480595" y="44079"/>
                    <a:pt x="6471076" y="43180"/>
                  </a:cubicBezTo>
                  <a:cubicBezTo>
                    <a:pt x="6483451" y="42280"/>
                    <a:pt x="6511056" y="40481"/>
                    <a:pt x="6540565" y="41380"/>
                  </a:cubicBezTo>
                  <a:cubicBezTo>
                    <a:pt x="6545325" y="42280"/>
                    <a:pt x="6581498" y="43180"/>
                    <a:pt x="6557700" y="44079"/>
                  </a:cubicBezTo>
                  <a:cubicBezTo>
                    <a:pt x="6639564" y="43180"/>
                    <a:pt x="6547229" y="41380"/>
                    <a:pt x="6571027" y="39581"/>
                  </a:cubicBezTo>
                  <a:cubicBezTo>
                    <a:pt x="6480595" y="39581"/>
                    <a:pt x="6427288" y="43180"/>
                    <a:pt x="6370174" y="44079"/>
                  </a:cubicBezTo>
                  <a:lnTo>
                    <a:pt x="6368270" y="43180"/>
                  </a:lnTo>
                  <a:lnTo>
                    <a:pt x="6325434" y="44079"/>
                  </a:lnTo>
                  <a:cubicBezTo>
                    <a:pt x="6360655" y="44979"/>
                    <a:pt x="6358751" y="47677"/>
                    <a:pt x="6313059" y="46778"/>
                  </a:cubicBezTo>
                  <a:lnTo>
                    <a:pt x="6318771" y="46778"/>
                  </a:lnTo>
                  <a:cubicBezTo>
                    <a:pt x="6293069" y="44979"/>
                    <a:pt x="6238810" y="46778"/>
                    <a:pt x="6197878" y="45878"/>
                  </a:cubicBezTo>
                  <a:lnTo>
                    <a:pt x="6171225" y="47677"/>
                  </a:lnTo>
                  <a:cubicBezTo>
                    <a:pt x="6130293" y="47677"/>
                    <a:pt x="6128389" y="44979"/>
                    <a:pt x="6115062" y="43180"/>
                  </a:cubicBezTo>
                  <a:cubicBezTo>
                    <a:pt x="6051284" y="42280"/>
                    <a:pt x="6015112" y="44979"/>
                    <a:pt x="5969420" y="46778"/>
                  </a:cubicBezTo>
                  <a:cubicBezTo>
                    <a:pt x="5949430" y="44979"/>
                    <a:pt x="5854239" y="44979"/>
                    <a:pt x="5904690" y="43180"/>
                  </a:cubicBezTo>
                  <a:cubicBezTo>
                    <a:pt x="5846624" y="44079"/>
                    <a:pt x="5858047" y="51276"/>
                    <a:pt x="5760000" y="47677"/>
                  </a:cubicBezTo>
                  <a:lnTo>
                    <a:pt x="5785702" y="45878"/>
                  </a:lnTo>
                  <a:cubicBezTo>
                    <a:pt x="5691463" y="46778"/>
                    <a:pt x="5557244" y="48577"/>
                    <a:pt x="5513456" y="47677"/>
                  </a:cubicBezTo>
                  <a:cubicBezTo>
                    <a:pt x="5548676" y="43180"/>
                    <a:pt x="5396371" y="43180"/>
                    <a:pt x="5379237" y="38682"/>
                  </a:cubicBezTo>
                  <a:cubicBezTo>
                    <a:pt x="5383996" y="39581"/>
                    <a:pt x="5348776" y="39581"/>
                    <a:pt x="5343064" y="40481"/>
                  </a:cubicBezTo>
                  <a:cubicBezTo>
                    <a:pt x="5335449" y="39581"/>
                    <a:pt x="5323074" y="39581"/>
                    <a:pt x="5308795" y="40481"/>
                  </a:cubicBezTo>
                  <a:cubicBezTo>
                    <a:pt x="5345920" y="41380"/>
                    <a:pt x="5283094" y="44979"/>
                    <a:pt x="5353535" y="43180"/>
                  </a:cubicBezTo>
                  <a:cubicBezTo>
                    <a:pt x="5318314" y="45878"/>
                    <a:pt x="5272623" y="48577"/>
                    <a:pt x="5194566" y="48577"/>
                  </a:cubicBezTo>
                  <a:lnTo>
                    <a:pt x="5195518" y="46778"/>
                  </a:lnTo>
                  <a:lnTo>
                    <a:pt x="5257392" y="46778"/>
                  </a:lnTo>
                  <a:cubicBezTo>
                    <a:pt x="5250729" y="45878"/>
                    <a:pt x="5282142" y="45878"/>
                    <a:pt x="5295469" y="44979"/>
                  </a:cubicBezTo>
                  <a:cubicBezTo>
                    <a:pt x="5181240" y="44079"/>
                    <a:pt x="5310699" y="40481"/>
                    <a:pt x="5193614" y="41380"/>
                  </a:cubicBezTo>
                  <a:cubicBezTo>
                    <a:pt x="5182191" y="42280"/>
                    <a:pt x="5189807" y="41380"/>
                    <a:pt x="5159346" y="42280"/>
                  </a:cubicBezTo>
                  <a:cubicBezTo>
                    <a:pt x="5173624" y="42280"/>
                    <a:pt x="5175528" y="41380"/>
                    <a:pt x="5152682" y="40481"/>
                  </a:cubicBezTo>
                  <a:lnTo>
                    <a:pt x="5130788" y="42280"/>
                  </a:lnTo>
                  <a:cubicBezTo>
                    <a:pt x="5089856" y="39581"/>
                    <a:pt x="5198374" y="40481"/>
                    <a:pt x="5163153" y="37782"/>
                  </a:cubicBezTo>
                  <a:cubicBezTo>
                    <a:pt x="5208845" y="36882"/>
                    <a:pt x="5286901" y="35983"/>
                    <a:pt x="5272623" y="33284"/>
                  </a:cubicBezTo>
                  <a:cubicBezTo>
                    <a:pt x="5198374" y="32385"/>
                    <a:pt x="5205989" y="37782"/>
                    <a:pt x="5128885" y="36882"/>
                  </a:cubicBezTo>
                  <a:lnTo>
                    <a:pt x="5120317" y="35983"/>
                  </a:lnTo>
                  <a:cubicBezTo>
                    <a:pt x="5093664" y="36882"/>
                    <a:pt x="5088904" y="38682"/>
                    <a:pt x="5073674" y="39581"/>
                  </a:cubicBezTo>
                  <a:cubicBezTo>
                    <a:pt x="5072722" y="38682"/>
                    <a:pt x="5066059" y="38682"/>
                    <a:pt x="5047972" y="37782"/>
                  </a:cubicBezTo>
                  <a:cubicBezTo>
                    <a:pt x="5002281" y="40481"/>
                    <a:pt x="4971820" y="41380"/>
                    <a:pt x="4929936" y="44079"/>
                  </a:cubicBezTo>
                  <a:cubicBezTo>
                    <a:pt x="5042261" y="41380"/>
                    <a:pt x="5026078" y="45878"/>
                    <a:pt x="5142211" y="44079"/>
                  </a:cubicBezTo>
                  <a:cubicBezTo>
                    <a:pt x="5124125" y="44079"/>
                    <a:pt x="5042261" y="44979"/>
                    <a:pt x="5037501" y="47677"/>
                  </a:cubicBezTo>
                  <a:lnTo>
                    <a:pt x="5038453" y="45878"/>
                  </a:lnTo>
                  <a:cubicBezTo>
                    <a:pt x="5000377" y="46778"/>
                    <a:pt x="4963252" y="47677"/>
                    <a:pt x="4915657" y="47677"/>
                  </a:cubicBezTo>
                  <a:lnTo>
                    <a:pt x="4944214" y="45878"/>
                  </a:lnTo>
                  <a:cubicBezTo>
                    <a:pt x="4881388" y="47677"/>
                    <a:pt x="4839504" y="43180"/>
                    <a:pt x="4790005" y="46778"/>
                  </a:cubicBezTo>
                  <a:cubicBezTo>
                    <a:pt x="4808091" y="46778"/>
                    <a:pt x="4821418" y="46778"/>
                    <a:pt x="4832841" y="46778"/>
                  </a:cubicBezTo>
                  <a:cubicBezTo>
                    <a:pt x="4800476" y="47677"/>
                    <a:pt x="4759544" y="46778"/>
                    <a:pt x="4724323" y="46778"/>
                  </a:cubicBezTo>
                  <a:lnTo>
                    <a:pt x="4651978" y="50376"/>
                  </a:lnTo>
                  <a:cubicBezTo>
                    <a:pt x="4651978" y="49477"/>
                    <a:pt x="4606287" y="49477"/>
                    <a:pt x="4628181" y="47677"/>
                  </a:cubicBezTo>
                  <a:cubicBezTo>
                    <a:pt x="4575826" y="45878"/>
                    <a:pt x="4551076" y="49477"/>
                    <a:pt x="4520615" y="49477"/>
                  </a:cubicBezTo>
                  <a:cubicBezTo>
                    <a:pt x="4467308" y="47677"/>
                    <a:pt x="4567258" y="48577"/>
                    <a:pt x="4572970" y="45878"/>
                  </a:cubicBezTo>
                  <a:cubicBezTo>
                    <a:pt x="4498721" y="44979"/>
                    <a:pt x="4420664" y="45878"/>
                    <a:pt x="4378780" y="47677"/>
                  </a:cubicBezTo>
                  <a:cubicBezTo>
                    <a:pt x="4394011" y="48577"/>
                    <a:pt x="4400674" y="48577"/>
                    <a:pt x="4400674" y="49477"/>
                  </a:cubicBezTo>
                  <a:cubicBezTo>
                    <a:pt x="4397819" y="48577"/>
                    <a:pt x="4368309" y="48577"/>
                    <a:pt x="4352127" y="48577"/>
                  </a:cubicBezTo>
                  <a:lnTo>
                    <a:pt x="4340704" y="49477"/>
                  </a:lnTo>
                  <a:cubicBezTo>
                    <a:pt x="4312147" y="49477"/>
                    <a:pt x="4316906" y="48577"/>
                    <a:pt x="4339752" y="47677"/>
                  </a:cubicBezTo>
                  <a:cubicBezTo>
                    <a:pt x="4314051" y="46778"/>
                    <a:pt x="4281686" y="49477"/>
                    <a:pt x="4255032" y="47677"/>
                  </a:cubicBezTo>
                  <a:cubicBezTo>
                    <a:pt x="4299772" y="46778"/>
                    <a:pt x="4357838" y="47677"/>
                    <a:pt x="4380684" y="46778"/>
                  </a:cubicBezTo>
                  <a:cubicBezTo>
                    <a:pt x="4286445" y="47677"/>
                    <a:pt x="4286445" y="43180"/>
                    <a:pt x="4166505" y="44979"/>
                  </a:cubicBezTo>
                  <a:cubicBezTo>
                    <a:pt x="4164601" y="44079"/>
                    <a:pt x="4185543" y="43180"/>
                    <a:pt x="4161745" y="43180"/>
                  </a:cubicBezTo>
                  <a:cubicBezTo>
                    <a:pt x="4108438" y="43180"/>
                    <a:pt x="4148418" y="45878"/>
                    <a:pt x="4131284" y="46778"/>
                  </a:cubicBezTo>
                  <a:cubicBezTo>
                    <a:pt x="4172216" y="45878"/>
                    <a:pt x="4192206" y="46778"/>
                    <a:pt x="4216004" y="48577"/>
                  </a:cubicBezTo>
                  <a:lnTo>
                    <a:pt x="4204581" y="49477"/>
                  </a:lnTo>
                  <a:cubicBezTo>
                    <a:pt x="4202677" y="48577"/>
                    <a:pt x="4176976" y="48577"/>
                    <a:pt x="4169360" y="48577"/>
                  </a:cubicBezTo>
                  <a:lnTo>
                    <a:pt x="4162697" y="50376"/>
                  </a:lnTo>
                  <a:cubicBezTo>
                    <a:pt x="4165553" y="48577"/>
                    <a:pt x="4124621" y="46778"/>
                    <a:pt x="4092256" y="47677"/>
                  </a:cubicBezTo>
                  <a:cubicBezTo>
                    <a:pt x="4124621" y="48577"/>
                    <a:pt x="4116054" y="48577"/>
                    <a:pt x="4125573" y="51276"/>
                  </a:cubicBezTo>
                  <a:cubicBezTo>
                    <a:pt x="4079881" y="53975"/>
                    <a:pt x="4073218" y="49477"/>
                    <a:pt x="4022766" y="52175"/>
                  </a:cubicBezTo>
                  <a:cubicBezTo>
                    <a:pt x="4026574" y="51276"/>
                    <a:pt x="4071314" y="50376"/>
                    <a:pt x="4032286" y="50376"/>
                  </a:cubicBezTo>
                  <a:cubicBezTo>
                    <a:pt x="4000873" y="50376"/>
                    <a:pt x="4004680" y="51276"/>
                    <a:pt x="3982786" y="52175"/>
                  </a:cubicBezTo>
                  <a:cubicBezTo>
                    <a:pt x="4007536" y="50376"/>
                    <a:pt x="4000873" y="48577"/>
                    <a:pt x="4027526" y="46778"/>
                  </a:cubicBezTo>
                  <a:cubicBezTo>
                    <a:pt x="4083689" y="46778"/>
                    <a:pt x="4050372" y="46778"/>
                    <a:pt x="4105583" y="45878"/>
                  </a:cubicBezTo>
                  <a:lnTo>
                    <a:pt x="4058939" y="44079"/>
                  </a:lnTo>
                  <a:cubicBezTo>
                    <a:pt x="4106534" y="44079"/>
                    <a:pt x="4094160" y="42280"/>
                    <a:pt x="4097967" y="41380"/>
                  </a:cubicBezTo>
                  <a:cubicBezTo>
                    <a:pt x="4015151" y="39581"/>
                    <a:pt x="4036093" y="44079"/>
                    <a:pt x="3982786" y="44079"/>
                  </a:cubicBezTo>
                  <a:cubicBezTo>
                    <a:pt x="3957085" y="44979"/>
                    <a:pt x="4032286" y="44079"/>
                    <a:pt x="3992305" y="45878"/>
                  </a:cubicBezTo>
                  <a:cubicBezTo>
                    <a:pt x="3942806" y="44979"/>
                    <a:pt x="3980882" y="46778"/>
                    <a:pt x="3925672" y="47677"/>
                  </a:cubicBezTo>
                  <a:lnTo>
                    <a:pt x="3935191" y="46778"/>
                  </a:lnTo>
                  <a:cubicBezTo>
                    <a:pt x="3918056" y="45878"/>
                    <a:pt x="3901874" y="46778"/>
                    <a:pt x="3881884" y="47677"/>
                  </a:cubicBezTo>
                  <a:cubicBezTo>
                    <a:pt x="3859990" y="47677"/>
                    <a:pt x="3906634" y="53975"/>
                    <a:pt x="3817154" y="53975"/>
                  </a:cubicBezTo>
                  <a:cubicBezTo>
                    <a:pt x="3821914" y="53975"/>
                    <a:pt x="3823818" y="53075"/>
                    <a:pt x="3823818" y="53075"/>
                  </a:cubicBezTo>
                  <a:lnTo>
                    <a:pt x="3910441" y="36882"/>
                  </a:lnTo>
                  <a:cubicBezTo>
                    <a:pt x="3820010" y="36882"/>
                    <a:pt x="3716252" y="36882"/>
                    <a:pt x="3612494" y="35983"/>
                  </a:cubicBezTo>
                  <a:cubicBezTo>
                    <a:pt x="3587744" y="33284"/>
                    <a:pt x="3686743" y="33284"/>
                    <a:pt x="3680079" y="32385"/>
                  </a:cubicBezTo>
                  <a:lnTo>
                    <a:pt x="3727675" y="32385"/>
                  </a:lnTo>
                  <a:cubicBezTo>
                    <a:pt x="3724819" y="34184"/>
                    <a:pt x="3628676" y="33284"/>
                    <a:pt x="3671512" y="35083"/>
                  </a:cubicBezTo>
                  <a:cubicBezTo>
                    <a:pt x="3755280" y="34184"/>
                    <a:pt x="3793356" y="35983"/>
                    <a:pt x="3872365" y="33284"/>
                  </a:cubicBezTo>
                  <a:cubicBezTo>
                    <a:pt x="3847615" y="29686"/>
                    <a:pt x="3767655" y="33284"/>
                    <a:pt x="3716252" y="31485"/>
                  </a:cubicBezTo>
                  <a:cubicBezTo>
                    <a:pt x="3738146" y="31485"/>
                    <a:pt x="3756232" y="31485"/>
                    <a:pt x="3774318" y="30585"/>
                  </a:cubicBezTo>
                  <a:lnTo>
                    <a:pt x="3618205" y="30585"/>
                  </a:lnTo>
                  <a:lnTo>
                    <a:pt x="3605830" y="30585"/>
                  </a:lnTo>
                  <a:lnTo>
                    <a:pt x="3672464" y="30585"/>
                  </a:lnTo>
                  <a:cubicBezTo>
                    <a:pt x="3622965" y="30585"/>
                    <a:pt x="3581081" y="32385"/>
                    <a:pt x="3577273" y="35083"/>
                  </a:cubicBezTo>
                  <a:lnTo>
                    <a:pt x="3586792" y="35083"/>
                  </a:lnTo>
                  <a:lnTo>
                    <a:pt x="3568706" y="35983"/>
                  </a:lnTo>
                  <a:lnTo>
                    <a:pt x="3534437" y="35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TsAAEAdAACsOwAAQx0AAAAAAAAmAAAACAAAAP//////////"/>
                </a:ext>
              </a:extLst>
            </p:cNvSpPr>
            <p:nvPr/>
          </p:nvSpPr>
          <p:spPr>
            <a:xfrm>
              <a:off x="9637395" y="4754880"/>
              <a:ext cx="62865" cy="1905"/>
            </a:xfrm>
            <a:custGeom>
              <a:avLst/>
              <a:gdLst/>
              <a:ahLst/>
              <a:cxnLst/>
              <a:rect l="0" t="0" r="62865" b="1905"/>
              <a:pathLst>
                <a:path w="62865" h="1905">
                  <a:moveTo>
                    <a:pt x="18097" y="1905"/>
                  </a:moveTo>
                  <a:cubicBezTo>
                    <a:pt x="31432" y="1905"/>
                    <a:pt x="62865" y="1905"/>
                    <a:pt x="57150" y="0"/>
                  </a:cubicBezTo>
                  <a:cubicBezTo>
                    <a:pt x="57150" y="1905"/>
                    <a:pt x="0" y="0"/>
                    <a:pt x="18097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DsAAEUdAAC6OwAARh0AAAAAAAAmAAAACAAAAP//////////"/>
                </a:ext>
              </a:extLst>
            </p:cNvSpPr>
            <p:nvPr/>
          </p:nvSpPr>
          <p:spPr>
            <a:xfrm>
              <a:off x="9669780" y="4758055"/>
              <a:ext cx="39370" cy="635"/>
            </a:xfrm>
            <a:custGeom>
              <a:avLst/>
              <a:gdLst/>
              <a:ahLst/>
              <a:cxnLst/>
              <a:rect l="0" t="0" r="39370" b="635"/>
              <a:pathLst>
                <a:path w="39370" h="635">
                  <a:moveTo>
                    <a:pt x="24006" y="635"/>
                  </a:moveTo>
                  <a:cubicBezTo>
                    <a:pt x="25927" y="635"/>
                    <a:pt x="24966" y="0"/>
                    <a:pt x="39370" y="0"/>
                  </a:cubicBezTo>
                  <a:lnTo>
                    <a:pt x="0" y="0"/>
                  </a:lnTo>
                  <a:lnTo>
                    <a:pt x="24006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jsAAFMdAAChPAAAXR0AAAAAAAAmAAAACAAAAP//////////"/>
                </a:ext>
              </a:extLst>
            </p:cNvSpPr>
            <p:nvPr/>
          </p:nvSpPr>
          <p:spPr>
            <a:xfrm>
              <a:off x="9732010" y="4766945"/>
              <a:ext cx="123825" cy="6350"/>
            </a:xfrm>
            <a:custGeom>
              <a:avLst/>
              <a:gdLst/>
              <a:ahLst/>
              <a:cxnLst/>
              <a:rect l="0" t="0" r="123825" b="6350"/>
              <a:pathLst>
                <a:path w="123825" h="6350">
                  <a:moveTo>
                    <a:pt x="1905" y="2721"/>
                  </a:moveTo>
                  <a:cubicBezTo>
                    <a:pt x="21907" y="1814"/>
                    <a:pt x="35242" y="907"/>
                    <a:pt x="66675" y="1814"/>
                  </a:cubicBezTo>
                  <a:cubicBezTo>
                    <a:pt x="78105" y="5443"/>
                    <a:pt x="14287" y="1814"/>
                    <a:pt x="0" y="5443"/>
                  </a:cubicBezTo>
                  <a:cubicBezTo>
                    <a:pt x="58102" y="6350"/>
                    <a:pt x="76200" y="3629"/>
                    <a:pt x="123825" y="3629"/>
                  </a:cubicBezTo>
                  <a:cubicBezTo>
                    <a:pt x="100965" y="1814"/>
                    <a:pt x="3810" y="0"/>
                    <a:pt x="1905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zsAAF0dAADsOwAAXh0AAAAAAAAmAAAACAAAAP//////////"/>
                </a:ext>
              </a:extLst>
            </p:cNvSpPr>
            <p:nvPr/>
          </p:nvSpPr>
          <p:spPr>
            <a:xfrm>
              <a:off x="9704705" y="4773295"/>
              <a:ext cx="36195" cy="635"/>
            </a:xfrm>
            <a:custGeom>
              <a:avLst/>
              <a:gdLst/>
              <a:ahLst/>
              <a:cxnLst/>
              <a:rect l="0" t="0" r="36195" b="635"/>
              <a:pathLst>
                <a:path w="36195" h="635">
                  <a:moveTo>
                    <a:pt x="3810" y="635"/>
                  </a:moveTo>
                  <a:lnTo>
                    <a:pt x="36195" y="0"/>
                  </a:lnTo>
                  <a:lnTo>
                    <a:pt x="32385" y="0"/>
                  </a:lnTo>
                  <a:lnTo>
                    <a:pt x="0" y="635"/>
                  </a:lnTo>
                  <a:lnTo>
                    <a:pt x="381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zcAACMdAABnNwAAJh0AAAAAAAAmAAAACAAAAP//////////"/>
                </a:ext>
              </a:extLst>
            </p:cNvSpPr>
            <p:nvPr/>
          </p:nvSpPr>
          <p:spPr>
            <a:xfrm>
              <a:off x="8973185" y="4736465"/>
              <a:ext cx="33020" cy="1905"/>
            </a:xfrm>
            <a:custGeom>
              <a:avLst/>
              <a:gdLst/>
              <a:ahLst/>
              <a:cxnLst/>
              <a:rect l="0" t="0" r="33020" b="1905"/>
              <a:pathLst>
                <a:path w="33020" h="1905">
                  <a:moveTo>
                    <a:pt x="33020" y="1905"/>
                  </a:moveTo>
                  <a:cubicBezTo>
                    <a:pt x="30190" y="0"/>
                    <a:pt x="10378" y="952"/>
                    <a:pt x="0" y="1905"/>
                  </a:cubicBezTo>
                  <a:cubicBezTo>
                    <a:pt x="8491" y="1905"/>
                    <a:pt x="20755" y="1905"/>
                    <a:pt x="3302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4AACYdAABFEAAAJx0AAAAAAAAmAAAACAAAAP//////////"/>
                </a:ext>
              </a:extLst>
            </p:cNvSpPr>
            <p:nvPr/>
          </p:nvSpPr>
          <p:spPr>
            <a:xfrm>
              <a:off x="2397760" y="4738370"/>
              <a:ext cx="247015" cy="635"/>
            </a:xfrm>
            <a:custGeom>
              <a:avLst/>
              <a:gdLst/>
              <a:ahLst/>
              <a:cxnLst/>
              <a:rect l="0" t="0" r="247015" b="635"/>
              <a:pathLst>
                <a:path w="247015" h="635">
                  <a:moveTo>
                    <a:pt x="247015" y="0"/>
                  </a:moveTo>
                  <a:lnTo>
                    <a:pt x="0" y="0"/>
                  </a:lnTo>
                  <a:lnTo>
                    <a:pt x="2470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zIAACQdAABeMwAALR0AAAAAAAAmAAAACAAAAP//////////"/>
                </a:ext>
              </a:extLst>
            </p:cNvSpPr>
            <p:nvPr/>
          </p:nvSpPr>
          <p:spPr>
            <a:xfrm>
              <a:off x="8157845" y="4737100"/>
              <a:ext cx="192405" cy="5715"/>
            </a:xfrm>
            <a:custGeom>
              <a:avLst/>
              <a:gdLst/>
              <a:ahLst/>
              <a:cxnLst/>
              <a:rect l="0" t="0" r="192405" b="5715"/>
              <a:pathLst>
                <a:path w="192405" h="5715">
                  <a:moveTo>
                    <a:pt x="28575" y="5715"/>
                  </a:moveTo>
                  <a:cubicBezTo>
                    <a:pt x="95250" y="4762"/>
                    <a:pt x="124777" y="2857"/>
                    <a:pt x="192405" y="2857"/>
                  </a:cubicBezTo>
                  <a:cubicBezTo>
                    <a:pt x="103822" y="0"/>
                    <a:pt x="75247" y="5715"/>
                    <a:pt x="0" y="2857"/>
                  </a:cubicBezTo>
                  <a:lnTo>
                    <a:pt x="28575" y="5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jIAAB4dAACiMgAAJB0AAAAAAAAmAAAACAAAAP//////////"/>
                </a:ext>
              </a:extLst>
            </p:cNvSpPr>
            <p:nvPr/>
          </p:nvSpPr>
          <p:spPr>
            <a:xfrm>
              <a:off x="8159750" y="4733290"/>
              <a:ext cx="71120" cy="3810"/>
            </a:xfrm>
            <a:custGeom>
              <a:avLst/>
              <a:gdLst/>
              <a:ahLst/>
              <a:cxnLst/>
              <a:rect l="0" t="0" r="71120" b="3810"/>
              <a:pathLst>
                <a:path w="71120" h="3810">
                  <a:moveTo>
                    <a:pt x="51206" y="0"/>
                  </a:moveTo>
                  <a:cubicBezTo>
                    <a:pt x="61637" y="1905"/>
                    <a:pt x="0" y="2858"/>
                    <a:pt x="9483" y="3810"/>
                  </a:cubicBezTo>
                  <a:cubicBezTo>
                    <a:pt x="54051" y="3810"/>
                    <a:pt x="30345" y="1905"/>
                    <a:pt x="71120" y="1905"/>
                  </a:cubicBezTo>
                  <a:lnTo>
                    <a:pt x="512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zQAAFgdAABaNAAAWh0AAAAAAAAmAAAACAAAAP//////////"/>
                </a:ext>
              </a:extLst>
            </p:cNvSpPr>
            <p:nvPr/>
          </p:nvSpPr>
          <p:spPr>
            <a:xfrm>
              <a:off x="8490585" y="4770120"/>
              <a:ext cx="19685" cy="1270"/>
            </a:xfrm>
            <a:custGeom>
              <a:avLst/>
              <a:gdLst/>
              <a:ahLst/>
              <a:cxnLst/>
              <a:rect l="0" t="0" r="19685" b="1270"/>
              <a:pathLst>
                <a:path w="19685" h="1270">
                  <a:moveTo>
                    <a:pt x="19685" y="0"/>
                  </a:moveTo>
                  <a:lnTo>
                    <a:pt x="0" y="1270"/>
                  </a:lnTo>
                  <a:lnTo>
                    <a:pt x="15935" y="127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E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fTAAAB4dAACxMAAAIB0AAAAAAAAmAAAACAAAAP//////////"/>
                </a:ext>
              </a:extLst>
            </p:cNvSpPr>
            <p:nvPr/>
          </p:nvSpPr>
          <p:spPr>
            <a:xfrm>
              <a:off x="7882255" y="4733290"/>
              <a:ext cx="33020" cy="1270"/>
            </a:xfrm>
            <a:custGeom>
              <a:avLst/>
              <a:gdLst/>
              <a:ahLst/>
              <a:cxnLst/>
              <a:rect l="0" t="0" r="33020" b="1270"/>
              <a:pathLst>
                <a:path w="33020" h="1270">
                  <a:moveTo>
                    <a:pt x="25473" y="1270"/>
                  </a:moveTo>
                  <a:lnTo>
                    <a:pt x="33020" y="1270"/>
                  </a:lnTo>
                  <a:lnTo>
                    <a:pt x="0" y="0"/>
                  </a:lnTo>
                  <a:lnTo>
                    <a:pt x="25473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sTAAAB4dAAC+MAAAIB0AAAAAAAAmAAAACAAAAP//////////"/>
                </a:ext>
              </a:extLst>
            </p:cNvSpPr>
            <p:nvPr/>
          </p:nvSpPr>
          <p:spPr>
            <a:xfrm>
              <a:off x="7915275" y="4733290"/>
              <a:ext cx="8255" cy="1270"/>
            </a:xfrm>
            <a:custGeom>
              <a:avLst/>
              <a:gdLst/>
              <a:ahLst/>
              <a:cxnLst/>
              <a:rect l="0" t="0" r="8255" b="1270"/>
              <a:pathLst>
                <a:path w="8255" h="1270">
                  <a:moveTo>
                    <a:pt x="8255" y="0"/>
                  </a:moveTo>
                  <a:lnTo>
                    <a:pt x="0" y="1270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jQAAGAdAAB5NAAAYR0AAAAAAAAmAAAACAAAAP//////////"/>
                </a:ext>
              </a:extLst>
            </p:cNvSpPr>
            <p:nvPr/>
          </p:nvSpPr>
          <p:spPr>
            <a:xfrm>
              <a:off x="8484870" y="4775200"/>
              <a:ext cx="45085" cy="635"/>
            </a:xfrm>
            <a:custGeom>
              <a:avLst/>
              <a:gdLst/>
              <a:ahLst/>
              <a:cxnLst/>
              <a:rect l="0" t="0" r="45085" b="635"/>
              <a:pathLst>
                <a:path w="45085" h="635">
                  <a:moveTo>
                    <a:pt x="0" y="0"/>
                  </a:moveTo>
                  <a:lnTo>
                    <a:pt x="30696" y="635"/>
                  </a:lnTo>
                  <a:lnTo>
                    <a:pt x="45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zIAAEodAAC9MgAATB0AAAAAAAAmAAAACAAAAP//////////"/>
                </a:ext>
              </a:extLst>
            </p:cNvSpPr>
            <p:nvPr/>
          </p:nvSpPr>
          <p:spPr>
            <a:xfrm>
              <a:off x="8206105" y="4761230"/>
              <a:ext cx="41910" cy="1270"/>
            </a:xfrm>
            <a:custGeom>
              <a:avLst/>
              <a:gdLst/>
              <a:ahLst/>
              <a:cxnLst/>
              <a:rect l="0" t="0" r="41910" b="1270"/>
              <a:pathLst>
                <a:path w="41910" h="1270">
                  <a:moveTo>
                    <a:pt x="15240" y="1270"/>
                  </a:moveTo>
                  <a:lnTo>
                    <a:pt x="41910" y="1270"/>
                  </a:lnTo>
                  <a:cubicBezTo>
                    <a:pt x="37148" y="1270"/>
                    <a:pt x="0" y="0"/>
                    <a:pt x="1524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y8AAB4dAABrLwAAIB0AAAAAAAAmAAAACAAAAP//////////"/>
                </a:ext>
              </a:extLst>
            </p:cNvSpPr>
            <p:nvPr/>
          </p:nvSpPr>
          <p:spPr>
            <a:xfrm>
              <a:off x="7672705" y="4733290"/>
              <a:ext cx="35560" cy="1270"/>
            </a:xfrm>
            <a:custGeom>
              <a:avLst/>
              <a:gdLst/>
              <a:ahLst/>
              <a:cxnLst/>
              <a:rect l="0" t="0" r="35560" b="1270"/>
              <a:pathLst>
                <a:path w="35560" h="1270">
                  <a:moveTo>
                    <a:pt x="32677" y="0"/>
                  </a:moveTo>
                  <a:lnTo>
                    <a:pt x="0" y="1270"/>
                  </a:lnTo>
                  <a:lnTo>
                    <a:pt x="2883" y="1270"/>
                  </a:lnTo>
                  <a:lnTo>
                    <a:pt x="35560" y="0"/>
                  </a:lnTo>
                  <a:lnTo>
                    <a:pt x="32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jAAAFYdAABmMQAAWB0AAAAAAAAmAAAACAAAAP//////////"/>
                </a:ext>
              </a:extLst>
            </p:cNvSpPr>
            <p:nvPr/>
          </p:nvSpPr>
          <p:spPr>
            <a:xfrm>
              <a:off x="7959090" y="4768850"/>
              <a:ext cx="71120" cy="1270"/>
            </a:xfrm>
            <a:custGeom>
              <a:avLst/>
              <a:gdLst/>
              <a:ahLst/>
              <a:cxnLst/>
              <a:rect l="0" t="0" r="71120" b="1270"/>
              <a:pathLst>
                <a:path w="71120" h="1270">
                  <a:moveTo>
                    <a:pt x="52404" y="0"/>
                  </a:moveTo>
                  <a:cubicBezTo>
                    <a:pt x="71120" y="1270"/>
                    <a:pt x="0" y="0"/>
                    <a:pt x="37432" y="1270"/>
                  </a:cubicBezTo>
                  <a:cubicBezTo>
                    <a:pt x="71120" y="1270"/>
                    <a:pt x="57083" y="635"/>
                    <a:pt x="52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i4AAEIdAADfLgAAQx0AAAAAAAAmAAAACAAAAP//////////"/>
                </a:ext>
              </a:extLst>
            </p:cNvSpPr>
            <p:nvPr/>
          </p:nvSpPr>
          <p:spPr>
            <a:xfrm>
              <a:off x="7606030" y="4756150"/>
              <a:ext cx="13335" cy="635"/>
            </a:xfrm>
            <a:custGeom>
              <a:avLst/>
              <a:gdLst/>
              <a:ahLst/>
              <a:cxnLst/>
              <a:rect l="0" t="0" r="13335" b="635"/>
              <a:pathLst>
                <a:path w="13335" h="635">
                  <a:moveTo>
                    <a:pt x="13335" y="0"/>
                  </a:moveTo>
                  <a:cubicBezTo>
                    <a:pt x="8572" y="0"/>
                    <a:pt x="4762" y="0"/>
                    <a:pt x="0" y="635"/>
                  </a:cubicBezTo>
                  <a:lnTo>
                    <a:pt x="13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y4AAEIdAAAcLwAAQx0AAAAAAAAmAAAACAAAAP//////////"/>
                </a:ext>
              </a:extLst>
            </p:cNvSpPr>
            <p:nvPr/>
          </p:nvSpPr>
          <p:spPr>
            <a:xfrm>
              <a:off x="7619365" y="4756150"/>
              <a:ext cx="38735" cy="635"/>
            </a:xfrm>
            <a:custGeom>
              <a:avLst/>
              <a:gdLst/>
              <a:ahLst/>
              <a:cxnLst/>
              <a:rect l="0" t="0" r="38735" b="635"/>
              <a:pathLst>
                <a:path w="38735" h="635">
                  <a:moveTo>
                    <a:pt x="0" y="0"/>
                  </a:moveTo>
                  <a:cubicBezTo>
                    <a:pt x="14525" y="0"/>
                    <a:pt x="29051" y="635"/>
                    <a:pt x="38735" y="635"/>
                  </a:cubicBezTo>
                  <a:cubicBezTo>
                    <a:pt x="20335" y="0"/>
                    <a:pt x="1452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S0AAEAdAAAgLgAARR0AAAAAAAAmAAAACAAAAP//////////"/>
                </a:ext>
              </a:extLst>
            </p:cNvSpPr>
            <p:nvPr/>
          </p:nvSpPr>
          <p:spPr>
            <a:xfrm>
              <a:off x="7452995" y="4754880"/>
              <a:ext cx="45085" cy="3175"/>
            </a:xfrm>
            <a:custGeom>
              <a:avLst/>
              <a:gdLst/>
              <a:ahLst/>
              <a:cxnLst/>
              <a:rect l="0" t="0" r="45085" b="3175"/>
              <a:pathLst>
                <a:path w="45085" h="3175">
                  <a:moveTo>
                    <a:pt x="4796" y="2116"/>
                  </a:moveTo>
                  <a:lnTo>
                    <a:pt x="17266" y="2116"/>
                  </a:lnTo>
                  <a:cubicBezTo>
                    <a:pt x="3837" y="3175"/>
                    <a:pt x="10551" y="3175"/>
                    <a:pt x="22062" y="2116"/>
                  </a:cubicBezTo>
                  <a:cubicBezTo>
                    <a:pt x="35492" y="2116"/>
                    <a:pt x="35492" y="1058"/>
                    <a:pt x="36451" y="1058"/>
                  </a:cubicBezTo>
                  <a:lnTo>
                    <a:pt x="45085" y="0"/>
                  </a:lnTo>
                  <a:lnTo>
                    <a:pt x="33573" y="1058"/>
                  </a:lnTo>
                  <a:cubicBezTo>
                    <a:pt x="12470" y="1058"/>
                    <a:pt x="0" y="1058"/>
                    <a:pt x="4796" y="2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ioAABYdAADsKgAAGh0AAAAAAAAmAAAACAAAAP//////////"/>
                </a:ext>
              </a:extLst>
            </p:cNvSpPr>
            <p:nvPr/>
          </p:nvSpPr>
          <p:spPr>
            <a:xfrm>
              <a:off x="6854190" y="4728210"/>
              <a:ext cx="123190" cy="2540"/>
            </a:xfrm>
            <a:custGeom>
              <a:avLst/>
              <a:gdLst/>
              <a:ahLst/>
              <a:cxnLst/>
              <a:rect l="0" t="0" r="123190" b="2540"/>
              <a:pathLst>
                <a:path w="123190" h="2540">
                  <a:moveTo>
                    <a:pt x="0" y="0"/>
                  </a:moveTo>
                  <a:cubicBezTo>
                    <a:pt x="47748" y="847"/>
                    <a:pt x="60163" y="847"/>
                    <a:pt x="57298" y="1693"/>
                  </a:cubicBezTo>
                  <a:cubicBezTo>
                    <a:pt x="103136" y="2540"/>
                    <a:pt x="95496" y="0"/>
                    <a:pt x="1231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7CoAABYdAAAGKwAAFh0AAAAAAAAmAAAACAAAAP//////////"/>
                </a:ext>
              </a:extLst>
            </p:cNvSpPr>
            <p:nvPr/>
          </p:nvSpPr>
          <p:spPr>
            <a:xfrm>
              <a:off x="6977380" y="4728210"/>
              <a:ext cx="16510" cy="0"/>
            </a:xfrm>
            <a:custGeom>
              <a:avLst/>
              <a:gdLst/>
              <a:ahLst/>
              <a:cxnLst/>
              <a:rect l="0" t="0" r="16510" b="0"/>
              <a:pathLst>
                <a:path w="16510">
                  <a:moveTo>
                    <a:pt x="0" y="0"/>
                  </a:moveTo>
                  <a:lnTo>
                    <a:pt x="16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C4AAFodAAAKLwAAXR0AAAAAAAAmAAAACAAAAP//////////"/>
                </a:ext>
              </a:extLst>
            </p:cNvSpPr>
            <p:nvPr/>
          </p:nvSpPr>
          <p:spPr>
            <a:xfrm>
              <a:off x="7617460" y="4771390"/>
              <a:ext cx="29210" cy="1905"/>
            </a:xfrm>
            <a:custGeom>
              <a:avLst/>
              <a:gdLst/>
              <a:ahLst/>
              <a:cxnLst/>
              <a:rect l="0" t="0" r="29210" b="1905"/>
              <a:pathLst>
                <a:path w="29210" h="1905">
                  <a:moveTo>
                    <a:pt x="29210" y="0"/>
                  </a:moveTo>
                  <a:lnTo>
                    <a:pt x="0" y="1905"/>
                  </a:lnTo>
                  <a:lnTo>
                    <a:pt x="10365" y="1905"/>
                  </a:lnTo>
                  <a:lnTo>
                    <a:pt x="29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SkAABUdAADtKQAAFh0AAAAAAAAmAAAACAAAAP//////////"/>
                </a:ext>
              </a:extLst>
            </p:cNvSpPr>
            <p:nvPr/>
          </p:nvSpPr>
          <p:spPr>
            <a:xfrm>
              <a:off x="6774815" y="4727575"/>
              <a:ext cx="40640" cy="635"/>
            </a:xfrm>
            <a:custGeom>
              <a:avLst/>
              <a:gdLst/>
              <a:ahLst/>
              <a:cxnLst/>
              <a:rect l="0" t="0" r="40640" b="635"/>
              <a:pathLst>
                <a:path w="40640" h="635">
                  <a:moveTo>
                    <a:pt x="8506" y="635"/>
                  </a:moveTo>
                  <a:cubicBezTo>
                    <a:pt x="17012" y="635"/>
                    <a:pt x="31189" y="635"/>
                    <a:pt x="38750" y="635"/>
                  </a:cubicBezTo>
                  <a:cubicBezTo>
                    <a:pt x="40640" y="0"/>
                    <a:pt x="0" y="635"/>
                    <a:pt x="8506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8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ioAADsdAAAmKwAAPx0AAAAAAAAmAAAACAAAAP//////////"/>
                </a:ext>
              </a:extLst>
            </p:cNvSpPr>
            <p:nvPr/>
          </p:nvSpPr>
          <p:spPr>
            <a:xfrm>
              <a:off x="6965950" y="4751705"/>
              <a:ext cx="48260" cy="2540"/>
            </a:xfrm>
            <a:custGeom>
              <a:avLst/>
              <a:gdLst/>
              <a:ahLst/>
              <a:cxnLst/>
              <a:rect l="0" t="0" r="48260" b="2540"/>
              <a:pathLst>
                <a:path w="48260" h="2540">
                  <a:moveTo>
                    <a:pt x="0" y="1693"/>
                  </a:moveTo>
                  <a:cubicBezTo>
                    <a:pt x="5791" y="2540"/>
                    <a:pt x="35712" y="1693"/>
                    <a:pt x="48260" y="2540"/>
                  </a:cubicBezTo>
                  <a:cubicBezTo>
                    <a:pt x="30886" y="1693"/>
                    <a:pt x="16408" y="0"/>
                    <a:pt x="0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8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CgAABwdAAAuKQAAIR0AAAAAAAAmAAAACAAAAP//////////"/>
                </a:ext>
              </a:extLst>
            </p:cNvSpPr>
            <p:nvPr/>
          </p:nvSpPr>
          <p:spPr>
            <a:xfrm>
              <a:off x="6647180" y="4732020"/>
              <a:ext cx="46990" cy="3175"/>
            </a:xfrm>
            <a:custGeom>
              <a:avLst/>
              <a:gdLst/>
              <a:ahLst/>
              <a:cxnLst/>
              <a:rect l="0" t="0" r="46990" b="3175"/>
              <a:pathLst>
                <a:path w="46990" h="3175">
                  <a:moveTo>
                    <a:pt x="0" y="793"/>
                  </a:moveTo>
                  <a:cubicBezTo>
                    <a:pt x="9590" y="1587"/>
                    <a:pt x="23016" y="1587"/>
                    <a:pt x="17262" y="3175"/>
                  </a:cubicBezTo>
                  <a:cubicBezTo>
                    <a:pt x="29728" y="2381"/>
                    <a:pt x="46990" y="0"/>
                    <a:pt x="0" y="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8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ioAADwdAACRKgAAPh0AAAAAAAAmAAAACAAAAP//////////"/>
                </a:ext>
              </a:extLst>
            </p:cNvSpPr>
            <p:nvPr/>
          </p:nvSpPr>
          <p:spPr>
            <a:xfrm>
              <a:off x="6879590" y="4752340"/>
              <a:ext cx="40005" cy="1270"/>
            </a:xfrm>
            <a:custGeom>
              <a:avLst/>
              <a:gdLst/>
              <a:ahLst/>
              <a:cxnLst/>
              <a:rect l="0" t="0" r="40005" b="1270"/>
              <a:pathLst>
                <a:path w="40005" h="1270">
                  <a:moveTo>
                    <a:pt x="0" y="1270"/>
                  </a:moveTo>
                  <a:lnTo>
                    <a:pt x="7620" y="1270"/>
                  </a:lnTo>
                  <a:lnTo>
                    <a:pt x="40005" y="0"/>
                  </a:lnTo>
                  <a:lnTo>
                    <a:pt x="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8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SoAAFEdAABDKwAAWx0AAAAAAAAmAAAACAAAAP//////////"/>
                </a:ext>
              </a:extLst>
            </p:cNvSpPr>
            <p:nvPr/>
          </p:nvSpPr>
          <p:spPr>
            <a:xfrm>
              <a:off x="6919595" y="4765675"/>
              <a:ext cx="113030" cy="6350"/>
            </a:xfrm>
            <a:custGeom>
              <a:avLst/>
              <a:gdLst/>
              <a:ahLst/>
              <a:cxnLst/>
              <a:rect l="0" t="0" r="113030" b="6350"/>
              <a:pathLst>
                <a:path w="113030" h="6350">
                  <a:moveTo>
                    <a:pt x="76631" y="6350"/>
                  </a:moveTo>
                  <a:cubicBezTo>
                    <a:pt x="113030" y="4536"/>
                    <a:pt x="18200" y="2721"/>
                    <a:pt x="81420" y="907"/>
                  </a:cubicBezTo>
                  <a:cubicBezTo>
                    <a:pt x="0" y="0"/>
                    <a:pt x="88125" y="3629"/>
                    <a:pt x="27779" y="3629"/>
                  </a:cubicBezTo>
                  <a:cubicBezTo>
                    <a:pt x="63220" y="3629"/>
                    <a:pt x="80462" y="5443"/>
                    <a:pt x="76631" y="63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9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SoAAFYdAAC9KgAAVx0AAAAAAAAmAAAACAAAAP//////////"/>
                </a:ext>
              </a:extLst>
            </p:cNvSpPr>
            <p:nvPr/>
          </p:nvSpPr>
          <p:spPr>
            <a:xfrm>
              <a:off x="6929755" y="4768850"/>
              <a:ext cx="17780" cy="635"/>
            </a:xfrm>
            <a:custGeom>
              <a:avLst/>
              <a:gdLst/>
              <a:ahLst/>
              <a:cxnLst/>
              <a:rect l="0" t="0" r="17780" b="635"/>
              <a:pathLst>
                <a:path w="17780" h="635">
                  <a:moveTo>
                    <a:pt x="17780" y="635"/>
                  </a:moveTo>
                  <a:lnTo>
                    <a:pt x="0" y="0"/>
                  </a:lnTo>
                  <a:lnTo>
                    <a:pt x="1778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9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CcAAEYdAACmJwAARx0AAAAAAAAmAAAACAAAAP//////////"/>
                </a:ext>
              </a:extLst>
            </p:cNvSpPr>
            <p:nvPr/>
          </p:nvSpPr>
          <p:spPr>
            <a:xfrm>
              <a:off x="6433820" y="4758690"/>
              <a:ext cx="11430" cy="635"/>
            </a:xfrm>
            <a:custGeom>
              <a:avLst/>
              <a:gdLst/>
              <a:ahLst/>
              <a:cxnLst/>
              <a:rect l="0" t="0" r="11430" b="635"/>
              <a:pathLst>
                <a:path w="11430" h="635">
                  <a:moveTo>
                    <a:pt x="0" y="635"/>
                  </a:moveTo>
                  <a:lnTo>
                    <a:pt x="1143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9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HCkAAFYdAADmKQAAWx0AAAAAAAAmAAAACAAAAP//////////"/>
                </a:ext>
              </a:extLst>
            </p:cNvSpPr>
            <p:nvPr/>
          </p:nvSpPr>
          <p:spPr>
            <a:xfrm>
              <a:off x="6682740" y="4768850"/>
              <a:ext cx="128270" cy="3175"/>
            </a:xfrm>
            <a:custGeom>
              <a:avLst/>
              <a:gdLst/>
              <a:ahLst/>
              <a:cxnLst/>
              <a:rect l="0" t="0" r="128270" b="3175"/>
              <a:pathLst>
                <a:path w="128270" h="3175">
                  <a:moveTo>
                    <a:pt x="73161" y="1587"/>
                  </a:moveTo>
                  <a:lnTo>
                    <a:pt x="128270" y="0"/>
                  </a:lnTo>
                  <a:cubicBezTo>
                    <a:pt x="91214" y="793"/>
                    <a:pt x="0" y="793"/>
                    <a:pt x="5701" y="3175"/>
                  </a:cubicBezTo>
                  <a:cubicBezTo>
                    <a:pt x="35155" y="3175"/>
                    <a:pt x="71261" y="3175"/>
                    <a:pt x="85513" y="2381"/>
                  </a:cubicBezTo>
                  <a:lnTo>
                    <a:pt x="73161" y="15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9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yUAABYdAADYJQAAGR0AAAAAAAAmAAAACAAAAP//////////"/>
                </a:ext>
              </a:extLst>
            </p:cNvSpPr>
            <p:nvPr/>
          </p:nvSpPr>
          <p:spPr>
            <a:xfrm>
              <a:off x="6115685" y="4728210"/>
              <a:ext cx="36195" cy="1905"/>
            </a:xfrm>
            <a:custGeom>
              <a:avLst/>
              <a:gdLst/>
              <a:ahLst/>
              <a:cxnLst/>
              <a:rect l="0" t="0" r="36195" b="1905"/>
              <a:pathLst>
                <a:path w="36195" h="1905">
                  <a:moveTo>
                    <a:pt x="12382" y="952"/>
                  </a:moveTo>
                  <a:lnTo>
                    <a:pt x="36195" y="0"/>
                  </a:lnTo>
                  <a:lnTo>
                    <a:pt x="6667" y="0"/>
                  </a:lnTo>
                  <a:cubicBezTo>
                    <a:pt x="15240" y="0"/>
                    <a:pt x="0" y="1905"/>
                    <a:pt x="12382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9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CUAABYdAACoJQAAFh0AAAAAAAAmAAAACAAAAP//////////"/>
                </a:ext>
              </a:extLst>
            </p:cNvSpPr>
            <p:nvPr/>
          </p:nvSpPr>
          <p:spPr>
            <a:xfrm>
              <a:off x="6116320" y="472821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50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9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ygAAEMdAACCKAAARh0AAAAAAAAmAAAACAAAAP//////////"/>
                </a:ext>
              </a:extLst>
            </p:cNvSpPr>
            <p:nvPr/>
          </p:nvSpPr>
          <p:spPr>
            <a:xfrm>
              <a:off x="6534785" y="4756785"/>
              <a:ext cx="50165" cy="1905"/>
            </a:xfrm>
            <a:custGeom>
              <a:avLst/>
              <a:gdLst/>
              <a:ahLst/>
              <a:cxnLst/>
              <a:rect l="0" t="0" r="50165" b="1905"/>
              <a:pathLst>
                <a:path w="50165" h="1905">
                  <a:moveTo>
                    <a:pt x="2839" y="1905"/>
                  </a:moveTo>
                  <a:cubicBezTo>
                    <a:pt x="19876" y="1905"/>
                    <a:pt x="34074" y="1905"/>
                    <a:pt x="50165" y="952"/>
                  </a:cubicBezTo>
                  <a:cubicBezTo>
                    <a:pt x="43539" y="952"/>
                    <a:pt x="0" y="0"/>
                    <a:pt x="2839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9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qCQAABwdAADpJAAAHR0AAAAAAAAmAAAACAAAAP//////////"/>
                </a:ext>
              </a:extLst>
            </p:cNvSpPr>
            <p:nvPr/>
          </p:nvSpPr>
          <p:spPr>
            <a:xfrm>
              <a:off x="5958840" y="4732020"/>
              <a:ext cx="41275" cy="635"/>
            </a:xfrm>
            <a:custGeom>
              <a:avLst/>
              <a:gdLst/>
              <a:ahLst/>
              <a:cxnLst/>
              <a:rect l="0" t="0" r="41275" b="635"/>
              <a:pathLst>
                <a:path w="41275" h="635">
                  <a:moveTo>
                    <a:pt x="2814" y="635"/>
                  </a:moveTo>
                  <a:lnTo>
                    <a:pt x="41275" y="0"/>
                  </a:lnTo>
                  <a:lnTo>
                    <a:pt x="0" y="0"/>
                  </a:lnTo>
                  <a:lnTo>
                    <a:pt x="2814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9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CMAABYdAACNIwAAGR0AAAAAAAAmAAAACAAAAP//////////"/>
                </a:ext>
              </a:extLst>
            </p:cNvSpPr>
            <p:nvPr/>
          </p:nvSpPr>
          <p:spPr>
            <a:xfrm>
              <a:off x="5740400" y="4728210"/>
              <a:ext cx="38735" cy="1905"/>
            </a:xfrm>
            <a:custGeom>
              <a:avLst/>
              <a:gdLst/>
              <a:ahLst/>
              <a:cxnLst/>
              <a:rect l="0" t="0" r="38735" b="1905"/>
              <a:pathLst>
                <a:path w="38735" h="1905">
                  <a:moveTo>
                    <a:pt x="38735" y="952"/>
                  </a:moveTo>
                  <a:lnTo>
                    <a:pt x="32121" y="0"/>
                  </a:lnTo>
                  <a:lnTo>
                    <a:pt x="0" y="952"/>
                  </a:lnTo>
                  <a:lnTo>
                    <a:pt x="6613" y="1905"/>
                  </a:lnTo>
                  <a:lnTo>
                    <a:pt x="38735" y="9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9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8yQAAFsdAABPJQAAYB0AAAAAAAAmAAAACAAAAP//////////"/>
                </a:ext>
              </a:extLst>
            </p:cNvSpPr>
            <p:nvPr/>
          </p:nvSpPr>
          <p:spPr>
            <a:xfrm>
              <a:off x="6006465" y="4772025"/>
              <a:ext cx="58420" cy="3175"/>
            </a:xfrm>
            <a:custGeom>
              <a:avLst/>
              <a:gdLst/>
              <a:ahLst/>
              <a:cxnLst/>
              <a:rect l="0" t="0" r="58420" b="3175"/>
              <a:pathLst>
                <a:path w="58420" h="3175">
                  <a:moveTo>
                    <a:pt x="10535" y="2116"/>
                  </a:moveTo>
                  <a:cubicBezTo>
                    <a:pt x="37350" y="3175"/>
                    <a:pt x="58420" y="0"/>
                    <a:pt x="51716" y="0"/>
                  </a:cubicBezTo>
                  <a:lnTo>
                    <a:pt x="0" y="0"/>
                  </a:lnTo>
                  <a:cubicBezTo>
                    <a:pt x="12450" y="2116"/>
                    <a:pt x="14366" y="0"/>
                    <a:pt x="44054" y="0"/>
                  </a:cubicBezTo>
                  <a:lnTo>
                    <a:pt x="10535" y="2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9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3hYAABcdAAC/HAAAKx0AAAAAAAAmAAAACAAAAP//////////"/>
                </a:ext>
              </a:extLst>
            </p:cNvSpPr>
            <p:nvPr/>
          </p:nvSpPr>
          <p:spPr>
            <a:xfrm>
              <a:off x="3717290" y="4728845"/>
              <a:ext cx="955675" cy="12700"/>
            </a:xfrm>
            <a:custGeom>
              <a:avLst/>
              <a:gdLst/>
              <a:ahLst/>
              <a:cxnLst/>
              <a:rect l="0" t="0" r="955675" b="12700"/>
              <a:pathLst>
                <a:path w="955675" h="12700">
                  <a:moveTo>
                    <a:pt x="710093" y="5443"/>
                  </a:moveTo>
                  <a:cubicBezTo>
                    <a:pt x="721515" y="4536"/>
                    <a:pt x="777675" y="4536"/>
                    <a:pt x="780531" y="6350"/>
                  </a:cubicBezTo>
                  <a:cubicBezTo>
                    <a:pt x="772916" y="6350"/>
                    <a:pt x="742456" y="7257"/>
                    <a:pt x="761494" y="7257"/>
                  </a:cubicBezTo>
                  <a:lnTo>
                    <a:pt x="806231" y="4536"/>
                  </a:lnTo>
                  <a:cubicBezTo>
                    <a:pt x="865247" y="6350"/>
                    <a:pt x="761494" y="9071"/>
                    <a:pt x="731986" y="9979"/>
                  </a:cubicBezTo>
                  <a:cubicBezTo>
                    <a:pt x="791953" y="9979"/>
                    <a:pt x="810039" y="8164"/>
                    <a:pt x="873814" y="8164"/>
                  </a:cubicBezTo>
                  <a:cubicBezTo>
                    <a:pt x="855728" y="8164"/>
                    <a:pt x="843354" y="7257"/>
                    <a:pt x="833835" y="6350"/>
                  </a:cubicBezTo>
                  <a:cubicBezTo>
                    <a:pt x="830980" y="4536"/>
                    <a:pt x="890948" y="5443"/>
                    <a:pt x="933782" y="4536"/>
                  </a:cubicBezTo>
                  <a:cubicBezTo>
                    <a:pt x="906177" y="3629"/>
                    <a:pt x="922359" y="2721"/>
                    <a:pt x="941396" y="1814"/>
                  </a:cubicBezTo>
                  <a:cubicBezTo>
                    <a:pt x="945204" y="1814"/>
                    <a:pt x="948060" y="1814"/>
                    <a:pt x="949011" y="1814"/>
                  </a:cubicBezTo>
                  <a:lnTo>
                    <a:pt x="955675" y="1814"/>
                  </a:lnTo>
                  <a:lnTo>
                    <a:pt x="950915" y="1814"/>
                  </a:lnTo>
                  <a:cubicBezTo>
                    <a:pt x="950915" y="907"/>
                    <a:pt x="949963" y="907"/>
                    <a:pt x="946156" y="907"/>
                  </a:cubicBezTo>
                  <a:cubicBezTo>
                    <a:pt x="910937" y="907"/>
                    <a:pt x="883333" y="0"/>
                    <a:pt x="860488" y="0"/>
                  </a:cubicBezTo>
                  <a:cubicBezTo>
                    <a:pt x="883333" y="2721"/>
                    <a:pt x="782435" y="907"/>
                    <a:pt x="752927" y="1814"/>
                  </a:cubicBezTo>
                  <a:lnTo>
                    <a:pt x="719611" y="1814"/>
                  </a:lnTo>
                  <a:lnTo>
                    <a:pt x="707237" y="1814"/>
                  </a:lnTo>
                  <a:cubicBezTo>
                    <a:pt x="704381" y="1814"/>
                    <a:pt x="708189" y="907"/>
                    <a:pt x="727226" y="907"/>
                  </a:cubicBezTo>
                  <a:cubicBezTo>
                    <a:pt x="711045" y="907"/>
                    <a:pt x="658692" y="907"/>
                    <a:pt x="663451" y="1814"/>
                  </a:cubicBezTo>
                  <a:lnTo>
                    <a:pt x="542564" y="1814"/>
                  </a:lnTo>
                  <a:cubicBezTo>
                    <a:pt x="538757" y="2721"/>
                    <a:pt x="534949" y="1814"/>
                    <a:pt x="532093" y="1814"/>
                  </a:cubicBezTo>
                  <a:cubicBezTo>
                    <a:pt x="527334" y="1814"/>
                    <a:pt x="527334" y="2721"/>
                    <a:pt x="527334" y="2721"/>
                  </a:cubicBezTo>
                  <a:lnTo>
                    <a:pt x="0" y="2721"/>
                  </a:lnTo>
                  <a:lnTo>
                    <a:pt x="75197" y="4536"/>
                  </a:lnTo>
                  <a:cubicBezTo>
                    <a:pt x="35219" y="7257"/>
                    <a:pt x="118983" y="5443"/>
                    <a:pt x="107561" y="7257"/>
                  </a:cubicBezTo>
                  <a:cubicBezTo>
                    <a:pt x="89475" y="8164"/>
                    <a:pt x="62823" y="8164"/>
                    <a:pt x="46641" y="7257"/>
                  </a:cubicBezTo>
                  <a:cubicBezTo>
                    <a:pt x="40930" y="8164"/>
                    <a:pt x="63775" y="9071"/>
                    <a:pt x="60919" y="10886"/>
                  </a:cubicBezTo>
                  <a:cubicBezTo>
                    <a:pt x="127550" y="11793"/>
                    <a:pt x="138020" y="6350"/>
                    <a:pt x="202747" y="7257"/>
                  </a:cubicBezTo>
                  <a:cubicBezTo>
                    <a:pt x="199892" y="9071"/>
                    <a:pt x="179902" y="9979"/>
                    <a:pt x="222737" y="9979"/>
                  </a:cubicBezTo>
                  <a:lnTo>
                    <a:pt x="212266" y="9979"/>
                  </a:lnTo>
                  <a:cubicBezTo>
                    <a:pt x="279849" y="8164"/>
                    <a:pt x="264619" y="12700"/>
                    <a:pt x="308405" y="9071"/>
                  </a:cubicBezTo>
                  <a:lnTo>
                    <a:pt x="306501" y="10886"/>
                  </a:lnTo>
                  <a:cubicBezTo>
                    <a:pt x="337912" y="9979"/>
                    <a:pt x="397880" y="9979"/>
                    <a:pt x="432147" y="9071"/>
                  </a:cubicBezTo>
                  <a:lnTo>
                    <a:pt x="430244" y="9979"/>
                  </a:lnTo>
                  <a:cubicBezTo>
                    <a:pt x="524479" y="7257"/>
                    <a:pt x="483548" y="9071"/>
                    <a:pt x="590157" y="8164"/>
                  </a:cubicBezTo>
                  <a:lnTo>
                    <a:pt x="540660" y="9979"/>
                  </a:lnTo>
                  <a:cubicBezTo>
                    <a:pt x="577783" y="10886"/>
                    <a:pt x="586350" y="9071"/>
                    <a:pt x="612050" y="9071"/>
                  </a:cubicBezTo>
                  <a:cubicBezTo>
                    <a:pt x="610147" y="9071"/>
                    <a:pt x="616810" y="10886"/>
                    <a:pt x="592061" y="10886"/>
                  </a:cubicBezTo>
                  <a:lnTo>
                    <a:pt x="721515" y="7257"/>
                  </a:lnTo>
                  <a:cubicBezTo>
                    <a:pt x="751975" y="6350"/>
                    <a:pt x="714852" y="6350"/>
                    <a:pt x="710093" y="54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10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hwAACQdAABjHAAAJB0AAAAAAAAmAAAACAAAAP//////////"/>
                </a:ext>
              </a:extLst>
            </p:cNvSpPr>
            <p:nvPr/>
          </p:nvSpPr>
          <p:spPr>
            <a:xfrm>
              <a:off x="4591050" y="4737100"/>
              <a:ext cx="23495" cy="0"/>
            </a:xfrm>
            <a:custGeom>
              <a:avLst/>
              <a:gdLst/>
              <a:ahLst/>
              <a:cxnLst/>
              <a:rect l="0" t="0" r="23495" b="0"/>
              <a:pathLst>
                <a:path w="23495">
                  <a:moveTo>
                    <a:pt x="0" y="0"/>
                  </a:moveTo>
                  <a:lnTo>
                    <a:pt x="234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10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pBYAAB0dAADeFgAAHR0AAAAAAAAmAAAACAAAAP//////////"/>
                </a:ext>
              </a:extLst>
            </p:cNvSpPr>
            <p:nvPr/>
          </p:nvSpPr>
          <p:spPr>
            <a:xfrm>
              <a:off x="3680460" y="4732655"/>
              <a:ext cx="36830" cy="0"/>
            </a:xfrm>
            <a:custGeom>
              <a:avLst/>
              <a:gdLst/>
              <a:ahLst/>
              <a:cxnLst/>
              <a:rect l="0" t="0" r="36830" b="0"/>
              <a:pathLst>
                <a:path w="36830">
                  <a:moveTo>
                    <a:pt x="0" y="0"/>
                  </a:moveTo>
                  <a:lnTo>
                    <a:pt x="36830" y="0"/>
                  </a:lnTo>
                  <a:cubicBezTo>
                    <a:pt x="25498" y="0"/>
                    <a:pt x="1322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10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+RwAABkdAACDHQAAHR0AAAAAAAAmAAAACAAAAP//////////"/>
                </a:ext>
              </a:extLst>
            </p:cNvSpPr>
            <p:nvPr/>
          </p:nvSpPr>
          <p:spPr>
            <a:xfrm>
              <a:off x="4709795" y="4730115"/>
              <a:ext cx="87630" cy="2540"/>
            </a:xfrm>
            <a:custGeom>
              <a:avLst/>
              <a:gdLst/>
              <a:ahLst/>
              <a:cxnLst/>
              <a:rect l="0" t="0" r="87630" b="2540"/>
              <a:pathLst>
                <a:path w="87630" h="2540">
                  <a:moveTo>
                    <a:pt x="67628" y="2540"/>
                  </a:moveTo>
                  <a:cubicBezTo>
                    <a:pt x="44768" y="1693"/>
                    <a:pt x="83820" y="847"/>
                    <a:pt x="87630" y="0"/>
                  </a:cubicBezTo>
                  <a:lnTo>
                    <a:pt x="7620" y="847"/>
                  </a:lnTo>
                  <a:cubicBezTo>
                    <a:pt x="7620" y="847"/>
                    <a:pt x="0" y="1693"/>
                    <a:pt x="1905" y="2540"/>
                  </a:cubicBezTo>
                  <a:lnTo>
                    <a:pt x="67628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10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xwAABcdAAAGHQAAGh0AAAAAAAAmAAAACAAAAP//////////"/>
                </a:ext>
              </a:extLst>
            </p:cNvSpPr>
            <p:nvPr/>
          </p:nvSpPr>
          <p:spPr>
            <a:xfrm>
              <a:off x="4672965" y="4728845"/>
              <a:ext cx="45085" cy="1905"/>
            </a:xfrm>
            <a:custGeom>
              <a:avLst/>
              <a:gdLst/>
              <a:ahLst/>
              <a:cxnLst/>
              <a:rect l="0" t="0" r="45085" b="1905"/>
              <a:pathLst>
                <a:path w="45085" h="1905">
                  <a:moveTo>
                    <a:pt x="21103" y="0"/>
                  </a:moveTo>
                  <a:cubicBezTo>
                    <a:pt x="18225" y="952"/>
                    <a:pt x="10551" y="952"/>
                    <a:pt x="0" y="1905"/>
                  </a:cubicBezTo>
                  <a:lnTo>
                    <a:pt x="45085" y="1905"/>
                  </a:lnTo>
                  <a:cubicBezTo>
                    <a:pt x="45085" y="952"/>
                    <a:pt x="39329" y="0"/>
                    <a:pt x="211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10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thwAAFQdAADuHAAAVh0AAAAAAAAmAAAACAAAAP//////////"/>
                </a:ext>
              </a:extLst>
            </p:cNvSpPr>
            <p:nvPr/>
          </p:nvSpPr>
          <p:spPr>
            <a:xfrm>
              <a:off x="4667250" y="4767580"/>
              <a:ext cx="35560" cy="1270"/>
            </a:xfrm>
            <a:custGeom>
              <a:avLst/>
              <a:gdLst/>
              <a:ahLst/>
              <a:cxnLst/>
              <a:rect l="0" t="0" r="35560" b="1270"/>
              <a:pathLst>
                <a:path w="35560" h="1270">
                  <a:moveTo>
                    <a:pt x="35560" y="0"/>
                  </a:moveTo>
                  <a:lnTo>
                    <a:pt x="21144" y="1270"/>
                  </a:lnTo>
                  <a:lnTo>
                    <a:pt x="0" y="1270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10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xsAAFAdAADtGwAAUx0AAAAAAAAmAAAACAAAAP//////////"/>
                </a:ext>
              </a:extLst>
            </p:cNvSpPr>
            <p:nvPr/>
          </p:nvSpPr>
          <p:spPr>
            <a:xfrm>
              <a:off x="4479925" y="4765040"/>
              <a:ext cx="59690" cy="1905"/>
            </a:xfrm>
            <a:custGeom>
              <a:avLst/>
              <a:gdLst/>
              <a:ahLst/>
              <a:cxnLst/>
              <a:rect l="0" t="0" r="59690" b="1905"/>
              <a:pathLst>
                <a:path w="59690" h="1905">
                  <a:moveTo>
                    <a:pt x="0" y="0"/>
                  </a:moveTo>
                  <a:cubicBezTo>
                    <a:pt x="17054" y="1905"/>
                    <a:pt x="49268" y="952"/>
                    <a:pt x="59690" y="0"/>
                  </a:cubicBezTo>
                  <a:cubicBezTo>
                    <a:pt x="22739" y="0"/>
                    <a:pt x="3884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10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nxsAAGIdAADYGwAAZB0AAAAAAAAmAAAACAAAAP//////////"/>
                </a:ext>
              </a:extLst>
            </p:cNvSpPr>
            <p:nvPr/>
          </p:nvSpPr>
          <p:spPr>
            <a:xfrm>
              <a:off x="4490085" y="4776470"/>
              <a:ext cx="36195" cy="1270"/>
            </a:xfrm>
            <a:custGeom>
              <a:avLst/>
              <a:gdLst/>
              <a:ahLst/>
              <a:cxnLst/>
              <a:rect l="0" t="0" r="36195" b="1270"/>
              <a:pathLst>
                <a:path w="36195" h="1270">
                  <a:moveTo>
                    <a:pt x="36195" y="0"/>
                  </a:moveTo>
                  <a:lnTo>
                    <a:pt x="0" y="1270"/>
                  </a:lnTo>
                  <a:lnTo>
                    <a:pt x="2857" y="127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10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2RQAACgdAAD0FAAAKB0AAAAAAAAmAAAACAAAAP//////////"/>
                </a:ext>
              </a:extLst>
            </p:cNvSpPr>
            <p:nvPr/>
          </p:nvSpPr>
          <p:spPr>
            <a:xfrm>
              <a:off x="3388995" y="4739640"/>
              <a:ext cx="17145" cy="0"/>
            </a:xfrm>
            <a:custGeom>
              <a:avLst/>
              <a:gdLst/>
              <a:ahLst/>
              <a:cxnLst/>
              <a:rect l="0" t="0" r="17145" b="0"/>
              <a:pathLst>
                <a:path w="17145">
                  <a:moveTo>
                    <a:pt x="17145" y="0"/>
                  </a:moveTo>
                  <a:lnTo>
                    <a:pt x="0" y="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10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xMAAB4dAAAwFwAAKh0AAAAAAAAmAAAACAAAAP//////////"/>
                </a:ext>
              </a:extLst>
            </p:cNvSpPr>
            <p:nvPr/>
          </p:nvSpPr>
          <p:spPr>
            <a:xfrm>
              <a:off x="3154045" y="4733290"/>
              <a:ext cx="615315" cy="7620"/>
            </a:xfrm>
            <a:custGeom>
              <a:avLst/>
              <a:gdLst/>
              <a:ahLst/>
              <a:cxnLst/>
              <a:rect l="0" t="0" r="615315" b="7620"/>
              <a:pathLst>
                <a:path w="615315" h="7620">
                  <a:moveTo>
                    <a:pt x="559204" y="4763"/>
                  </a:moveTo>
                  <a:cubicBezTo>
                    <a:pt x="474562" y="2858"/>
                    <a:pt x="615315" y="2858"/>
                    <a:pt x="588686" y="0"/>
                  </a:cubicBezTo>
                  <a:lnTo>
                    <a:pt x="542085" y="953"/>
                  </a:lnTo>
                  <a:lnTo>
                    <a:pt x="545889" y="0"/>
                  </a:lnTo>
                  <a:lnTo>
                    <a:pt x="489779" y="953"/>
                  </a:lnTo>
                  <a:cubicBezTo>
                    <a:pt x="501191" y="1905"/>
                    <a:pt x="509750" y="1905"/>
                    <a:pt x="506897" y="2858"/>
                  </a:cubicBezTo>
                  <a:cubicBezTo>
                    <a:pt x="431766" y="2858"/>
                    <a:pt x="483122" y="1905"/>
                    <a:pt x="427962" y="0"/>
                  </a:cubicBezTo>
                  <a:lnTo>
                    <a:pt x="343321" y="0"/>
                  </a:lnTo>
                  <a:lnTo>
                    <a:pt x="349978" y="0"/>
                  </a:lnTo>
                  <a:cubicBezTo>
                    <a:pt x="343321" y="0"/>
                    <a:pt x="339516" y="0"/>
                    <a:pt x="337614" y="0"/>
                  </a:cubicBezTo>
                  <a:lnTo>
                    <a:pt x="52306" y="0"/>
                  </a:lnTo>
                  <a:cubicBezTo>
                    <a:pt x="0" y="2858"/>
                    <a:pt x="80837" y="3810"/>
                    <a:pt x="42796" y="5715"/>
                  </a:cubicBezTo>
                  <a:cubicBezTo>
                    <a:pt x="102711" y="5715"/>
                    <a:pt x="192107" y="7620"/>
                    <a:pt x="196862" y="4763"/>
                  </a:cubicBezTo>
                  <a:cubicBezTo>
                    <a:pt x="194960" y="4763"/>
                    <a:pt x="191156" y="5715"/>
                    <a:pt x="203519" y="5715"/>
                  </a:cubicBezTo>
                  <a:lnTo>
                    <a:pt x="237756" y="3810"/>
                  </a:lnTo>
                  <a:lnTo>
                    <a:pt x="205422" y="2858"/>
                  </a:lnTo>
                  <a:cubicBezTo>
                    <a:pt x="239659" y="953"/>
                    <a:pt x="352831" y="953"/>
                    <a:pt x="373753" y="2858"/>
                  </a:cubicBezTo>
                  <a:cubicBezTo>
                    <a:pt x="309084" y="3810"/>
                    <a:pt x="341418" y="5715"/>
                    <a:pt x="252022" y="4763"/>
                  </a:cubicBezTo>
                  <a:cubicBezTo>
                    <a:pt x="255826" y="5715"/>
                    <a:pt x="271993" y="6668"/>
                    <a:pt x="252022" y="6668"/>
                  </a:cubicBezTo>
                  <a:cubicBezTo>
                    <a:pt x="356635" y="5715"/>
                    <a:pt x="450787" y="7620"/>
                    <a:pt x="559204" y="47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10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BAAACgdAABgEAAAKB0AAAAAAAAmAAAACAAAAP//////////"/>
                </a:ext>
              </a:extLst>
            </p:cNvSpPr>
            <p:nvPr/>
          </p:nvSpPr>
          <p:spPr>
            <a:xfrm>
              <a:off x="2659380" y="473964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1270" y="0"/>
                  </a:moveTo>
                  <a:lnTo>
                    <a:pt x="2540" y="0"/>
                  </a:lnTo>
                  <a:cubicBezTo>
                    <a:pt x="0" y="0"/>
                    <a:pt x="0" y="0"/>
                    <a:pt x="1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1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YBAAACQdAADnEAAAKB0AAAAAAAAmAAAACAAAAP//////////"/>
                </a:ext>
              </a:extLst>
            </p:cNvSpPr>
            <p:nvPr/>
          </p:nvSpPr>
          <p:spPr>
            <a:xfrm>
              <a:off x="2661920" y="4737100"/>
              <a:ext cx="85725" cy="2540"/>
            </a:xfrm>
            <a:custGeom>
              <a:avLst/>
              <a:gdLst/>
              <a:ahLst/>
              <a:cxnLst/>
              <a:rect l="0" t="0" r="85725" b="2540"/>
              <a:pathLst>
                <a:path w="85725" h="2540">
                  <a:moveTo>
                    <a:pt x="34290" y="2540"/>
                  </a:moveTo>
                  <a:lnTo>
                    <a:pt x="85725" y="0"/>
                  </a:lnTo>
                  <a:lnTo>
                    <a:pt x="5715" y="847"/>
                  </a:lnTo>
                  <a:lnTo>
                    <a:pt x="0" y="2540"/>
                  </a:lnTo>
                  <a:cubicBezTo>
                    <a:pt x="7620" y="1693"/>
                    <a:pt x="35242" y="847"/>
                    <a:pt x="45720" y="1693"/>
                  </a:cubicBezTo>
                  <a:lnTo>
                    <a:pt x="3429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1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4hAAACMdAABDEQAAKx0AAAAAAAAmAAAACAAAAP//////////"/>
                </a:ext>
              </a:extLst>
            </p:cNvSpPr>
            <p:nvPr/>
          </p:nvSpPr>
          <p:spPr>
            <a:xfrm>
              <a:off x="2744470" y="4736465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0"/>
                  </a:moveTo>
                  <a:cubicBezTo>
                    <a:pt x="20847" y="847"/>
                    <a:pt x="23690" y="2540"/>
                    <a:pt x="45485" y="3387"/>
                  </a:cubicBezTo>
                  <a:cubicBezTo>
                    <a:pt x="7580" y="4233"/>
                    <a:pt x="25585" y="847"/>
                    <a:pt x="0" y="3387"/>
                  </a:cubicBezTo>
                  <a:cubicBezTo>
                    <a:pt x="947" y="5080"/>
                    <a:pt x="47380" y="4233"/>
                    <a:pt x="57804" y="3387"/>
                  </a:cubicBezTo>
                  <a:lnTo>
                    <a:pt x="615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1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hMAACQdAAA+EwAAJh0AAAAAAAAmAAAACAAAAP//////////"/>
                </a:ext>
              </a:extLst>
            </p:cNvSpPr>
            <p:nvPr/>
          </p:nvSpPr>
          <p:spPr>
            <a:xfrm>
              <a:off x="3100070" y="4737100"/>
              <a:ext cx="27940" cy="1270"/>
            </a:xfrm>
            <a:custGeom>
              <a:avLst/>
              <a:gdLst/>
              <a:ahLst/>
              <a:cxnLst/>
              <a:rect l="0" t="0" r="27940" b="1270"/>
              <a:pathLst>
                <a:path w="27940" h="1270">
                  <a:moveTo>
                    <a:pt x="11176" y="0"/>
                  </a:moveTo>
                  <a:lnTo>
                    <a:pt x="0" y="1270"/>
                  </a:lnTo>
                  <a:lnTo>
                    <a:pt x="27940" y="1270"/>
                  </a:lnTo>
                  <a:lnTo>
                    <a:pt x="11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11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BIAACYdAAASEwAAKB0AAAAAAAAmAAAACAAAAP//////////"/>
                </a:ext>
              </a:extLst>
            </p:cNvSpPr>
            <p:nvPr/>
          </p:nvSpPr>
          <p:spPr>
            <a:xfrm>
              <a:off x="3070860" y="4738370"/>
              <a:ext cx="29210" cy="1270"/>
            </a:xfrm>
            <a:custGeom>
              <a:avLst/>
              <a:gdLst/>
              <a:ahLst/>
              <a:cxnLst/>
              <a:rect l="0" t="0" r="29210" b="1270"/>
              <a:pathLst>
                <a:path w="29210" h="1270">
                  <a:moveTo>
                    <a:pt x="29210" y="0"/>
                  </a:moveTo>
                  <a:lnTo>
                    <a:pt x="0" y="0"/>
                  </a:lnTo>
                  <a:cubicBezTo>
                    <a:pt x="1947" y="0"/>
                    <a:pt x="3895" y="635"/>
                    <a:pt x="8763" y="1270"/>
                  </a:cubicBezTo>
                  <a:lnTo>
                    <a:pt x="292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11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LRIAACQdAABvEgAAJB0AAAAAAAAmAAAACAAAAP//////////"/>
                </a:ext>
              </a:extLst>
            </p:cNvSpPr>
            <p:nvPr/>
          </p:nvSpPr>
          <p:spPr>
            <a:xfrm>
              <a:off x="2954655" y="4737100"/>
              <a:ext cx="41910" cy="0"/>
            </a:xfrm>
            <a:custGeom>
              <a:avLst/>
              <a:gdLst/>
              <a:ahLst/>
              <a:cxnLst/>
              <a:rect l="0" t="0" r="41910" b="0"/>
              <a:pathLst>
                <a:path w="41910">
                  <a:moveTo>
                    <a:pt x="41910" y="0"/>
                  </a:moveTo>
                  <a:lnTo>
                    <a:pt x="0" y="0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1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xIAACQdAACiEgAAJh0AAAAAAAAmAAAACAAAAP//////////"/>
                </a:ext>
              </a:extLst>
            </p:cNvSpPr>
            <p:nvPr/>
          </p:nvSpPr>
          <p:spPr>
            <a:xfrm>
              <a:off x="2996565" y="4737100"/>
              <a:ext cx="32385" cy="1270"/>
            </a:xfrm>
            <a:custGeom>
              <a:avLst/>
              <a:gdLst/>
              <a:ahLst/>
              <a:cxnLst/>
              <a:rect l="0" t="0" r="32385" b="1270"/>
              <a:pathLst>
                <a:path w="32385" h="1270">
                  <a:moveTo>
                    <a:pt x="32385" y="1270"/>
                  </a:moveTo>
                  <a:lnTo>
                    <a:pt x="31432" y="0"/>
                  </a:lnTo>
                  <a:lnTo>
                    <a:pt x="0" y="0"/>
                  </a:lnTo>
                  <a:lnTo>
                    <a:pt x="3238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1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xIAACAdAADkEgAAJh0AAAAAAAAmAAAACAAAAP//////////"/>
                </a:ext>
              </a:extLst>
            </p:cNvSpPr>
            <p:nvPr/>
          </p:nvSpPr>
          <p:spPr>
            <a:xfrm>
              <a:off x="3019425" y="4734560"/>
              <a:ext cx="51435" cy="3810"/>
            </a:xfrm>
            <a:custGeom>
              <a:avLst/>
              <a:gdLst/>
              <a:ahLst/>
              <a:cxnLst/>
              <a:rect l="0" t="0" r="51435" b="3810"/>
              <a:pathLst>
                <a:path w="51435" h="3810">
                  <a:moveTo>
                    <a:pt x="51435" y="3810"/>
                  </a:moveTo>
                  <a:cubicBezTo>
                    <a:pt x="46672" y="1905"/>
                    <a:pt x="40957" y="0"/>
                    <a:pt x="0" y="953"/>
                  </a:cubicBezTo>
                  <a:lnTo>
                    <a:pt x="8572" y="2858"/>
                  </a:lnTo>
                  <a:lnTo>
                    <a:pt x="51435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1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ChoAAGAdAABDGgAAYh0AAAAAAAAmAAAACAAAAP//////////"/>
                </a:ext>
              </a:extLst>
            </p:cNvSpPr>
            <p:nvPr/>
          </p:nvSpPr>
          <p:spPr>
            <a:xfrm>
              <a:off x="4232910" y="4775200"/>
              <a:ext cx="36195" cy="1270"/>
            </a:xfrm>
            <a:custGeom>
              <a:avLst/>
              <a:gdLst/>
              <a:ahLst/>
              <a:cxnLst/>
              <a:rect l="0" t="0" r="36195" b="1270"/>
              <a:pathLst>
                <a:path w="36195" h="1270">
                  <a:moveTo>
                    <a:pt x="32385" y="0"/>
                  </a:moveTo>
                  <a:lnTo>
                    <a:pt x="0" y="635"/>
                  </a:lnTo>
                  <a:lnTo>
                    <a:pt x="3810" y="1270"/>
                  </a:lnTo>
                  <a:lnTo>
                    <a:pt x="36195" y="6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1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9xgAAF4dAAAWGQAAYB0AAAAAAAAmAAAACAAAAP//////////"/>
                </a:ext>
              </a:extLst>
            </p:cNvSpPr>
            <p:nvPr/>
          </p:nvSpPr>
          <p:spPr>
            <a:xfrm>
              <a:off x="4058285" y="4773930"/>
              <a:ext cx="19685" cy="1270"/>
            </a:xfrm>
            <a:custGeom>
              <a:avLst/>
              <a:gdLst/>
              <a:ahLst/>
              <a:cxnLst/>
              <a:rect l="0" t="0" r="19685" b="1270"/>
              <a:pathLst>
                <a:path w="19685" h="1270">
                  <a:moveTo>
                    <a:pt x="19685" y="0"/>
                  </a:moveTo>
                  <a:lnTo>
                    <a:pt x="0" y="1270"/>
                  </a:lnTo>
                  <a:cubicBezTo>
                    <a:pt x="8436" y="1270"/>
                    <a:pt x="14998" y="1270"/>
                    <a:pt x="19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1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khcAAF4dAAD3GAAAch0AAAAAAAAmAAAACAAAAP//////////"/>
                </a:ext>
              </a:extLst>
            </p:cNvSpPr>
            <p:nvPr/>
          </p:nvSpPr>
          <p:spPr>
            <a:xfrm>
              <a:off x="3831590" y="4773930"/>
              <a:ext cx="226695" cy="12700"/>
            </a:xfrm>
            <a:custGeom>
              <a:avLst/>
              <a:gdLst/>
              <a:ahLst/>
              <a:cxnLst/>
              <a:rect l="0" t="0" r="226695" b="12700"/>
              <a:pathLst>
                <a:path w="226695" h="12700">
                  <a:moveTo>
                    <a:pt x="107632" y="10886"/>
                  </a:moveTo>
                  <a:cubicBezTo>
                    <a:pt x="69532" y="9071"/>
                    <a:pt x="160020" y="8164"/>
                    <a:pt x="89535" y="8164"/>
                  </a:cubicBezTo>
                  <a:cubicBezTo>
                    <a:pt x="83820" y="6350"/>
                    <a:pt x="116204" y="4536"/>
                    <a:pt x="149542" y="5443"/>
                  </a:cubicBezTo>
                  <a:cubicBezTo>
                    <a:pt x="147637" y="6350"/>
                    <a:pt x="117157" y="6350"/>
                    <a:pt x="138112" y="7257"/>
                  </a:cubicBezTo>
                  <a:cubicBezTo>
                    <a:pt x="160020" y="6350"/>
                    <a:pt x="168592" y="7257"/>
                    <a:pt x="160972" y="5443"/>
                  </a:cubicBezTo>
                  <a:cubicBezTo>
                    <a:pt x="198120" y="3629"/>
                    <a:pt x="201930" y="2721"/>
                    <a:pt x="226695" y="907"/>
                  </a:cubicBezTo>
                  <a:cubicBezTo>
                    <a:pt x="181927" y="1814"/>
                    <a:pt x="87630" y="0"/>
                    <a:pt x="30479" y="2721"/>
                  </a:cubicBezTo>
                  <a:cubicBezTo>
                    <a:pt x="0" y="5443"/>
                    <a:pt x="19050" y="8164"/>
                    <a:pt x="18097" y="11793"/>
                  </a:cubicBezTo>
                  <a:cubicBezTo>
                    <a:pt x="22860" y="12700"/>
                    <a:pt x="104775" y="12700"/>
                    <a:pt x="107632" y="108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1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hgAAHIdAADQGAAAdR0AAAAAAAAmAAAACAAAAP//////////"/>
                </a:ext>
              </a:extLst>
            </p:cNvSpPr>
            <p:nvPr/>
          </p:nvSpPr>
          <p:spPr>
            <a:xfrm>
              <a:off x="3999230" y="4786630"/>
              <a:ext cx="34290" cy="1905"/>
            </a:xfrm>
            <a:custGeom>
              <a:avLst/>
              <a:gdLst/>
              <a:ahLst/>
              <a:cxnLst/>
              <a:rect l="0" t="0" r="34290" b="1905"/>
              <a:pathLst>
                <a:path w="34290" h="1905">
                  <a:moveTo>
                    <a:pt x="0" y="952"/>
                  </a:moveTo>
                  <a:cubicBezTo>
                    <a:pt x="18098" y="1905"/>
                    <a:pt x="22860" y="952"/>
                    <a:pt x="34290" y="952"/>
                  </a:cubicBezTo>
                  <a:cubicBezTo>
                    <a:pt x="31433" y="0"/>
                    <a:pt x="14288" y="952"/>
                    <a:pt x="0" y="9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1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BUAAEwdAAA6FgAATx0AAAAAAAAmAAAACAAAAP//////////"/>
                </a:ext>
              </a:extLst>
            </p:cNvSpPr>
            <p:nvPr/>
          </p:nvSpPr>
          <p:spPr>
            <a:xfrm>
              <a:off x="3558540" y="4762500"/>
              <a:ext cx="54610" cy="1905"/>
            </a:xfrm>
            <a:custGeom>
              <a:avLst/>
              <a:gdLst/>
              <a:ahLst/>
              <a:cxnLst/>
              <a:rect l="0" t="0" r="54610" b="1905"/>
              <a:pathLst>
                <a:path w="54610" h="1905">
                  <a:moveTo>
                    <a:pt x="34837" y="0"/>
                  </a:moveTo>
                  <a:cubicBezTo>
                    <a:pt x="32013" y="952"/>
                    <a:pt x="0" y="952"/>
                    <a:pt x="6591" y="1905"/>
                  </a:cubicBezTo>
                  <a:lnTo>
                    <a:pt x="54610" y="1905"/>
                  </a:lnTo>
                  <a:cubicBezTo>
                    <a:pt x="43311" y="1905"/>
                    <a:pt x="39545" y="952"/>
                    <a:pt x="34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1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hYAAE0dAABdFgAATx0AAAAAAAAmAAAACAAAAP//////////"/>
                </a:ext>
              </a:extLst>
            </p:cNvSpPr>
            <p:nvPr/>
          </p:nvSpPr>
          <p:spPr>
            <a:xfrm>
              <a:off x="3613150" y="4763135"/>
              <a:ext cx="22225" cy="1270"/>
            </a:xfrm>
            <a:custGeom>
              <a:avLst/>
              <a:gdLst/>
              <a:ahLst/>
              <a:cxnLst/>
              <a:rect l="0" t="0" r="22225" b="1270"/>
              <a:pathLst>
                <a:path w="22225" h="1270">
                  <a:moveTo>
                    <a:pt x="22225" y="0"/>
                  </a:moveTo>
                  <a:lnTo>
                    <a:pt x="0" y="1270"/>
                  </a:lnTo>
                  <a:cubicBezTo>
                    <a:pt x="5797" y="1270"/>
                    <a:pt x="12561" y="1270"/>
                    <a:pt x="22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1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BYAAEwdAAAdFgAATB0AAAAAAAAmAAAACAAAAP//////////"/>
                </a:ext>
              </a:extLst>
            </p:cNvSpPr>
            <p:nvPr/>
          </p:nvSpPr>
          <p:spPr>
            <a:xfrm>
              <a:off x="3591560" y="4762500"/>
              <a:ext cx="3175" cy="0"/>
            </a:xfrm>
            <a:custGeom>
              <a:avLst/>
              <a:gdLst/>
              <a:ahLst/>
              <a:cxnLst/>
              <a:rect l="0" t="0" r="3175" b="0"/>
              <a:pathLst>
                <a:path w="3175">
                  <a:moveTo>
                    <a:pt x="0" y="0"/>
                  </a:moveTo>
                  <a:lnTo>
                    <a:pt x="2116" y="0"/>
                  </a:lnTo>
                  <a:cubicBezTo>
                    <a:pt x="3175" y="0"/>
                    <a:pt x="317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1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gxEAACEdAAC2EQAAIx0AAAAAAAAmAAAACAAAAP//////////"/>
                </a:ext>
              </a:extLst>
            </p:cNvSpPr>
            <p:nvPr/>
          </p:nvSpPr>
          <p:spPr>
            <a:xfrm>
              <a:off x="2846705" y="4735195"/>
              <a:ext cx="32385" cy="1270"/>
            </a:xfrm>
            <a:custGeom>
              <a:avLst/>
              <a:gdLst/>
              <a:ahLst/>
              <a:cxnLst/>
              <a:rect l="0" t="0" r="32385" b="1270"/>
              <a:pathLst>
                <a:path w="32385" h="1270">
                  <a:moveTo>
                    <a:pt x="31432" y="1270"/>
                  </a:moveTo>
                  <a:cubicBezTo>
                    <a:pt x="32385" y="0"/>
                    <a:pt x="11430" y="1270"/>
                    <a:pt x="0" y="1270"/>
                  </a:cubicBezTo>
                  <a:cubicBezTo>
                    <a:pt x="8572" y="1270"/>
                    <a:pt x="20955" y="1270"/>
                    <a:pt x="31432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1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wwAACcdAAC4DAAAJx0AAAAAAAAmAAAACAAAAP//////////"/>
                </a:ext>
              </a:extLst>
            </p:cNvSpPr>
            <p:nvPr/>
          </p:nvSpPr>
          <p:spPr>
            <a:xfrm>
              <a:off x="2049145" y="4739005"/>
              <a:ext cx="18415" cy="0"/>
            </a:xfrm>
            <a:custGeom>
              <a:avLst/>
              <a:gdLst/>
              <a:ahLst/>
              <a:cxnLst/>
              <a:rect l="0" t="0" r="18415" b="0"/>
              <a:pathLst>
                <a:path w="18415">
                  <a:moveTo>
                    <a:pt x="18415" y="0"/>
                  </a:moveTo>
                  <a:lnTo>
                    <a:pt x="0" y="0"/>
                  </a:lnTo>
                  <a:cubicBezTo>
                    <a:pt x="6445" y="0"/>
                    <a:pt x="10128" y="0"/>
                    <a:pt x="18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1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5QoAAE8dAADqCgAAUB0AAAAAAAAmAAAACAAAAP//////////"/>
                </a:ext>
              </a:extLst>
            </p:cNvSpPr>
            <p:nvPr/>
          </p:nvSpPr>
          <p:spPr>
            <a:xfrm>
              <a:off x="1771015" y="476440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3175" y="0"/>
                  </a:moveTo>
                  <a:cubicBezTo>
                    <a:pt x="2381" y="0"/>
                    <a:pt x="1587" y="635"/>
                    <a:pt x="0" y="635"/>
                  </a:cubicBezTo>
                  <a:cubicBezTo>
                    <a:pt x="1587" y="635"/>
                    <a:pt x="2381" y="635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1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UQoAAE8dAADlCgAAUR0AAAAAAAAmAAAACAAAAP//////////"/>
                </a:ext>
              </a:extLst>
            </p:cNvSpPr>
            <p:nvPr/>
          </p:nvSpPr>
          <p:spPr>
            <a:xfrm>
              <a:off x="1677035" y="4764405"/>
              <a:ext cx="93980" cy="1270"/>
            </a:xfrm>
            <a:custGeom>
              <a:avLst/>
              <a:gdLst/>
              <a:ahLst/>
              <a:cxnLst/>
              <a:rect l="0" t="0" r="93980" b="1270"/>
              <a:pathLst>
                <a:path w="93980" h="1270">
                  <a:moveTo>
                    <a:pt x="93980" y="635"/>
                  </a:moveTo>
                  <a:cubicBezTo>
                    <a:pt x="80554" y="1270"/>
                    <a:pt x="40277" y="0"/>
                    <a:pt x="24933" y="635"/>
                  </a:cubicBezTo>
                  <a:lnTo>
                    <a:pt x="26851" y="635"/>
                  </a:lnTo>
                  <a:lnTo>
                    <a:pt x="0" y="1270"/>
                  </a:lnTo>
                  <a:cubicBezTo>
                    <a:pt x="25892" y="1270"/>
                    <a:pt x="78636" y="1270"/>
                    <a:pt x="9398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126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GgAAAAAAAA"/>
              </a:ext>
            </a:extLst>
          </p:cNvSpPr>
          <p:nvPr>
            <p:ph type="title"/>
          </p:nvPr>
        </p:nvSpPr>
        <p:spPr>
          <a:xfrm>
            <a:off x="1522730" y="1905000"/>
            <a:ext cx="9144000" cy="26670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ko-kr" sz="4400" b="0" cap="none" baseline="0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127" name="텍스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GgAAAAAAAA"/>
              </a:ext>
            </a:extLst>
          </p:cNvSpPr>
          <p:nvPr>
            <p:ph idx="1"/>
          </p:nvPr>
        </p:nvSpPr>
        <p:spPr>
          <a:xfrm>
            <a:off x="1522730" y="5102225"/>
            <a:ext cx="9143365" cy="10699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spcBef>
                <a:spcPts val="0"/>
              </a:spcBef>
              <a:buNone/>
              <a:defRPr lang="ko-kr" sz="2400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1800" cap="none">
                <a:solidFill>
                  <a:srgbClr val="FFFFFF"/>
                </a:solidFill>
              </a:defRPr>
            </a:lvl2pPr>
            <a:lvl3pPr marL="914400" indent="0">
              <a:buNone/>
              <a:defRPr lang="ko-kr" sz="1600" cap="none">
                <a:solidFill>
                  <a:srgbClr val="FFFFFF"/>
                </a:solidFill>
              </a:defRPr>
            </a:lvl3pPr>
            <a:lvl4pPr marL="1371600" indent="0">
              <a:buNone/>
              <a:defRPr lang="ko-kr" sz="1400" cap="none">
                <a:solidFill>
                  <a:srgbClr val="FFFFFF"/>
                </a:solidFill>
              </a:defRPr>
            </a:lvl4pPr>
            <a:lvl5pPr marL="1828800" indent="0">
              <a:buNone/>
              <a:defRPr lang="ko-kr" sz="1400" cap="none">
                <a:solidFill>
                  <a:srgbClr val="FFFFFF"/>
                </a:solidFill>
              </a:defRPr>
            </a:lvl5pPr>
            <a:lvl6pPr marL="2286000" indent="0">
              <a:buNone/>
              <a:defRPr lang="ko-kr" sz="1400" cap="none">
                <a:solidFill>
                  <a:srgbClr val="FFFFFF"/>
                </a:solidFill>
              </a:defRPr>
            </a:lvl6pPr>
            <a:lvl7pPr marL="2743200" indent="0">
              <a:buNone/>
              <a:defRPr lang="ko-kr" sz="1400" cap="none">
                <a:solidFill>
                  <a:srgbClr val="FFFFFF"/>
                </a:solidFill>
              </a:defRPr>
            </a:lvl7pPr>
            <a:lvl8pPr marL="3200400" indent="0">
              <a:buNone/>
              <a:defRPr lang="ko-kr" sz="1400" cap="none">
                <a:solidFill>
                  <a:srgbClr val="FFFFFF"/>
                </a:solidFill>
              </a:defRPr>
            </a:lvl8pPr>
            <a:lvl9pPr marL="3657600" indent="0">
              <a:buNone/>
              <a:defRPr lang="ko-kr" sz="1400" cap="none">
                <a:solidFill>
                  <a:srgbClr val="FFFFFF"/>
                </a:solidFill>
              </a:defRPr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128" name="날짜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6339-77E7-5B95-A9B6-81C02DF85FD4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129" name="바닥글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130" name="슬라이드 번호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7659-17E7-5B80-A9B6-E1D538F85FB4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Bwe4wQfAAAAVAAAAAAAAAAAAAAAAAAAAAAAAAAAAAAAAAAAAAAAAAAAAAAAAAAAAAAAAAAAAAAAAAAAAAAAAAAAAAAAAAAAAAAAAAAAAAAAAAAAAAAAAAAAAAAAAAAAACEAAAAYAAAAFAAAAF4JAABRCQAAY0oAALYJAAAQAAAAJgAAAAgAAAD/////AAAAAA=="/>
              </a:ext>
            </a:extLst>
          </p:cNvGrpSpPr>
          <p:nvPr/>
        </p:nvGrpSpPr>
        <p:grpSpPr>
          <a:xfrm>
            <a:off x="1522730" y="1514475"/>
            <a:ext cx="10569575" cy="64135"/>
            <a:chOff x="1522730" y="1514475"/>
            <a:chExt cx="10569575" cy="64135"/>
          </a:xfrm>
        </p:grpSpPr>
        <p:sp>
          <p:nvSpPr>
            <p:cNvPr id="76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0kAAGIJAABjSgAAagkAAAAAAAAmAAAACAAAAP//////////"/>
                </a:ext>
              </a:extLst>
            </p:cNvSpPr>
            <p:nvPr/>
          </p:nvSpPr>
          <p:spPr>
            <a:xfrm>
              <a:off x="12028805" y="1525270"/>
              <a:ext cx="63500" cy="5080"/>
            </a:xfrm>
            <a:custGeom>
              <a:avLst/>
              <a:gdLst/>
              <a:ahLst/>
              <a:cxnLst/>
              <a:rect l="0" t="0" r="63500" b="5080"/>
              <a:pathLst>
                <a:path w="63500" h="5080">
                  <a:moveTo>
                    <a:pt x="28433" y="5080"/>
                  </a:moveTo>
                  <a:lnTo>
                    <a:pt x="63500" y="2540"/>
                  </a:lnTo>
                  <a:cubicBezTo>
                    <a:pt x="56866" y="1693"/>
                    <a:pt x="24642" y="847"/>
                    <a:pt x="36963" y="0"/>
                  </a:cubicBezTo>
                  <a:cubicBezTo>
                    <a:pt x="0" y="847"/>
                    <a:pt x="7582" y="2540"/>
                    <a:pt x="28433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9UkAAG4JAAATSgAAcAkAAAAAAAAmAAAACAAAAP//////////"/>
                </a:ext>
              </a:extLst>
            </p:cNvSpPr>
            <p:nvPr/>
          </p:nvSpPr>
          <p:spPr>
            <a:xfrm>
              <a:off x="12022455" y="153289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9050" y="635"/>
                  </a:lnTo>
                  <a:cubicBezTo>
                    <a:pt x="15240" y="0"/>
                    <a:pt x="1047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oAAGwJAABRSgAAdgkAAAAAAAAmAAAACAAAAP//////////"/>
                </a:ext>
              </a:extLst>
            </p:cNvSpPr>
            <p:nvPr/>
          </p:nvSpPr>
          <p:spPr>
            <a:xfrm>
              <a:off x="12041505" y="1531620"/>
              <a:ext cx="39370" cy="6350"/>
            </a:xfrm>
            <a:custGeom>
              <a:avLst/>
              <a:gdLst/>
              <a:ahLst/>
              <a:cxnLst/>
              <a:rect l="0" t="0" r="39370" b="6350"/>
              <a:pathLst>
                <a:path w="39370" h="6350">
                  <a:moveTo>
                    <a:pt x="39370" y="0"/>
                  </a:moveTo>
                  <a:lnTo>
                    <a:pt x="0" y="2117"/>
                  </a:lnTo>
                  <a:cubicBezTo>
                    <a:pt x="4801" y="3175"/>
                    <a:pt x="5761" y="6350"/>
                    <a:pt x="18245" y="1058"/>
                  </a:cubicBezTo>
                  <a:cubicBezTo>
                    <a:pt x="14404" y="3175"/>
                    <a:pt x="22086" y="1058"/>
                    <a:pt x="39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UgAAGQJAAAMSQAAbAkAAAAAAAAmAAAACAAAAP//////////"/>
                </a:ext>
              </a:extLst>
            </p:cNvSpPr>
            <p:nvPr/>
          </p:nvSpPr>
          <p:spPr>
            <a:xfrm>
              <a:off x="11831955" y="1526540"/>
              <a:ext cx="42545" cy="5080"/>
            </a:xfrm>
            <a:custGeom>
              <a:avLst/>
              <a:gdLst/>
              <a:ahLst/>
              <a:cxnLst/>
              <a:rect l="0" t="0" r="42545" b="5080"/>
              <a:pathLst>
                <a:path w="42545" h="5080">
                  <a:moveTo>
                    <a:pt x="1890" y="0"/>
                  </a:moveTo>
                  <a:cubicBezTo>
                    <a:pt x="0" y="847"/>
                    <a:pt x="14181" y="3387"/>
                    <a:pt x="17018" y="5080"/>
                  </a:cubicBezTo>
                  <a:lnTo>
                    <a:pt x="42545" y="3387"/>
                  </a:lnTo>
                  <a:cubicBezTo>
                    <a:pt x="29308" y="2540"/>
                    <a:pt x="3781" y="1693"/>
                    <a:pt x="18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kgAAGwJAADnSAAAcAkAAAAAAAAmAAAACAAAAP//////////"/>
                </a:ext>
              </a:extLst>
            </p:cNvSpPr>
            <p:nvPr/>
          </p:nvSpPr>
          <p:spPr>
            <a:xfrm>
              <a:off x="11809730" y="1531620"/>
              <a:ext cx="41275" cy="2540"/>
            </a:xfrm>
            <a:custGeom>
              <a:avLst/>
              <a:gdLst/>
              <a:ahLst/>
              <a:cxnLst/>
              <a:rect l="0" t="0" r="41275" b="2540"/>
              <a:pathLst>
                <a:path w="41275" h="2540">
                  <a:moveTo>
                    <a:pt x="39398" y="0"/>
                  </a:moveTo>
                  <a:lnTo>
                    <a:pt x="0" y="2540"/>
                  </a:lnTo>
                  <a:cubicBezTo>
                    <a:pt x="34708" y="2540"/>
                    <a:pt x="41275" y="1693"/>
                    <a:pt x="39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0kAAHYJAABRSgAAfAkAAAAAAAAmAAAACAAAAP//////////"/>
                </a:ext>
              </a:extLst>
            </p:cNvSpPr>
            <p:nvPr/>
          </p:nvSpPr>
          <p:spPr>
            <a:xfrm>
              <a:off x="12003405" y="1537970"/>
              <a:ext cx="77470" cy="3810"/>
            </a:xfrm>
            <a:custGeom>
              <a:avLst/>
              <a:gdLst/>
              <a:ahLst/>
              <a:cxnLst/>
              <a:rect l="0" t="0" r="77470" b="3810"/>
              <a:pathLst>
                <a:path w="77470" h="3810">
                  <a:moveTo>
                    <a:pt x="13227" y="3810"/>
                  </a:moveTo>
                  <a:lnTo>
                    <a:pt x="77470" y="0"/>
                  </a:lnTo>
                  <a:lnTo>
                    <a:pt x="0" y="3810"/>
                  </a:lnTo>
                  <a:lnTo>
                    <a:pt x="13227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kcAAF8JAAABSAAAZgkAAAAAAAAmAAAACAAAAP//////////"/>
                </a:ext>
              </a:extLst>
            </p:cNvSpPr>
            <p:nvPr/>
          </p:nvSpPr>
          <p:spPr>
            <a:xfrm>
              <a:off x="11664950" y="1523365"/>
              <a:ext cx="40005" cy="4445"/>
            </a:xfrm>
            <a:custGeom>
              <a:avLst/>
              <a:gdLst/>
              <a:ahLst/>
              <a:cxnLst/>
              <a:rect l="0" t="0" r="40005" b="4445"/>
              <a:pathLst>
                <a:path w="40005" h="4445">
                  <a:moveTo>
                    <a:pt x="18097" y="3556"/>
                  </a:moveTo>
                  <a:lnTo>
                    <a:pt x="40005" y="0"/>
                  </a:lnTo>
                  <a:lnTo>
                    <a:pt x="0" y="4445"/>
                  </a:lnTo>
                  <a:lnTo>
                    <a:pt x="18097" y="3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YAAF0JAABZRwAAZAkAAAAAAAAmAAAACAAAAP//////////"/>
                </a:ext>
              </a:extLst>
            </p:cNvSpPr>
            <p:nvPr/>
          </p:nvSpPr>
          <p:spPr>
            <a:xfrm>
              <a:off x="11506200" y="1522095"/>
              <a:ext cx="92075" cy="4445"/>
            </a:xfrm>
            <a:custGeom>
              <a:avLst/>
              <a:gdLst/>
              <a:ahLst/>
              <a:cxnLst/>
              <a:rect l="0" t="0" r="92075" b="4445"/>
              <a:pathLst>
                <a:path w="92075" h="4445">
                  <a:moveTo>
                    <a:pt x="76102" y="4445"/>
                  </a:moveTo>
                  <a:cubicBezTo>
                    <a:pt x="92075" y="2222"/>
                    <a:pt x="53553" y="740"/>
                    <a:pt x="70465" y="0"/>
                  </a:cubicBezTo>
                  <a:cubicBezTo>
                    <a:pt x="44158" y="0"/>
                    <a:pt x="20669" y="1481"/>
                    <a:pt x="0" y="3704"/>
                  </a:cubicBezTo>
                  <a:cubicBezTo>
                    <a:pt x="22548" y="2222"/>
                    <a:pt x="46037" y="2963"/>
                    <a:pt x="76102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YAAGIJAADIRgAAaAkAAAAAAAAmAAAACAAAAP//////////"/>
                </a:ext>
              </a:extLst>
            </p:cNvSpPr>
            <p:nvPr/>
          </p:nvSpPr>
          <p:spPr>
            <a:xfrm>
              <a:off x="11471275" y="1525270"/>
              <a:ext cx="34925" cy="3810"/>
            </a:xfrm>
            <a:custGeom>
              <a:avLst/>
              <a:gdLst/>
              <a:ahLst/>
              <a:cxnLst/>
              <a:rect l="0" t="0" r="34925" b="3810"/>
              <a:pathLst>
                <a:path w="34925" h="3810">
                  <a:moveTo>
                    <a:pt x="0" y="3810"/>
                  </a:moveTo>
                  <a:cubicBezTo>
                    <a:pt x="10671" y="2540"/>
                    <a:pt x="22313" y="1270"/>
                    <a:pt x="34925" y="0"/>
                  </a:cubicBezTo>
                  <a:cubicBezTo>
                    <a:pt x="23283" y="0"/>
                    <a:pt x="11641" y="1270"/>
                    <a:pt x="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gAAGgJAAA6SAAAcAkAAAAAAAAmAAAACAAAAP//////////"/>
                </a:ext>
              </a:extLst>
            </p:cNvSpPr>
            <p:nvPr/>
          </p:nvSpPr>
          <p:spPr>
            <a:xfrm>
              <a:off x="11711305" y="1529080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cubicBezTo>
                    <a:pt x="27047" y="4064"/>
                    <a:pt x="21451" y="1016"/>
                    <a:pt x="0" y="0"/>
                  </a:cubicBezTo>
                  <a:lnTo>
                    <a:pt x="14922" y="5080"/>
                  </a:lnTo>
                  <a:lnTo>
                    <a:pt x="2984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UcAAG4JAAAkSAAAcAkAAAAAAAAmAAAACAAAAP//////////"/>
                </a:ext>
              </a:extLst>
            </p:cNvSpPr>
            <p:nvPr/>
          </p:nvSpPr>
          <p:spPr>
            <a:xfrm>
              <a:off x="11692255" y="1532890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34925" y="1270"/>
                  </a:moveTo>
                  <a:lnTo>
                    <a:pt x="33954" y="1270"/>
                  </a:lnTo>
                  <a:lnTo>
                    <a:pt x="0" y="0"/>
                  </a:lnTo>
                  <a:lnTo>
                    <a:pt x="3492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kgAAHAJAABCSAAAcAkAAAAAAAAmAAAACAAAAP//////////"/>
                </a:ext>
              </a:extLst>
            </p:cNvSpPr>
            <p:nvPr/>
          </p:nvSpPr>
          <p:spPr>
            <a:xfrm>
              <a:off x="11741150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5080" y="0"/>
                  </a:moveTo>
                  <a:lnTo>
                    <a:pt x="0" y="0"/>
                  </a:lnTo>
                  <a:cubicBezTo>
                    <a:pt x="2032" y="0"/>
                    <a:pt x="3048" y="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EgAAHYJAABISQAAhAkAAAAAAAAmAAAACAAAAP//////////"/>
                </a:ext>
              </a:extLst>
            </p:cNvSpPr>
            <p:nvPr/>
          </p:nvSpPr>
          <p:spPr>
            <a:xfrm>
              <a:off x="11841480" y="1537970"/>
              <a:ext cx="71120" cy="8890"/>
            </a:xfrm>
            <a:custGeom>
              <a:avLst/>
              <a:gdLst/>
              <a:ahLst/>
              <a:cxnLst/>
              <a:rect l="0" t="0" r="71120" b="8890"/>
              <a:pathLst>
                <a:path w="71120" h="8890">
                  <a:moveTo>
                    <a:pt x="71120" y="0"/>
                  </a:moveTo>
                  <a:cubicBezTo>
                    <a:pt x="48362" y="2963"/>
                    <a:pt x="0" y="4939"/>
                    <a:pt x="46465" y="8890"/>
                  </a:cubicBezTo>
                  <a:cubicBezTo>
                    <a:pt x="62586" y="5927"/>
                    <a:pt x="36034" y="3951"/>
                    <a:pt x="7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IJAACmSAAAeAkAAAAAAAAmAAAACAAAAP//////////"/>
                </a:ext>
              </a:extLst>
            </p:cNvSpPr>
            <p:nvPr/>
          </p:nvSpPr>
          <p:spPr>
            <a:xfrm>
              <a:off x="11765280" y="1535430"/>
              <a:ext cx="44450" cy="3810"/>
            </a:xfrm>
            <a:custGeom>
              <a:avLst/>
              <a:gdLst/>
              <a:ahLst/>
              <a:cxnLst/>
              <a:rect l="0" t="0" r="44450" b="3810"/>
              <a:pathLst>
                <a:path w="44450" h="3810">
                  <a:moveTo>
                    <a:pt x="0" y="2858"/>
                  </a:moveTo>
                  <a:lnTo>
                    <a:pt x="41613" y="3810"/>
                  </a:lnTo>
                  <a:cubicBezTo>
                    <a:pt x="40667" y="2858"/>
                    <a:pt x="33101" y="953"/>
                    <a:pt x="44450" y="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0gAAHYJAABgSAAAegkAAAAAAAAmAAAACAAAAP//////////"/>
                </a:ext>
              </a:extLst>
            </p:cNvSpPr>
            <p:nvPr/>
          </p:nvSpPr>
          <p:spPr>
            <a:xfrm>
              <a:off x="11744325" y="1537970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0" y="2540"/>
                  </a:moveTo>
                  <a:lnTo>
                    <a:pt x="20955" y="0"/>
                  </a:lnTo>
                  <a:lnTo>
                    <a:pt x="4762" y="0"/>
                  </a:lnTo>
                  <a:lnTo>
                    <a:pt x="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0YAAGwJAAAqRwAAcgkAAAAAAAAmAAAACAAAAP//////////"/>
                </a:ext>
              </a:extLst>
            </p:cNvSpPr>
            <p:nvPr/>
          </p:nvSpPr>
          <p:spPr>
            <a:xfrm>
              <a:off x="11482705" y="1531620"/>
              <a:ext cx="85725" cy="3810"/>
            </a:xfrm>
            <a:custGeom>
              <a:avLst/>
              <a:gdLst/>
              <a:ahLst/>
              <a:cxnLst/>
              <a:rect l="0" t="0" r="85725" b="3810"/>
              <a:pathLst>
                <a:path w="85725" h="3810">
                  <a:moveTo>
                    <a:pt x="60007" y="0"/>
                  </a:moveTo>
                  <a:cubicBezTo>
                    <a:pt x="41910" y="1905"/>
                    <a:pt x="21907" y="1905"/>
                    <a:pt x="0" y="1905"/>
                  </a:cubicBezTo>
                  <a:cubicBezTo>
                    <a:pt x="23812" y="2858"/>
                    <a:pt x="48577" y="3810"/>
                    <a:pt x="72390" y="3810"/>
                  </a:cubicBezTo>
                  <a:cubicBezTo>
                    <a:pt x="75247" y="1905"/>
                    <a:pt x="85725" y="0"/>
                    <a:pt x="600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kcAAG4JAACORwAAcAkAAAAAAAAmAAAACAAAAP//////////"/>
                </a:ext>
              </a:extLst>
            </p:cNvSpPr>
            <p:nvPr/>
          </p:nvSpPr>
          <p:spPr>
            <a:xfrm>
              <a:off x="11626850" y="153289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0UAAHAJAABPRQAAcAkAAAAAAAAmAAAACAAAAP//////////"/>
                </a:ext>
              </a:extLst>
            </p:cNvSpPr>
            <p:nvPr/>
          </p:nvSpPr>
          <p:spPr>
            <a:xfrm>
              <a:off x="11261725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4064" y="0"/>
                  </a:lnTo>
                  <a:cubicBezTo>
                    <a:pt x="4064" y="0"/>
                    <a:pt x="4064" y="0"/>
                    <a:pt x="50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cAAHAJAABZRwAAdAkAAAAAAAAmAAAACAAAAP//////////"/>
                </a:ext>
              </a:extLst>
            </p:cNvSpPr>
            <p:nvPr/>
          </p:nvSpPr>
          <p:spPr>
            <a:xfrm>
              <a:off x="11553825" y="1534160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5674" y="2540"/>
                  </a:moveTo>
                  <a:cubicBezTo>
                    <a:pt x="23644" y="2540"/>
                    <a:pt x="34047" y="1270"/>
                    <a:pt x="44450" y="0"/>
                  </a:cubicBezTo>
                  <a:cubicBezTo>
                    <a:pt x="31210" y="0"/>
                    <a:pt x="17023" y="1270"/>
                    <a:pt x="1891" y="1270"/>
                  </a:cubicBezTo>
                  <a:cubicBezTo>
                    <a:pt x="0" y="1270"/>
                    <a:pt x="0" y="2540"/>
                    <a:pt x="5674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EYAAGgJAABiRgAAbAkAAAAAAAAmAAAACAAAAP//////////"/>
                </a:ext>
              </a:extLst>
            </p:cNvSpPr>
            <p:nvPr/>
          </p:nvSpPr>
          <p:spPr>
            <a:xfrm>
              <a:off x="11409680" y="1529080"/>
              <a:ext cx="31750" cy="2540"/>
            </a:xfrm>
            <a:custGeom>
              <a:avLst/>
              <a:gdLst/>
              <a:ahLst/>
              <a:cxnLst/>
              <a:rect l="0" t="0" r="31750" b="2540"/>
              <a:pathLst>
                <a:path w="31750" h="2540">
                  <a:moveTo>
                    <a:pt x="0" y="847"/>
                  </a:moveTo>
                  <a:cubicBezTo>
                    <a:pt x="9621" y="1693"/>
                    <a:pt x="20205" y="2540"/>
                    <a:pt x="31750" y="2540"/>
                  </a:cubicBezTo>
                  <a:cubicBezTo>
                    <a:pt x="22129" y="1693"/>
                    <a:pt x="2886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kcAAGwJAACERwAAbAkAAAAAAAAmAAAACAAAAP//////////"/>
                </a:ext>
              </a:extLst>
            </p:cNvSpPr>
            <p:nvPr/>
          </p:nvSpPr>
          <p:spPr>
            <a:xfrm>
              <a:off x="11619230" y="1531620"/>
              <a:ext cx="6350" cy="0"/>
            </a:xfrm>
            <a:custGeom>
              <a:avLst/>
              <a:gdLst/>
              <a:ahLst/>
              <a:cxnLst/>
              <a:rect l="0" t="0" r="6350" b="0"/>
              <a:pathLst>
                <a:path w="6350">
                  <a:moveTo>
                    <a:pt x="3175" y="0"/>
                  </a:moveTo>
                  <a:lnTo>
                    <a:pt x="6350" y="0"/>
                  </a:lnTo>
                  <a:cubicBezTo>
                    <a:pt x="0" y="0"/>
                    <a:pt x="0" y="0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UcAAGwJAACGRwAAcAkAAAAAAAAmAAAACAAAAP//////////"/>
                </a:ext>
              </a:extLst>
            </p:cNvSpPr>
            <p:nvPr/>
          </p:nvSpPr>
          <p:spPr>
            <a:xfrm>
              <a:off x="11598275" y="1531620"/>
              <a:ext cx="28575" cy="2540"/>
            </a:xfrm>
            <a:custGeom>
              <a:avLst/>
              <a:gdLst/>
              <a:ahLst/>
              <a:cxnLst/>
              <a:rect l="0" t="0" r="28575" b="2540"/>
              <a:pathLst>
                <a:path w="28575" h="2540">
                  <a:moveTo>
                    <a:pt x="23044" y="0"/>
                  </a:moveTo>
                  <a:cubicBezTo>
                    <a:pt x="13826" y="847"/>
                    <a:pt x="7374" y="1693"/>
                    <a:pt x="0" y="2540"/>
                  </a:cubicBezTo>
                  <a:cubicBezTo>
                    <a:pt x="10139" y="2540"/>
                    <a:pt x="20279" y="1693"/>
                    <a:pt x="28575" y="1693"/>
                  </a:cubicBezTo>
                  <a:cubicBezTo>
                    <a:pt x="26731" y="847"/>
                    <a:pt x="24887" y="847"/>
                    <a:pt x="23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QAAHAJAACuRQAAlQkAAAAAAAAmAAAACAAAAP//////////"/>
                </a:ext>
              </a:extLst>
            </p:cNvSpPr>
            <p:nvPr/>
          </p:nvSpPr>
          <p:spPr>
            <a:xfrm>
              <a:off x="11137900" y="1534160"/>
              <a:ext cx="189230" cy="23495"/>
            </a:xfrm>
            <a:custGeom>
              <a:avLst/>
              <a:gdLst/>
              <a:ahLst/>
              <a:cxnLst/>
              <a:rect l="0" t="0" r="189230" b="23495"/>
              <a:pathLst>
                <a:path w="189230" h="23495">
                  <a:moveTo>
                    <a:pt x="57342" y="23495"/>
                  </a:moveTo>
                  <a:cubicBezTo>
                    <a:pt x="60210" y="20014"/>
                    <a:pt x="107995" y="16533"/>
                    <a:pt x="149090" y="20884"/>
                  </a:cubicBezTo>
                  <a:cubicBezTo>
                    <a:pt x="189230" y="18273"/>
                    <a:pt x="163426" y="6091"/>
                    <a:pt x="128065" y="0"/>
                  </a:cubicBezTo>
                  <a:cubicBezTo>
                    <a:pt x="127109" y="1740"/>
                    <a:pt x="127109" y="2610"/>
                    <a:pt x="85058" y="5221"/>
                  </a:cubicBezTo>
                  <a:cubicBezTo>
                    <a:pt x="99394" y="6961"/>
                    <a:pt x="177762" y="9572"/>
                    <a:pt x="142400" y="12182"/>
                  </a:cubicBezTo>
                  <a:cubicBezTo>
                    <a:pt x="86969" y="13922"/>
                    <a:pt x="97482" y="11312"/>
                    <a:pt x="70722" y="9572"/>
                  </a:cubicBezTo>
                  <a:cubicBezTo>
                    <a:pt x="92704" y="13922"/>
                    <a:pt x="0" y="15663"/>
                    <a:pt x="12424" y="21754"/>
                  </a:cubicBezTo>
                  <a:lnTo>
                    <a:pt x="60210" y="20014"/>
                  </a:lnTo>
                  <a:cubicBezTo>
                    <a:pt x="61165" y="20884"/>
                    <a:pt x="43963" y="22624"/>
                    <a:pt x="57342" y="234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0UAAGgJAADlRQAAcAkAAAAAAAAmAAAACAAAAP//////////"/>
                </a:ext>
              </a:extLst>
            </p:cNvSpPr>
            <p:nvPr/>
          </p:nvSpPr>
          <p:spPr>
            <a:xfrm>
              <a:off x="11266805" y="1529080"/>
              <a:ext cx="95250" cy="5080"/>
            </a:xfrm>
            <a:custGeom>
              <a:avLst/>
              <a:gdLst/>
              <a:ahLst/>
              <a:cxnLst/>
              <a:rect l="0" t="0" r="95250" b="5080"/>
              <a:pathLst>
                <a:path w="95250" h="5080">
                  <a:moveTo>
                    <a:pt x="78105" y="5080"/>
                  </a:moveTo>
                  <a:lnTo>
                    <a:pt x="95250" y="5080"/>
                  </a:lnTo>
                  <a:cubicBezTo>
                    <a:pt x="75248" y="4233"/>
                    <a:pt x="61913" y="3387"/>
                    <a:pt x="36195" y="0"/>
                  </a:cubicBezTo>
                  <a:cubicBezTo>
                    <a:pt x="7620" y="1693"/>
                    <a:pt x="1905" y="3387"/>
                    <a:pt x="0" y="4233"/>
                  </a:cubicBezTo>
                  <a:lnTo>
                    <a:pt x="83820" y="5080"/>
                  </a:lnTo>
                  <a:lnTo>
                    <a:pt x="781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UUAAGwJAAC5RgAAgAkAAAAAAAAmAAAACAAAAP//////////"/>
                </a:ext>
              </a:extLst>
            </p:cNvSpPr>
            <p:nvPr/>
          </p:nvSpPr>
          <p:spPr>
            <a:xfrm>
              <a:off x="11362055" y="1531620"/>
              <a:ext cx="134620" cy="12700"/>
            </a:xfrm>
            <a:custGeom>
              <a:avLst/>
              <a:gdLst/>
              <a:ahLst/>
              <a:cxnLst/>
              <a:rect l="0" t="0" r="134620" b="12700"/>
              <a:pathLst>
                <a:path w="134620" h="12700">
                  <a:moveTo>
                    <a:pt x="75842" y="2721"/>
                  </a:moveTo>
                  <a:cubicBezTo>
                    <a:pt x="62570" y="6350"/>
                    <a:pt x="21805" y="8164"/>
                    <a:pt x="46453" y="12700"/>
                  </a:cubicBezTo>
                  <a:cubicBezTo>
                    <a:pt x="96699" y="12700"/>
                    <a:pt x="81530" y="9071"/>
                    <a:pt x="111867" y="7257"/>
                  </a:cubicBezTo>
                  <a:cubicBezTo>
                    <a:pt x="31285" y="8164"/>
                    <a:pt x="134620" y="5443"/>
                    <a:pt x="76790" y="2721"/>
                  </a:cubicBezTo>
                  <a:cubicBezTo>
                    <a:pt x="91959" y="2721"/>
                    <a:pt x="106179" y="1814"/>
                    <a:pt x="120400" y="1814"/>
                  </a:cubicBezTo>
                  <a:cubicBezTo>
                    <a:pt x="105231" y="1814"/>
                    <a:pt x="91959" y="907"/>
                    <a:pt x="78686" y="0"/>
                  </a:cubicBezTo>
                  <a:lnTo>
                    <a:pt x="80582" y="907"/>
                  </a:lnTo>
                  <a:cubicBezTo>
                    <a:pt x="80582" y="907"/>
                    <a:pt x="80582" y="907"/>
                    <a:pt x="80582" y="907"/>
                  </a:cubicBezTo>
                  <a:cubicBezTo>
                    <a:pt x="84375" y="907"/>
                    <a:pt x="85323" y="907"/>
                    <a:pt x="81530" y="907"/>
                  </a:cubicBezTo>
                  <a:lnTo>
                    <a:pt x="79634" y="907"/>
                  </a:lnTo>
                  <a:cubicBezTo>
                    <a:pt x="78686" y="1814"/>
                    <a:pt x="77738" y="1814"/>
                    <a:pt x="75842" y="2721"/>
                  </a:cubicBezTo>
                  <a:cubicBezTo>
                    <a:pt x="53090" y="1814"/>
                    <a:pt x="72050" y="1814"/>
                    <a:pt x="79634" y="907"/>
                  </a:cubicBezTo>
                  <a:cubicBezTo>
                    <a:pt x="79634" y="907"/>
                    <a:pt x="80582" y="907"/>
                    <a:pt x="80582" y="907"/>
                  </a:cubicBezTo>
                  <a:lnTo>
                    <a:pt x="0" y="2721"/>
                  </a:lnTo>
                  <a:cubicBezTo>
                    <a:pt x="17065" y="2721"/>
                    <a:pt x="37921" y="2721"/>
                    <a:pt x="75842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kgAAI0JAADdSAAAjwkAAAAAAAAmAAAACAAAAP//////////"/>
                </a:ext>
              </a:extLst>
            </p:cNvSpPr>
            <p:nvPr/>
          </p:nvSpPr>
          <p:spPr>
            <a:xfrm>
              <a:off x="11835130" y="15525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9525" y="1270"/>
                  </a:moveTo>
                  <a:cubicBezTo>
                    <a:pt x="6927" y="1270"/>
                    <a:pt x="6927" y="1270"/>
                    <a:pt x="6927" y="0"/>
                  </a:cubicBezTo>
                  <a:cubicBezTo>
                    <a:pt x="1731" y="1270"/>
                    <a:pt x="0" y="1270"/>
                    <a:pt x="952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4JAAAZSQAAjQkAAAAAAAAmAAAACAAAAP//////////"/>
                </a:ext>
              </a:extLst>
            </p:cNvSpPr>
            <p:nvPr/>
          </p:nvSpPr>
          <p:spPr>
            <a:xfrm>
              <a:off x="11765280" y="1543050"/>
              <a:ext cx="117475" cy="9525"/>
            </a:xfrm>
            <a:custGeom>
              <a:avLst/>
              <a:gdLst/>
              <a:ahLst/>
              <a:cxnLst/>
              <a:rect l="0" t="0" r="117475" b="9525"/>
              <a:pathLst>
                <a:path w="117475" h="9525">
                  <a:moveTo>
                    <a:pt x="46219" y="8731"/>
                  </a:moveTo>
                  <a:cubicBezTo>
                    <a:pt x="51997" y="7937"/>
                    <a:pt x="56811" y="6350"/>
                    <a:pt x="76069" y="7143"/>
                  </a:cubicBezTo>
                  <a:cubicBezTo>
                    <a:pt x="92439" y="7937"/>
                    <a:pt x="76069" y="8731"/>
                    <a:pt x="77032" y="9525"/>
                  </a:cubicBezTo>
                  <a:cubicBezTo>
                    <a:pt x="88587" y="8731"/>
                    <a:pt x="117475" y="7143"/>
                    <a:pt x="80884" y="5556"/>
                  </a:cubicBezTo>
                  <a:lnTo>
                    <a:pt x="75106" y="6350"/>
                  </a:lnTo>
                  <a:cubicBezTo>
                    <a:pt x="42368" y="4762"/>
                    <a:pt x="0" y="793"/>
                    <a:pt x="5777" y="0"/>
                  </a:cubicBezTo>
                  <a:cubicBezTo>
                    <a:pt x="15406" y="3175"/>
                    <a:pt x="24072" y="5556"/>
                    <a:pt x="46219" y="87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cAAIAJAACERwAAhwkAAAAAAAAmAAAACAAAAP//////////"/>
                </a:ext>
              </a:extLst>
            </p:cNvSpPr>
            <p:nvPr/>
          </p:nvSpPr>
          <p:spPr>
            <a:xfrm>
              <a:off x="11555730" y="1544320"/>
              <a:ext cx="69850" cy="4445"/>
            </a:xfrm>
            <a:custGeom>
              <a:avLst/>
              <a:gdLst/>
              <a:ahLst/>
              <a:cxnLst/>
              <a:rect l="0" t="0" r="69850" b="4445"/>
              <a:pathLst>
                <a:path w="69850" h="4445">
                  <a:moveTo>
                    <a:pt x="66074" y="0"/>
                  </a:moveTo>
                  <a:lnTo>
                    <a:pt x="0" y="1481"/>
                  </a:lnTo>
                  <a:lnTo>
                    <a:pt x="33981" y="4445"/>
                  </a:lnTo>
                  <a:lnTo>
                    <a:pt x="32093" y="2963"/>
                  </a:lnTo>
                  <a:cubicBezTo>
                    <a:pt x="69850" y="2963"/>
                    <a:pt x="61355" y="1481"/>
                    <a:pt x="66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UAAGYJAABHRQAAcAkAAAAAAAAmAAAACAAAAP//////////"/>
                </a:ext>
              </a:extLst>
            </p:cNvSpPr>
            <p:nvPr/>
          </p:nvSpPr>
          <p:spPr>
            <a:xfrm>
              <a:off x="11223625" y="1527810"/>
              <a:ext cx="38100" cy="6350"/>
            </a:xfrm>
            <a:custGeom>
              <a:avLst/>
              <a:gdLst/>
              <a:ahLst/>
              <a:cxnLst/>
              <a:rect l="0" t="0" r="38100" b="6350"/>
              <a:pathLst>
                <a:path w="38100" h="6350">
                  <a:moveTo>
                    <a:pt x="29528" y="4536"/>
                  </a:moveTo>
                  <a:lnTo>
                    <a:pt x="38100" y="0"/>
                  </a:lnTo>
                  <a:lnTo>
                    <a:pt x="0" y="6350"/>
                  </a:lnTo>
                  <a:lnTo>
                    <a:pt x="29528" y="4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QAAGgJAAC0RAAAbAkAAAAAAAAmAAAACAAAAP//////////"/>
                </a:ext>
              </a:extLst>
            </p:cNvSpPr>
            <p:nvPr/>
          </p:nvSpPr>
          <p:spPr>
            <a:xfrm>
              <a:off x="11146155" y="1529080"/>
              <a:ext cx="22225" cy="2540"/>
            </a:xfrm>
            <a:custGeom>
              <a:avLst/>
              <a:gdLst/>
              <a:ahLst/>
              <a:cxnLst/>
              <a:rect l="0" t="0" r="22225" b="2540"/>
              <a:pathLst>
                <a:path w="22225" h="2540">
                  <a:moveTo>
                    <a:pt x="19446" y="2540"/>
                  </a:moveTo>
                  <a:lnTo>
                    <a:pt x="22225" y="0"/>
                  </a:lnTo>
                  <a:lnTo>
                    <a:pt x="0" y="1905"/>
                  </a:lnTo>
                  <a:lnTo>
                    <a:pt x="19446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CYAAKMJAABBJgAApQkAAAAAAAAmAAAACAAAAP//////////"/>
                </a:ext>
              </a:extLst>
            </p:cNvSpPr>
            <p:nvPr/>
          </p:nvSpPr>
          <p:spPr>
            <a:xfrm>
              <a:off x="6197600" y="1566545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20955" y="0"/>
                  </a:moveTo>
                  <a:lnTo>
                    <a:pt x="0" y="1270"/>
                  </a:lnTo>
                  <a:cubicBezTo>
                    <a:pt x="9978" y="0"/>
                    <a:pt x="15965" y="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icAAKEJAAApJwAAowkAAAAAAAAmAAAACAAAAP//////////"/>
                </a:ext>
              </a:extLst>
            </p:cNvSpPr>
            <p:nvPr/>
          </p:nvSpPr>
          <p:spPr>
            <a:xfrm>
              <a:off x="6356350" y="15652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5715" y="1270"/>
                  </a:moveTo>
                  <a:lnTo>
                    <a:pt x="9525" y="0"/>
                  </a:lnTo>
                  <a:cubicBezTo>
                    <a:pt x="2857" y="635"/>
                    <a:pt x="0" y="1270"/>
                    <a:pt x="571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zcAAF0JAABxNwAAaAkAAAAAAAAmAAAACAAAAP//////////"/>
                </a:ext>
              </a:extLst>
            </p:cNvSpPr>
            <p:nvPr/>
          </p:nvSpPr>
          <p:spPr>
            <a:xfrm>
              <a:off x="8950325" y="1522095"/>
              <a:ext cx="62230" cy="6985"/>
            </a:xfrm>
            <a:custGeom>
              <a:avLst/>
              <a:gdLst/>
              <a:ahLst/>
              <a:cxnLst/>
              <a:rect l="0" t="0" r="62230" b="6985"/>
              <a:pathLst>
                <a:path w="62230" h="6985">
                  <a:moveTo>
                    <a:pt x="62230" y="6985"/>
                  </a:moveTo>
                  <a:cubicBezTo>
                    <a:pt x="32551" y="3880"/>
                    <a:pt x="0" y="0"/>
                    <a:pt x="3830" y="3104"/>
                  </a:cubicBezTo>
                  <a:lnTo>
                    <a:pt x="12446" y="6208"/>
                  </a:lnTo>
                  <a:cubicBezTo>
                    <a:pt x="33508" y="5432"/>
                    <a:pt x="48827" y="6208"/>
                    <a:pt x="62230" y="6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i4AAIQJAACLLgAAiQkAAAAAAAAmAAAACAAAAP//////////"/>
                </a:ext>
              </a:extLst>
            </p:cNvSpPr>
            <p:nvPr/>
          </p:nvSpPr>
          <p:spPr>
            <a:xfrm>
              <a:off x="7537450" y="1546860"/>
              <a:ext cx="28575" cy="3175"/>
            </a:xfrm>
            <a:custGeom>
              <a:avLst/>
              <a:gdLst/>
              <a:ahLst/>
              <a:cxnLst/>
              <a:rect l="0" t="0" r="28575" b="3175"/>
              <a:pathLst>
                <a:path w="28575" h="3175">
                  <a:moveTo>
                    <a:pt x="0" y="2381"/>
                  </a:moveTo>
                  <a:lnTo>
                    <a:pt x="8868" y="3175"/>
                  </a:lnTo>
                  <a:lnTo>
                    <a:pt x="28575" y="0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i4AAJ0JAAA+LgAAoQkAAAAAAAAmAAAACAAAAP//////////"/>
                </a:ext>
              </a:extLst>
            </p:cNvSpPr>
            <p:nvPr/>
          </p:nvSpPr>
          <p:spPr>
            <a:xfrm>
              <a:off x="7479030" y="1562735"/>
              <a:ext cx="38100" cy="2540"/>
            </a:xfrm>
            <a:custGeom>
              <a:avLst/>
              <a:gdLst/>
              <a:ahLst/>
              <a:cxnLst/>
              <a:rect l="0" t="0" r="38100" b="2540"/>
              <a:pathLst>
                <a:path w="38100" h="2540">
                  <a:moveTo>
                    <a:pt x="38100" y="2540"/>
                  </a:moveTo>
                  <a:lnTo>
                    <a:pt x="0" y="0"/>
                  </a:lnTo>
                  <a:cubicBezTo>
                    <a:pt x="8573" y="847"/>
                    <a:pt x="20955" y="1693"/>
                    <a:pt x="3810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CEAAKYJAACCIQAArAkAAAAAAAAmAAAACAAAAP//////////"/>
                </a:ext>
              </a:extLst>
            </p:cNvSpPr>
            <p:nvPr/>
          </p:nvSpPr>
          <p:spPr>
            <a:xfrm>
              <a:off x="5410200" y="1568450"/>
              <a:ext cx="36830" cy="3810"/>
            </a:xfrm>
            <a:custGeom>
              <a:avLst/>
              <a:gdLst/>
              <a:ahLst/>
              <a:cxnLst/>
              <a:rect l="0" t="0" r="36830" b="3810"/>
              <a:pathLst>
                <a:path w="36830" h="3810">
                  <a:moveTo>
                    <a:pt x="23261" y="0"/>
                  </a:moveTo>
                  <a:lnTo>
                    <a:pt x="0" y="3810"/>
                  </a:lnTo>
                  <a:cubicBezTo>
                    <a:pt x="36830" y="3810"/>
                    <a:pt x="20353" y="2286"/>
                    <a:pt x="2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T4AAGoJAAAqPwAAcgkAAAAAAAAmAAAACAAAAP//////////"/>
                </a:ext>
              </a:extLst>
            </p:cNvSpPr>
            <p:nvPr/>
          </p:nvSpPr>
          <p:spPr>
            <a:xfrm>
              <a:off x="10206355" y="1530350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2540"/>
                  </a:moveTo>
                  <a:cubicBezTo>
                    <a:pt x="36957" y="847"/>
                    <a:pt x="17057" y="0"/>
                    <a:pt x="0" y="0"/>
                  </a:cubicBezTo>
                  <a:cubicBezTo>
                    <a:pt x="30323" y="1693"/>
                    <a:pt x="54014" y="5080"/>
                    <a:pt x="61595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yYAAGIJAACdJgAAZgkAAAAAAAAmAAAACAAAAP//////////"/>
                </a:ext>
              </a:extLst>
            </p:cNvSpPr>
            <p:nvPr/>
          </p:nvSpPr>
          <p:spPr>
            <a:xfrm>
              <a:off x="6257925" y="1525270"/>
              <a:ext cx="19050" cy="2540"/>
            </a:xfrm>
            <a:custGeom>
              <a:avLst/>
              <a:gdLst/>
              <a:ahLst/>
              <a:cxnLst/>
              <a:rect l="0" t="0" r="19050" b="2540"/>
              <a:pathLst>
                <a:path w="19050" h="2540">
                  <a:moveTo>
                    <a:pt x="16329" y="0"/>
                  </a:moveTo>
                  <a:cubicBezTo>
                    <a:pt x="4536" y="1270"/>
                    <a:pt x="0" y="2540"/>
                    <a:pt x="0" y="2540"/>
                  </a:cubicBezTo>
                  <a:cubicBezTo>
                    <a:pt x="11793" y="2540"/>
                    <a:pt x="19050" y="1270"/>
                    <a:pt x="16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D4AAGYJAADJPgAAbAkAAAAAAAAmAAAACAAAAP//////////"/>
                </a:ext>
              </a:extLst>
            </p:cNvSpPr>
            <p:nvPr/>
          </p:nvSpPr>
          <p:spPr>
            <a:xfrm>
              <a:off x="10134600" y="1527810"/>
              <a:ext cx="71755" cy="3810"/>
            </a:xfrm>
            <a:custGeom>
              <a:avLst/>
              <a:gdLst/>
              <a:ahLst/>
              <a:cxnLst/>
              <a:rect l="0" t="0" r="71755" b="3810"/>
              <a:pathLst>
                <a:path w="71755" h="3810">
                  <a:moveTo>
                    <a:pt x="0" y="2858"/>
                  </a:moveTo>
                  <a:lnTo>
                    <a:pt x="12437" y="3810"/>
                  </a:lnTo>
                  <a:cubicBezTo>
                    <a:pt x="30615" y="2858"/>
                    <a:pt x="49750" y="1905"/>
                    <a:pt x="71755" y="2858"/>
                  </a:cubicBezTo>
                  <a:cubicBezTo>
                    <a:pt x="49750" y="953"/>
                    <a:pt x="23918" y="0"/>
                    <a:pt x="0" y="2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8AAJkJAADwDwAAmwkAAAAAAAAmAAAACAAAAP//////////"/>
                </a:ext>
              </a:extLst>
            </p:cNvSpPr>
            <p:nvPr/>
          </p:nvSpPr>
          <p:spPr>
            <a:xfrm>
              <a:off x="2583180" y="1560195"/>
              <a:ext cx="7620" cy="1270"/>
            </a:xfrm>
            <a:custGeom>
              <a:avLst/>
              <a:gdLst/>
              <a:ahLst/>
              <a:cxnLst/>
              <a:rect l="0" t="0" r="7620" b="1270"/>
              <a:pathLst>
                <a:path w="7620" h="1270">
                  <a:moveTo>
                    <a:pt x="7620" y="1270"/>
                  </a:moveTo>
                  <a:lnTo>
                    <a:pt x="953" y="0"/>
                  </a:lnTo>
                  <a:cubicBezTo>
                    <a:pt x="0" y="1270"/>
                    <a:pt x="2858" y="1270"/>
                    <a:pt x="762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oAAF0JAAAOCwAAXwkAAAAAAAAmAAAACAAAAP//////////"/>
                </a:ext>
              </a:extLst>
            </p:cNvSpPr>
            <p:nvPr/>
          </p:nvSpPr>
          <p:spPr>
            <a:xfrm>
              <a:off x="1762125" y="1522095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0" y="1270"/>
                  </a:moveTo>
                  <a:cubicBezTo>
                    <a:pt x="8731" y="1270"/>
                    <a:pt x="22313" y="1270"/>
                    <a:pt x="34925" y="1270"/>
                  </a:cubicBezTo>
                  <a:cubicBezTo>
                    <a:pt x="28134" y="0"/>
                    <a:pt x="18432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IAAGgJAACiQgAAagkAAAAAAAAmAAAACAAAAP//////////"/>
                </a:ext>
              </a:extLst>
            </p:cNvSpPr>
            <p:nvPr/>
          </p:nvSpPr>
          <p:spPr>
            <a:xfrm>
              <a:off x="10812780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cubicBezTo>
                    <a:pt x="19050" y="1270"/>
                    <a:pt x="285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MAAIIJAAAVQwAAhQkAAAAAAAAmAAAACAAAAP//////////"/>
                </a:ext>
              </a:extLst>
            </p:cNvSpPr>
            <p:nvPr/>
          </p:nvSpPr>
          <p:spPr>
            <a:xfrm>
              <a:off x="10896600" y="1545590"/>
              <a:ext cx="8255" cy="1905"/>
            </a:xfrm>
            <a:custGeom>
              <a:avLst/>
              <a:gdLst/>
              <a:ahLst/>
              <a:cxnLst/>
              <a:rect l="0" t="0" r="8255" b="1905"/>
              <a:pathLst>
                <a:path w="8255" h="1905">
                  <a:moveTo>
                    <a:pt x="8255" y="0"/>
                  </a:moveTo>
                  <a:cubicBezTo>
                    <a:pt x="4127" y="635"/>
                    <a:pt x="1031" y="1270"/>
                    <a:pt x="0" y="1905"/>
                  </a:cubicBezTo>
                  <a:cubicBezTo>
                    <a:pt x="2063" y="1270"/>
                    <a:pt x="4127" y="635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0AAI8JAAA5PQAAkQkAAAAAAAAmAAAACAAAAP//////////"/>
                </a:ext>
              </a:extLst>
            </p:cNvSpPr>
            <p:nvPr/>
          </p:nvSpPr>
          <p:spPr>
            <a:xfrm>
              <a:off x="9947275" y="1553845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1016" y="0"/>
                  </a:moveTo>
                  <a:lnTo>
                    <a:pt x="0" y="0"/>
                  </a:lnTo>
                  <a:cubicBezTo>
                    <a:pt x="5080" y="1270"/>
                    <a:pt x="4064" y="0"/>
                    <a:pt x="1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0IAAGwJAACxQgAAbAkAAAAAAAAmAAAACAAAAP//////////"/>
                </a:ext>
              </a:extLst>
            </p:cNvSpPr>
            <p:nvPr/>
          </p:nvSpPr>
          <p:spPr>
            <a:xfrm>
              <a:off x="10817225" y="1531620"/>
              <a:ext cx="24130" cy="0"/>
            </a:xfrm>
            <a:custGeom>
              <a:avLst/>
              <a:gdLst/>
              <a:ahLst/>
              <a:cxnLst/>
              <a:rect l="0" t="0" r="24130" b="0"/>
              <a:pathLst>
                <a:path w="24130">
                  <a:moveTo>
                    <a:pt x="24130" y="0"/>
                  </a:moveTo>
                  <a:cubicBezTo>
                    <a:pt x="17374" y="0"/>
                    <a:pt x="9652" y="0"/>
                    <a:pt x="0" y="0"/>
                  </a:cubicBezTo>
                  <a:cubicBezTo>
                    <a:pt x="4826" y="0"/>
                    <a:pt x="11582" y="0"/>
                    <a:pt x="24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UIAAGgJAADHQgAAagkAAAAAAAAmAAAACAAAAP//////////"/>
                </a:ext>
              </a:extLst>
            </p:cNvSpPr>
            <p:nvPr/>
          </p:nvSpPr>
          <p:spPr>
            <a:xfrm>
              <a:off x="10836275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7145" y="1270"/>
                  </a:lnTo>
                  <a:cubicBezTo>
                    <a:pt x="19050" y="1270"/>
                    <a:pt x="1714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EIAAGoJAACLQgAAbAkAAAAAAAAmAAAACAAAAP//////////"/>
                </a:ext>
              </a:extLst>
            </p:cNvSpPr>
            <p:nvPr/>
          </p:nvSpPr>
          <p:spPr>
            <a:xfrm>
              <a:off x="10787380" y="1530350"/>
              <a:ext cx="29845" cy="1270"/>
            </a:xfrm>
            <a:custGeom>
              <a:avLst/>
              <a:gdLst/>
              <a:ahLst/>
              <a:cxnLst/>
              <a:rect l="0" t="0" r="29845" b="1270"/>
              <a:pathLst>
                <a:path w="29845" h="1270">
                  <a:moveTo>
                    <a:pt x="0" y="0"/>
                  </a:moveTo>
                  <a:cubicBezTo>
                    <a:pt x="10590" y="0"/>
                    <a:pt x="20217" y="0"/>
                    <a:pt x="29845" y="1270"/>
                  </a:cubicBezTo>
                  <a:cubicBezTo>
                    <a:pt x="26956" y="0"/>
                    <a:pt x="25031" y="0"/>
                    <a:pt x="2599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RkAAI0JAABOGQAAkQkAAAAAAAAmAAAACAAAAP//////////"/>
                </a:ext>
              </a:extLst>
            </p:cNvSpPr>
            <p:nvPr/>
          </p:nvSpPr>
          <p:spPr>
            <a:xfrm>
              <a:off x="4092575" y="1552575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20955" y="0"/>
                  </a:moveTo>
                  <a:lnTo>
                    <a:pt x="17310" y="0"/>
                  </a:lnTo>
                  <a:cubicBezTo>
                    <a:pt x="0" y="2540"/>
                    <a:pt x="7288" y="127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jQAAKUJAAB7NAAApgkAAAAAAAAmAAAACAAAAP//////////"/>
                </a:ext>
              </a:extLst>
            </p:cNvSpPr>
            <p:nvPr/>
          </p:nvSpPr>
          <p:spPr>
            <a:xfrm>
              <a:off x="8528050" y="156781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1058" y="635"/>
                  </a:moveTo>
                  <a:lnTo>
                    <a:pt x="3175" y="0"/>
                  </a:lnTo>
                  <a:lnTo>
                    <a:pt x="0" y="0"/>
                  </a:lnTo>
                  <a:lnTo>
                    <a:pt x="1058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TQAAJMJAAB2NAAAqgkAAAAAAAAmAAAACAAAAP//////////"/>
                </a:ext>
              </a:extLst>
            </p:cNvSpPr>
            <p:nvPr/>
          </p:nvSpPr>
          <p:spPr>
            <a:xfrm>
              <a:off x="8461375" y="1556385"/>
              <a:ext cx="66675" cy="14605"/>
            </a:xfrm>
            <a:custGeom>
              <a:avLst/>
              <a:gdLst/>
              <a:ahLst/>
              <a:cxnLst/>
              <a:rect l="0" t="0" r="66675" b="14605"/>
              <a:pathLst>
                <a:path w="66675" h="14605">
                  <a:moveTo>
                    <a:pt x="0" y="14605"/>
                  </a:moveTo>
                  <a:cubicBezTo>
                    <a:pt x="28989" y="9450"/>
                    <a:pt x="45416" y="10309"/>
                    <a:pt x="66675" y="11168"/>
                  </a:cubicBezTo>
                  <a:lnTo>
                    <a:pt x="44450" y="0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kAAFEJAABwRAAAtgkAAAAAAAAmAAAACAAAAP//////////"/>
                </a:ext>
              </a:extLst>
            </p:cNvSpPr>
            <p:nvPr/>
          </p:nvSpPr>
          <p:spPr>
            <a:xfrm>
              <a:off x="1562100" y="1514475"/>
              <a:ext cx="9563100" cy="64135"/>
            </a:xfrm>
            <a:custGeom>
              <a:avLst/>
              <a:gdLst/>
              <a:ahLst/>
              <a:cxnLst/>
              <a:rect l="0" t="0" r="9563100" b="64135"/>
              <a:pathLst>
                <a:path w="9563100" h="64135">
                  <a:moveTo>
                    <a:pt x="2354067" y="10261"/>
                  </a:moveTo>
                  <a:lnTo>
                    <a:pt x="2366462" y="11116"/>
                  </a:lnTo>
                  <a:cubicBezTo>
                    <a:pt x="2338812" y="12827"/>
                    <a:pt x="2346440" y="11116"/>
                    <a:pt x="2354067" y="10261"/>
                  </a:cubicBezTo>
                  <a:close/>
                  <a:moveTo>
                    <a:pt x="9110211" y="21378"/>
                  </a:moveTo>
                  <a:cubicBezTo>
                    <a:pt x="9116886" y="20523"/>
                    <a:pt x="9115932" y="19668"/>
                    <a:pt x="9114025" y="19668"/>
                  </a:cubicBezTo>
                  <a:cubicBezTo>
                    <a:pt x="9109258" y="20523"/>
                    <a:pt x="9094956" y="20523"/>
                    <a:pt x="9078748" y="20523"/>
                  </a:cubicBezTo>
                  <a:cubicBezTo>
                    <a:pt x="9083515" y="21378"/>
                    <a:pt x="9092096" y="22233"/>
                    <a:pt x="9110211" y="21378"/>
                  </a:cubicBezTo>
                  <a:close/>
                  <a:moveTo>
                    <a:pt x="9047284" y="19668"/>
                  </a:moveTo>
                  <a:lnTo>
                    <a:pt x="9046330" y="19668"/>
                  </a:lnTo>
                  <a:cubicBezTo>
                    <a:pt x="9015820" y="17957"/>
                    <a:pt x="9026308" y="18812"/>
                    <a:pt x="9047284" y="19668"/>
                  </a:cubicBezTo>
                  <a:close/>
                  <a:moveTo>
                    <a:pt x="6079195" y="42756"/>
                  </a:moveTo>
                  <a:cubicBezTo>
                    <a:pt x="6068707" y="44466"/>
                    <a:pt x="6053452" y="43611"/>
                    <a:pt x="6035336" y="41901"/>
                  </a:cubicBezTo>
                  <a:cubicBezTo>
                    <a:pt x="6048685" y="41901"/>
                    <a:pt x="6062986" y="41901"/>
                    <a:pt x="6079195" y="42756"/>
                  </a:cubicBezTo>
                  <a:close/>
                  <a:moveTo>
                    <a:pt x="5013238" y="51308"/>
                  </a:moveTo>
                  <a:cubicBezTo>
                    <a:pt x="4999890" y="52163"/>
                    <a:pt x="4973193" y="54728"/>
                    <a:pt x="4962705" y="52163"/>
                  </a:cubicBezTo>
                  <a:cubicBezTo>
                    <a:pt x="4978914" y="47032"/>
                    <a:pt x="4990355" y="49597"/>
                    <a:pt x="5013238" y="51308"/>
                  </a:cubicBezTo>
                  <a:close/>
                  <a:moveTo>
                    <a:pt x="4312453" y="52163"/>
                  </a:moveTo>
                  <a:lnTo>
                    <a:pt x="4359172" y="55583"/>
                  </a:lnTo>
                  <a:cubicBezTo>
                    <a:pt x="4302918" y="60714"/>
                    <a:pt x="4261920" y="59004"/>
                    <a:pt x="4305779" y="64135"/>
                  </a:cubicBezTo>
                  <a:cubicBezTo>
                    <a:pt x="4312453" y="52163"/>
                    <a:pt x="4487888" y="63279"/>
                    <a:pt x="4494562" y="51308"/>
                  </a:cubicBezTo>
                  <a:lnTo>
                    <a:pt x="4526025" y="53873"/>
                  </a:lnTo>
                  <a:cubicBezTo>
                    <a:pt x="4516491" y="53873"/>
                    <a:pt x="4515538" y="54728"/>
                    <a:pt x="4506957" y="54728"/>
                  </a:cubicBezTo>
                  <a:cubicBezTo>
                    <a:pt x="4567024" y="59859"/>
                    <a:pt x="4551769" y="46177"/>
                    <a:pt x="4628998" y="47887"/>
                  </a:cubicBezTo>
                  <a:cubicBezTo>
                    <a:pt x="4655695" y="48742"/>
                    <a:pt x="4674764" y="50452"/>
                    <a:pt x="4656648" y="52163"/>
                  </a:cubicBezTo>
                  <a:lnTo>
                    <a:pt x="4716715" y="48742"/>
                  </a:lnTo>
                  <a:cubicBezTo>
                    <a:pt x="4733878" y="49597"/>
                    <a:pt x="4730064" y="51308"/>
                    <a:pt x="4711948" y="51308"/>
                  </a:cubicBezTo>
                  <a:lnTo>
                    <a:pt x="4804433" y="51308"/>
                  </a:lnTo>
                  <a:lnTo>
                    <a:pt x="4803479" y="50452"/>
                  </a:lnTo>
                  <a:cubicBezTo>
                    <a:pt x="4816828" y="48742"/>
                    <a:pt x="4846385" y="46177"/>
                    <a:pt x="4860686" y="44466"/>
                  </a:cubicBezTo>
                  <a:cubicBezTo>
                    <a:pt x="4883569" y="46177"/>
                    <a:pt x="4849245" y="46177"/>
                    <a:pt x="4854966" y="47887"/>
                  </a:cubicBezTo>
                  <a:lnTo>
                    <a:pt x="4905498" y="44466"/>
                  </a:lnTo>
                  <a:cubicBezTo>
                    <a:pt x="4926474" y="47887"/>
                    <a:pt x="4884523" y="50452"/>
                    <a:pt x="4849245" y="50452"/>
                  </a:cubicBezTo>
                  <a:cubicBezTo>
                    <a:pt x="4896917" y="62424"/>
                    <a:pt x="4891197" y="47032"/>
                    <a:pt x="4994169" y="54728"/>
                  </a:cubicBezTo>
                  <a:lnTo>
                    <a:pt x="4945543" y="55583"/>
                  </a:lnTo>
                  <a:cubicBezTo>
                    <a:pt x="4977007" y="62424"/>
                    <a:pt x="5014192" y="59859"/>
                    <a:pt x="5068538" y="64135"/>
                  </a:cubicBezTo>
                  <a:cubicBezTo>
                    <a:pt x="5055190" y="62424"/>
                    <a:pt x="4959845" y="53873"/>
                    <a:pt x="5015145" y="51308"/>
                  </a:cubicBezTo>
                  <a:cubicBezTo>
                    <a:pt x="5030400" y="52163"/>
                    <a:pt x="5051376" y="52163"/>
                    <a:pt x="5080933" y="50452"/>
                  </a:cubicBezTo>
                  <a:cubicBezTo>
                    <a:pt x="5080933" y="53873"/>
                    <a:pt x="5109537" y="53018"/>
                    <a:pt x="5146721" y="53018"/>
                  </a:cubicBezTo>
                  <a:lnTo>
                    <a:pt x="5143861" y="59004"/>
                  </a:lnTo>
                  <a:cubicBezTo>
                    <a:pt x="5182952" y="57293"/>
                    <a:pt x="5180092" y="54728"/>
                    <a:pt x="5202975" y="52163"/>
                  </a:cubicBezTo>
                  <a:cubicBezTo>
                    <a:pt x="5246833" y="52163"/>
                    <a:pt x="5256368" y="56438"/>
                    <a:pt x="5265902" y="60714"/>
                  </a:cubicBezTo>
                  <a:cubicBezTo>
                    <a:pt x="5336458" y="61569"/>
                    <a:pt x="5218230" y="53873"/>
                    <a:pt x="5301180" y="53018"/>
                  </a:cubicBezTo>
                  <a:cubicBezTo>
                    <a:pt x="5359340" y="54728"/>
                    <a:pt x="5400339" y="53018"/>
                    <a:pt x="5469941" y="49597"/>
                  </a:cubicBezTo>
                  <a:cubicBezTo>
                    <a:pt x="5510939" y="51308"/>
                    <a:pt x="5463267" y="53018"/>
                    <a:pt x="5477568" y="54728"/>
                  </a:cubicBezTo>
                  <a:lnTo>
                    <a:pt x="5513799" y="50452"/>
                  </a:lnTo>
                  <a:cubicBezTo>
                    <a:pt x="5522380" y="50452"/>
                    <a:pt x="5519520" y="51308"/>
                    <a:pt x="5518567" y="52163"/>
                  </a:cubicBezTo>
                  <a:cubicBezTo>
                    <a:pt x="5549077" y="50452"/>
                    <a:pt x="5520473" y="47032"/>
                    <a:pt x="5569099" y="45322"/>
                  </a:cubicBezTo>
                  <a:cubicBezTo>
                    <a:pt x="5581494" y="39336"/>
                    <a:pt x="5667305" y="54728"/>
                    <a:pt x="5726419" y="47887"/>
                  </a:cubicBezTo>
                  <a:cubicBezTo>
                    <a:pt x="5740720" y="49597"/>
                    <a:pt x="5719744" y="51308"/>
                    <a:pt x="5723558" y="53018"/>
                  </a:cubicBezTo>
                  <a:cubicBezTo>
                    <a:pt x="5805555" y="48742"/>
                    <a:pt x="5794114" y="50452"/>
                    <a:pt x="5860855" y="44466"/>
                  </a:cubicBezTo>
                  <a:lnTo>
                    <a:pt x="5917109" y="47887"/>
                  </a:lnTo>
                  <a:cubicBezTo>
                    <a:pt x="5876110" y="43611"/>
                    <a:pt x="5929503" y="38481"/>
                    <a:pt x="5976222" y="35060"/>
                  </a:cubicBezTo>
                  <a:cubicBezTo>
                    <a:pt x="5960967" y="32495"/>
                    <a:pt x="5948572" y="30784"/>
                    <a:pt x="5939991" y="29929"/>
                  </a:cubicBezTo>
                  <a:lnTo>
                    <a:pt x="6014360" y="27364"/>
                  </a:lnTo>
                  <a:cubicBezTo>
                    <a:pt x="6023895" y="28219"/>
                    <a:pt x="6016267" y="29929"/>
                    <a:pt x="6003872" y="32495"/>
                  </a:cubicBezTo>
                  <a:lnTo>
                    <a:pt x="6017221" y="30784"/>
                  </a:lnTo>
                  <a:cubicBezTo>
                    <a:pt x="6043917" y="33350"/>
                    <a:pt x="6030569" y="36770"/>
                    <a:pt x="6011500" y="39336"/>
                  </a:cubicBezTo>
                  <a:lnTo>
                    <a:pt x="5984803" y="35915"/>
                  </a:lnTo>
                  <a:cubicBezTo>
                    <a:pt x="5965734" y="39336"/>
                    <a:pt x="5948572" y="42756"/>
                    <a:pt x="5952386" y="46177"/>
                  </a:cubicBezTo>
                  <a:cubicBezTo>
                    <a:pt x="5957153" y="45322"/>
                    <a:pt x="5966688" y="45322"/>
                    <a:pt x="5977176" y="44466"/>
                  </a:cubicBezTo>
                  <a:cubicBezTo>
                    <a:pt x="5972409" y="45322"/>
                    <a:pt x="5969548" y="46177"/>
                    <a:pt x="5971455" y="47032"/>
                  </a:cubicBezTo>
                  <a:cubicBezTo>
                    <a:pt x="5974316" y="47887"/>
                    <a:pt x="5981943" y="46177"/>
                    <a:pt x="5994338" y="45322"/>
                  </a:cubicBezTo>
                  <a:lnTo>
                    <a:pt x="6010547" y="51308"/>
                  </a:lnTo>
                  <a:lnTo>
                    <a:pt x="6015314" y="48742"/>
                  </a:lnTo>
                  <a:lnTo>
                    <a:pt x="6112566" y="53018"/>
                  </a:lnTo>
                  <a:cubicBezTo>
                    <a:pt x="6183121" y="47032"/>
                    <a:pt x="6243188" y="37625"/>
                    <a:pt x="6354742" y="35060"/>
                  </a:cubicBezTo>
                  <a:cubicBezTo>
                    <a:pt x="6327092" y="40191"/>
                    <a:pt x="6349021" y="42756"/>
                    <a:pt x="6347114" y="47887"/>
                  </a:cubicBezTo>
                  <a:cubicBezTo>
                    <a:pt x="6316604" y="42756"/>
                    <a:pt x="6261304" y="50452"/>
                    <a:pt x="6204097" y="49597"/>
                  </a:cubicBezTo>
                  <a:cubicBezTo>
                    <a:pt x="6233654" y="49597"/>
                    <a:pt x="6226980" y="52163"/>
                    <a:pt x="6219352" y="53018"/>
                  </a:cubicBezTo>
                  <a:lnTo>
                    <a:pt x="6322325" y="48742"/>
                  </a:lnTo>
                  <a:cubicBezTo>
                    <a:pt x="6319464" y="53018"/>
                    <a:pt x="6344254" y="51308"/>
                    <a:pt x="6370951" y="53873"/>
                  </a:cubicBezTo>
                  <a:cubicBezTo>
                    <a:pt x="6349975" y="44466"/>
                    <a:pt x="6447227" y="47887"/>
                    <a:pt x="6489178" y="45322"/>
                  </a:cubicBezTo>
                  <a:cubicBezTo>
                    <a:pt x="6491085" y="47887"/>
                    <a:pt x="6481551" y="51308"/>
                    <a:pt x="6430064" y="50452"/>
                  </a:cubicBezTo>
                  <a:cubicBezTo>
                    <a:pt x="6486318" y="57293"/>
                    <a:pt x="6503480" y="40191"/>
                    <a:pt x="6558780" y="46177"/>
                  </a:cubicBezTo>
                  <a:cubicBezTo>
                    <a:pt x="6545432" y="46177"/>
                    <a:pt x="6538758" y="45322"/>
                    <a:pt x="6533990" y="47032"/>
                  </a:cubicBezTo>
                  <a:cubicBezTo>
                    <a:pt x="6563547" y="44466"/>
                    <a:pt x="6634103" y="47032"/>
                    <a:pt x="6617894" y="49597"/>
                  </a:cubicBezTo>
                  <a:lnTo>
                    <a:pt x="6605499" y="49597"/>
                  </a:lnTo>
                  <a:cubicBezTo>
                    <a:pt x="6687496" y="50452"/>
                    <a:pt x="6856256" y="49597"/>
                    <a:pt x="6868651" y="42756"/>
                  </a:cubicBezTo>
                  <a:cubicBezTo>
                    <a:pt x="6869605" y="43611"/>
                    <a:pt x="6858163" y="51308"/>
                    <a:pt x="6853396" y="53018"/>
                  </a:cubicBezTo>
                  <a:lnTo>
                    <a:pt x="7000227" y="28219"/>
                  </a:lnTo>
                  <a:cubicBezTo>
                    <a:pt x="6987832" y="35060"/>
                    <a:pt x="7037412" y="49597"/>
                    <a:pt x="6968763" y="53018"/>
                  </a:cubicBezTo>
                  <a:cubicBezTo>
                    <a:pt x="6988786" y="53873"/>
                    <a:pt x="7012622" y="55583"/>
                    <a:pt x="7054574" y="53018"/>
                  </a:cubicBezTo>
                  <a:cubicBezTo>
                    <a:pt x="7041226" y="52163"/>
                    <a:pt x="7021203" y="43611"/>
                    <a:pt x="7039319" y="43611"/>
                  </a:cubicBezTo>
                  <a:cubicBezTo>
                    <a:pt x="7089852" y="50452"/>
                    <a:pt x="7074596" y="47032"/>
                    <a:pt x="7136571" y="53018"/>
                  </a:cubicBezTo>
                  <a:cubicBezTo>
                    <a:pt x="7115595" y="52163"/>
                    <a:pt x="7138478" y="41901"/>
                    <a:pt x="7169941" y="42756"/>
                  </a:cubicBezTo>
                  <a:cubicBezTo>
                    <a:pt x="7165174" y="43611"/>
                    <a:pt x="7172802" y="52163"/>
                    <a:pt x="7161360" y="53018"/>
                  </a:cubicBezTo>
                  <a:lnTo>
                    <a:pt x="7240497" y="43611"/>
                  </a:lnTo>
                  <a:cubicBezTo>
                    <a:pt x="7220474" y="45322"/>
                    <a:pt x="7236683" y="52163"/>
                    <a:pt x="7254798" y="54728"/>
                  </a:cubicBezTo>
                  <a:cubicBezTo>
                    <a:pt x="7246217" y="53018"/>
                    <a:pt x="7322493" y="54728"/>
                    <a:pt x="7343469" y="53873"/>
                  </a:cubicBezTo>
                  <a:lnTo>
                    <a:pt x="7310098" y="52163"/>
                  </a:lnTo>
                  <a:cubicBezTo>
                    <a:pt x="7399723" y="53873"/>
                    <a:pt x="7398769" y="38481"/>
                    <a:pt x="7487440" y="39336"/>
                  </a:cubicBezTo>
                  <a:cubicBezTo>
                    <a:pt x="7476952" y="41046"/>
                    <a:pt x="7460744" y="51308"/>
                    <a:pt x="7505556" y="53018"/>
                  </a:cubicBezTo>
                  <a:cubicBezTo>
                    <a:pt x="7526532" y="47887"/>
                    <a:pt x="7597087" y="29074"/>
                    <a:pt x="7675270" y="24798"/>
                  </a:cubicBezTo>
                  <a:lnTo>
                    <a:pt x="7690525" y="28219"/>
                  </a:lnTo>
                  <a:lnTo>
                    <a:pt x="7750592" y="24798"/>
                  </a:lnTo>
                  <a:cubicBezTo>
                    <a:pt x="7713408" y="32495"/>
                    <a:pt x="7608528" y="47887"/>
                    <a:pt x="7550368" y="53873"/>
                  </a:cubicBezTo>
                  <a:cubicBezTo>
                    <a:pt x="7583739" y="56438"/>
                    <a:pt x="7559902" y="57293"/>
                    <a:pt x="7610435" y="57293"/>
                  </a:cubicBezTo>
                  <a:cubicBezTo>
                    <a:pt x="7627597" y="59859"/>
                    <a:pt x="7582785" y="61569"/>
                    <a:pt x="7568483" y="61569"/>
                  </a:cubicBezTo>
                  <a:lnTo>
                    <a:pt x="7684804" y="63279"/>
                  </a:lnTo>
                  <a:cubicBezTo>
                    <a:pt x="7679083" y="57293"/>
                    <a:pt x="7773475" y="57293"/>
                    <a:pt x="7769661" y="53018"/>
                  </a:cubicBezTo>
                  <a:lnTo>
                    <a:pt x="7642852" y="58149"/>
                  </a:lnTo>
                  <a:cubicBezTo>
                    <a:pt x="7638085" y="53018"/>
                    <a:pt x="7716268" y="41901"/>
                    <a:pt x="7798265" y="43611"/>
                  </a:cubicBezTo>
                  <a:cubicBezTo>
                    <a:pt x="7819241" y="45322"/>
                    <a:pt x="7783010" y="53873"/>
                    <a:pt x="7784916" y="55583"/>
                  </a:cubicBezTo>
                  <a:cubicBezTo>
                    <a:pt x="7795404" y="53873"/>
                    <a:pt x="7863099" y="52163"/>
                    <a:pt x="7870727" y="53018"/>
                  </a:cubicBezTo>
                  <a:lnTo>
                    <a:pt x="7835449" y="56438"/>
                  </a:lnTo>
                  <a:cubicBezTo>
                    <a:pt x="7881215" y="59004"/>
                    <a:pt x="7910772" y="48742"/>
                    <a:pt x="7966072" y="54728"/>
                  </a:cubicBezTo>
                  <a:cubicBezTo>
                    <a:pt x="7985141" y="54728"/>
                    <a:pt x="8022325" y="62424"/>
                    <a:pt x="8026139" y="59004"/>
                  </a:cubicBezTo>
                  <a:cubicBezTo>
                    <a:pt x="7994675" y="52163"/>
                    <a:pt x="7988955" y="31639"/>
                    <a:pt x="8009931" y="26509"/>
                  </a:cubicBezTo>
                  <a:cubicBezTo>
                    <a:pt x="8016605" y="26509"/>
                    <a:pt x="8109089" y="32495"/>
                    <a:pt x="8131019" y="35915"/>
                  </a:cubicBezTo>
                  <a:cubicBezTo>
                    <a:pt x="8162482" y="41046"/>
                    <a:pt x="8084300" y="48742"/>
                    <a:pt x="8110996" y="53018"/>
                  </a:cubicBezTo>
                  <a:cubicBezTo>
                    <a:pt x="8111950" y="51308"/>
                    <a:pt x="8129112" y="49597"/>
                    <a:pt x="8136739" y="48742"/>
                  </a:cubicBezTo>
                  <a:cubicBezTo>
                    <a:pt x="8156762" y="50452"/>
                    <a:pt x="8128158" y="53873"/>
                    <a:pt x="8172017" y="53018"/>
                  </a:cubicBezTo>
                  <a:cubicBezTo>
                    <a:pt x="8178691" y="47032"/>
                    <a:pt x="8260688" y="53873"/>
                    <a:pt x="8192039" y="47887"/>
                  </a:cubicBezTo>
                  <a:cubicBezTo>
                    <a:pt x="8234945" y="47032"/>
                    <a:pt x="8237805" y="49597"/>
                    <a:pt x="8287384" y="49597"/>
                  </a:cubicBezTo>
                  <a:cubicBezTo>
                    <a:pt x="8271176" y="45322"/>
                    <a:pt x="8332197" y="36770"/>
                    <a:pt x="8375102" y="35060"/>
                  </a:cubicBezTo>
                  <a:cubicBezTo>
                    <a:pt x="8372241" y="35915"/>
                    <a:pt x="8381776" y="38481"/>
                    <a:pt x="8386543" y="39336"/>
                  </a:cubicBezTo>
                  <a:cubicBezTo>
                    <a:pt x="8474260" y="40191"/>
                    <a:pt x="8520980" y="42756"/>
                    <a:pt x="8602023" y="42756"/>
                  </a:cubicBezTo>
                  <a:cubicBezTo>
                    <a:pt x="8609650" y="44466"/>
                    <a:pt x="8648742" y="46177"/>
                    <a:pt x="8632533" y="48742"/>
                  </a:cubicBezTo>
                  <a:cubicBezTo>
                    <a:pt x="8643975" y="47887"/>
                    <a:pt x="8654462" y="45322"/>
                    <a:pt x="8679252" y="45322"/>
                  </a:cubicBezTo>
                  <a:cubicBezTo>
                    <a:pt x="8727878" y="50452"/>
                    <a:pt x="8623952" y="46177"/>
                    <a:pt x="8661137" y="52163"/>
                  </a:cubicBezTo>
                  <a:cubicBezTo>
                    <a:pt x="8663997" y="48742"/>
                    <a:pt x="8725971" y="47887"/>
                    <a:pt x="8761249" y="45322"/>
                  </a:cubicBezTo>
                  <a:cubicBezTo>
                    <a:pt x="8750761" y="40191"/>
                    <a:pt x="8679252" y="44466"/>
                    <a:pt x="8643021" y="46177"/>
                  </a:cubicBezTo>
                  <a:cubicBezTo>
                    <a:pt x="8643021" y="39336"/>
                    <a:pt x="8704995" y="31639"/>
                    <a:pt x="8789852" y="28219"/>
                  </a:cubicBezTo>
                  <a:cubicBezTo>
                    <a:pt x="8857547" y="26509"/>
                    <a:pt x="8819409" y="33350"/>
                    <a:pt x="8830851" y="32495"/>
                  </a:cubicBezTo>
                  <a:cubicBezTo>
                    <a:pt x="8957659" y="33350"/>
                    <a:pt x="8939544" y="19668"/>
                    <a:pt x="9044423" y="24798"/>
                  </a:cubicBezTo>
                  <a:cubicBezTo>
                    <a:pt x="9086375" y="29929"/>
                    <a:pt x="9046330" y="34205"/>
                    <a:pt x="9055865" y="37625"/>
                  </a:cubicBezTo>
                  <a:cubicBezTo>
                    <a:pt x="9000565" y="39336"/>
                    <a:pt x="8971008" y="34205"/>
                    <a:pt x="8933823" y="34205"/>
                  </a:cubicBezTo>
                  <a:lnTo>
                    <a:pt x="8979589" y="36770"/>
                  </a:lnTo>
                  <a:cubicBezTo>
                    <a:pt x="8962427" y="38481"/>
                    <a:pt x="8925242" y="39336"/>
                    <a:pt x="8905220" y="38481"/>
                  </a:cubicBezTo>
                  <a:cubicBezTo>
                    <a:pt x="8940497" y="42756"/>
                    <a:pt x="9119746" y="39336"/>
                    <a:pt x="9217951" y="43611"/>
                  </a:cubicBezTo>
                  <a:cubicBezTo>
                    <a:pt x="9235113" y="41901"/>
                    <a:pt x="9265624" y="40191"/>
                    <a:pt x="9251322" y="38481"/>
                  </a:cubicBezTo>
                  <a:lnTo>
                    <a:pt x="9219858" y="38481"/>
                  </a:lnTo>
                  <a:cubicBezTo>
                    <a:pt x="9191255" y="35060"/>
                    <a:pt x="9278972" y="33350"/>
                    <a:pt x="9238927" y="31639"/>
                  </a:cubicBezTo>
                  <a:cubicBezTo>
                    <a:pt x="9280879" y="29074"/>
                    <a:pt x="9327598" y="24798"/>
                    <a:pt x="9385758" y="27364"/>
                  </a:cubicBezTo>
                  <a:lnTo>
                    <a:pt x="9397200" y="32495"/>
                  </a:lnTo>
                  <a:cubicBezTo>
                    <a:pt x="9395293" y="30784"/>
                    <a:pt x="9359062" y="29929"/>
                    <a:pt x="9341900" y="30784"/>
                  </a:cubicBezTo>
                  <a:cubicBezTo>
                    <a:pt x="9366689" y="29074"/>
                    <a:pt x="9431524" y="38481"/>
                    <a:pt x="9458221" y="31639"/>
                  </a:cubicBezTo>
                  <a:lnTo>
                    <a:pt x="9417222" y="27364"/>
                  </a:lnTo>
                  <a:cubicBezTo>
                    <a:pt x="9459174" y="24798"/>
                    <a:pt x="9510660" y="19668"/>
                    <a:pt x="9563100" y="21378"/>
                  </a:cubicBezTo>
                  <a:cubicBezTo>
                    <a:pt x="9539264" y="16247"/>
                    <a:pt x="9550705" y="22233"/>
                    <a:pt x="9514474" y="15392"/>
                  </a:cubicBezTo>
                  <a:cubicBezTo>
                    <a:pt x="9545938" y="23088"/>
                    <a:pt x="9380991" y="15392"/>
                    <a:pt x="9432477" y="23088"/>
                  </a:cubicBezTo>
                  <a:cubicBezTo>
                    <a:pt x="9395293" y="16247"/>
                    <a:pt x="9367643" y="20523"/>
                    <a:pt x="9318063" y="13682"/>
                  </a:cubicBezTo>
                  <a:cubicBezTo>
                    <a:pt x="9319017" y="15392"/>
                    <a:pt x="9335226" y="17102"/>
                    <a:pt x="9292320" y="16247"/>
                  </a:cubicBezTo>
                  <a:cubicBezTo>
                    <a:pt x="9289460" y="17102"/>
                    <a:pt x="9285646" y="17957"/>
                    <a:pt x="9281832" y="17957"/>
                  </a:cubicBezTo>
                  <a:lnTo>
                    <a:pt x="9278972" y="17957"/>
                  </a:lnTo>
                  <a:lnTo>
                    <a:pt x="9281832" y="17957"/>
                  </a:lnTo>
                  <a:cubicBezTo>
                    <a:pt x="9279925" y="17957"/>
                    <a:pt x="9279925" y="18812"/>
                    <a:pt x="9282786" y="17957"/>
                  </a:cubicBezTo>
                  <a:cubicBezTo>
                    <a:pt x="9293274" y="18812"/>
                    <a:pt x="9301855" y="19668"/>
                    <a:pt x="9304715" y="20523"/>
                  </a:cubicBezTo>
                  <a:cubicBezTo>
                    <a:pt x="9282786" y="24798"/>
                    <a:pt x="9214137" y="24798"/>
                    <a:pt x="9190301" y="26509"/>
                  </a:cubicBezTo>
                  <a:cubicBezTo>
                    <a:pt x="9164558" y="25654"/>
                    <a:pt x="9201743" y="24798"/>
                    <a:pt x="9187441" y="23088"/>
                  </a:cubicBezTo>
                  <a:lnTo>
                    <a:pt x="9152163" y="25654"/>
                  </a:lnTo>
                  <a:cubicBezTo>
                    <a:pt x="9149303" y="22233"/>
                    <a:pt x="9083515" y="19668"/>
                    <a:pt x="9144536" y="17102"/>
                  </a:cubicBezTo>
                  <a:lnTo>
                    <a:pt x="9090189" y="17102"/>
                  </a:lnTo>
                  <a:cubicBezTo>
                    <a:pt x="9057772" y="14537"/>
                    <a:pt x="9012960" y="13682"/>
                    <a:pt x="8986263" y="15392"/>
                  </a:cubicBezTo>
                  <a:cubicBezTo>
                    <a:pt x="8960520" y="14537"/>
                    <a:pt x="8920475" y="19668"/>
                    <a:pt x="8943358" y="16247"/>
                  </a:cubicBezTo>
                  <a:lnTo>
                    <a:pt x="8857547" y="18812"/>
                  </a:lnTo>
                  <a:lnTo>
                    <a:pt x="8856594" y="17957"/>
                  </a:lnTo>
                  <a:cubicBezTo>
                    <a:pt x="8771737" y="17102"/>
                    <a:pt x="8682113" y="23943"/>
                    <a:pt x="8584861" y="17102"/>
                  </a:cubicBezTo>
                  <a:cubicBezTo>
                    <a:pt x="8556257" y="17957"/>
                    <a:pt x="8527654" y="18812"/>
                    <a:pt x="8479028" y="17957"/>
                  </a:cubicBezTo>
                  <a:lnTo>
                    <a:pt x="8470447" y="14537"/>
                  </a:lnTo>
                  <a:cubicBezTo>
                    <a:pt x="8433262" y="15392"/>
                    <a:pt x="8359847" y="11116"/>
                    <a:pt x="8344591" y="14537"/>
                  </a:cubicBezTo>
                  <a:cubicBezTo>
                    <a:pt x="8304546" y="5985"/>
                    <a:pt x="8166296" y="11971"/>
                    <a:pt x="8102415" y="10261"/>
                  </a:cubicBezTo>
                  <a:lnTo>
                    <a:pt x="8099555" y="14537"/>
                  </a:lnTo>
                  <a:cubicBezTo>
                    <a:pt x="8055696" y="14537"/>
                    <a:pt x="8012791" y="15392"/>
                    <a:pt x="7957491" y="17102"/>
                  </a:cubicBezTo>
                  <a:lnTo>
                    <a:pt x="7961305" y="21378"/>
                  </a:lnTo>
                  <a:cubicBezTo>
                    <a:pt x="7913632" y="23943"/>
                    <a:pt x="7839263" y="17957"/>
                    <a:pt x="7763941" y="18812"/>
                  </a:cubicBezTo>
                  <a:cubicBezTo>
                    <a:pt x="7769661" y="17102"/>
                    <a:pt x="7788730" y="17102"/>
                    <a:pt x="7802078" y="17957"/>
                  </a:cubicBezTo>
                  <a:cubicBezTo>
                    <a:pt x="7712454" y="9406"/>
                    <a:pt x="7612342" y="23943"/>
                    <a:pt x="7531299" y="17957"/>
                  </a:cubicBezTo>
                  <a:cubicBezTo>
                    <a:pt x="7511276" y="18812"/>
                    <a:pt x="7496021" y="18812"/>
                    <a:pt x="7482673" y="17957"/>
                  </a:cubicBezTo>
                  <a:cubicBezTo>
                    <a:pt x="7484580" y="17957"/>
                    <a:pt x="7485533" y="17957"/>
                    <a:pt x="7487440" y="17102"/>
                  </a:cubicBezTo>
                  <a:lnTo>
                    <a:pt x="7478859" y="17102"/>
                  </a:lnTo>
                  <a:lnTo>
                    <a:pt x="7451209" y="15392"/>
                  </a:lnTo>
                  <a:cubicBezTo>
                    <a:pt x="7458837" y="16247"/>
                    <a:pt x="7467418" y="17102"/>
                    <a:pt x="7474092" y="17102"/>
                  </a:cubicBezTo>
                  <a:cubicBezTo>
                    <a:pt x="7458837" y="17102"/>
                    <a:pt x="7435000" y="17957"/>
                    <a:pt x="7412118" y="18812"/>
                  </a:cubicBezTo>
                  <a:lnTo>
                    <a:pt x="7401630" y="14537"/>
                  </a:lnTo>
                  <a:lnTo>
                    <a:pt x="7396862" y="14537"/>
                  </a:lnTo>
                  <a:cubicBezTo>
                    <a:pt x="7373980" y="12827"/>
                    <a:pt x="7378747" y="16247"/>
                    <a:pt x="7390188" y="19668"/>
                  </a:cubicBezTo>
                  <a:cubicBezTo>
                    <a:pt x="7378747" y="20523"/>
                    <a:pt x="7368259" y="21378"/>
                    <a:pt x="7359678" y="22233"/>
                  </a:cubicBezTo>
                  <a:cubicBezTo>
                    <a:pt x="7341562" y="15392"/>
                    <a:pt x="7298657" y="24798"/>
                    <a:pt x="7273867" y="17102"/>
                  </a:cubicBezTo>
                  <a:cubicBezTo>
                    <a:pt x="7257659" y="20523"/>
                    <a:pt x="7156593" y="19668"/>
                    <a:pt x="7144198" y="27364"/>
                  </a:cubicBezTo>
                  <a:cubicBezTo>
                    <a:pt x="7143245" y="25654"/>
                    <a:pt x="7136571" y="25654"/>
                    <a:pt x="7148965" y="25654"/>
                  </a:cubicBezTo>
                  <a:cubicBezTo>
                    <a:pt x="7123222" y="24798"/>
                    <a:pt x="7097479" y="23943"/>
                    <a:pt x="7074596" y="25654"/>
                  </a:cubicBezTo>
                  <a:lnTo>
                    <a:pt x="7063155" y="20523"/>
                  </a:lnTo>
                  <a:lnTo>
                    <a:pt x="7006901" y="27364"/>
                  </a:lnTo>
                  <a:cubicBezTo>
                    <a:pt x="6972577" y="23943"/>
                    <a:pt x="6958276" y="22233"/>
                    <a:pt x="6992600" y="17957"/>
                  </a:cubicBezTo>
                  <a:cubicBezTo>
                    <a:pt x="6909650" y="23943"/>
                    <a:pt x="6924905" y="20523"/>
                    <a:pt x="6855303" y="26509"/>
                  </a:cubicBezTo>
                  <a:lnTo>
                    <a:pt x="6859117" y="23088"/>
                  </a:lnTo>
                  <a:cubicBezTo>
                    <a:pt x="6833374" y="23088"/>
                    <a:pt x="6793329" y="27364"/>
                    <a:pt x="6778074" y="24798"/>
                  </a:cubicBezTo>
                  <a:cubicBezTo>
                    <a:pt x="6722773" y="17957"/>
                    <a:pt x="6501573" y="23088"/>
                    <a:pt x="6357602" y="17102"/>
                  </a:cubicBezTo>
                  <a:cubicBezTo>
                    <a:pt x="6385252" y="27364"/>
                    <a:pt x="6290861" y="11971"/>
                    <a:pt x="6285140" y="20523"/>
                  </a:cubicBezTo>
                  <a:cubicBezTo>
                    <a:pt x="6276559" y="17957"/>
                    <a:pt x="6256537" y="16247"/>
                    <a:pt x="6279419" y="14537"/>
                  </a:cubicBezTo>
                  <a:cubicBezTo>
                    <a:pt x="6206004" y="16247"/>
                    <a:pt x="6169773" y="10261"/>
                    <a:pt x="6119240" y="17102"/>
                  </a:cubicBezTo>
                  <a:cubicBezTo>
                    <a:pt x="6110659" y="14537"/>
                    <a:pt x="6134495" y="13682"/>
                    <a:pt x="6126867" y="11971"/>
                  </a:cubicBezTo>
                  <a:cubicBezTo>
                    <a:pt x="6121147" y="11971"/>
                    <a:pt x="6103985" y="13682"/>
                    <a:pt x="6096357" y="12827"/>
                  </a:cubicBezTo>
                  <a:cubicBezTo>
                    <a:pt x="6088729" y="11116"/>
                    <a:pt x="6106845" y="10261"/>
                    <a:pt x="6118286" y="9406"/>
                  </a:cubicBezTo>
                  <a:cubicBezTo>
                    <a:pt x="6043917" y="9406"/>
                    <a:pt x="6036290" y="17102"/>
                    <a:pt x="6030569" y="23943"/>
                  </a:cubicBezTo>
                  <a:cubicBezTo>
                    <a:pt x="5992431" y="20523"/>
                    <a:pt x="5973362" y="21378"/>
                    <a:pt x="5945712" y="25654"/>
                  </a:cubicBezTo>
                  <a:cubicBezTo>
                    <a:pt x="5933317" y="23088"/>
                    <a:pt x="5910434" y="20523"/>
                    <a:pt x="5957153" y="20523"/>
                  </a:cubicBezTo>
                  <a:cubicBezTo>
                    <a:pt x="5931410" y="19668"/>
                    <a:pt x="5796974" y="16247"/>
                    <a:pt x="5795067" y="22233"/>
                  </a:cubicBezTo>
                  <a:cubicBezTo>
                    <a:pt x="5786486" y="20523"/>
                    <a:pt x="5757882" y="21378"/>
                    <a:pt x="5751208" y="22233"/>
                  </a:cubicBezTo>
                  <a:cubicBezTo>
                    <a:pt x="5692094" y="21378"/>
                    <a:pt x="5687327" y="21378"/>
                    <a:pt x="5629167" y="21378"/>
                  </a:cubicBezTo>
                  <a:lnTo>
                    <a:pt x="5645375" y="22233"/>
                  </a:lnTo>
                  <a:cubicBezTo>
                    <a:pt x="5622493" y="29074"/>
                    <a:pt x="5597703" y="23943"/>
                    <a:pt x="5550984" y="24798"/>
                  </a:cubicBezTo>
                  <a:lnTo>
                    <a:pt x="5551937" y="23943"/>
                  </a:lnTo>
                  <a:cubicBezTo>
                    <a:pt x="5445151" y="18812"/>
                    <a:pt x="5506172" y="26509"/>
                    <a:pt x="5401292" y="20523"/>
                  </a:cubicBezTo>
                  <a:lnTo>
                    <a:pt x="5407013" y="24798"/>
                  </a:lnTo>
                  <a:cubicBezTo>
                    <a:pt x="5396525" y="33350"/>
                    <a:pt x="5313575" y="18812"/>
                    <a:pt x="5252554" y="22233"/>
                  </a:cubicBezTo>
                  <a:lnTo>
                    <a:pt x="5274483" y="24798"/>
                  </a:lnTo>
                  <a:cubicBezTo>
                    <a:pt x="5241113" y="28219"/>
                    <a:pt x="5181045" y="12827"/>
                    <a:pt x="5147675" y="11116"/>
                  </a:cubicBezTo>
                  <a:cubicBezTo>
                    <a:pt x="5140047" y="10261"/>
                    <a:pt x="5159116" y="10261"/>
                    <a:pt x="5169604" y="9406"/>
                  </a:cubicBezTo>
                  <a:cubicBezTo>
                    <a:pt x="5081887" y="5130"/>
                    <a:pt x="5158163" y="14537"/>
                    <a:pt x="5092375" y="16247"/>
                  </a:cubicBezTo>
                  <a:cubicBezTo>
                    <a:pt x="5079980" y="12827"/>
                    <a:pt x="5107630" y="8551"/>
                    <a:pt x="5063771" y="7696"/>
                  </a:cubicBezTo>
                  <a:cubicBezTo>
                    <a:pt x="5041842" y="5985"/>
                    <a:pt x="4936009" y="17102"/>
                    <a:pt x="4875942" y="11116"/>
                  </a:cubicBezTo>
                  <a:cubicBezTo>
                    <a:pt x="4889290" y="13682"/>
                    <a:pt x="4902638" y="16247"/>
                    <a:pt x="4872128" y="17957"/>
                  </a:cubicBezTo>
                  <a:cubicBezTo>
                    <a:pt x="4825409" y="17957"/>
                    <a:pt x="4746272" y="8551"/>
                    <a:pt x="4704321" y="16247"/>
                  </a:cubicBezTo>
                  <a:cubicBezTo>
                    <a:pt x="4698600" y="15392"/>
                    <a:pt x="4695740" y="14537"/>
                    <a:pt x="4695740" y="13682"/>
                  </a:cubicBezTo>
                  <a:cubicBezTo>
                    <a:pt x="4660462" y="16247"/>
                    <a:pt x="4580372" y="17102"/>
                    <a:pt x="4558443" y="20523"/>
                  </a:cubicBezTo>
                  <a:cubicBezTo>
                    <a:pt x="4526025" y="6841"/>
                    <a:pt x="4337242" y="27364"/>
                    <a:pt x="4338196" y="13682"/>
                  </a:cubicBezTo>
                  <a:lnTo>
                    <a:pt x="4228549" y="13682"/>
                  </a:lnTo>
                  <a:lnTo>
                    <a:pt x="4231410" y="12827"/>
                  </a:lnTo>
                  <a:cubicBezTo>
                    <a:pt x="4161808" y="11971"/>
                    <a:pt x="4137018" y="15392"/>
                    <a:pt x="4112228" y="18812"/>
                  </a:cubicBezTo>
                  <a:cubicBezTo>
                    <a:pt x="4096020" y="17102"/>
                    <a:pt x="4108415" y="16247"/>
                    <a:pt x="4109368" y="15392"/>
                  </a:cubicBezTo>
                  <a:cubicBezTo>
                    <a:pt x="4007349" y="12827"/>
                    <a:pt x="3996861" y="12827"/>
                    <a:pt x="3911050" y="19668"/>
                  </a:cubicBezTo>
                  <a:lnTo>
                    <a:pt x="3902469" y="15392"/>
                  </a:lnTo>
                  <a:cubicBezTo>
                    <a:pt x="3878633" y="17957"/>
                    <a:pt x="3754685" y="8551"/>
                    <a:pt x="3654573" y="12827"/>
                  </a:cubicBezTo>
                  <a:cubicBezTo>
                    <a:pt x="3655526" y="12827"/>
                    <a:pt x="3657433" y="11971"/>
                    <a:pt x="3665060" y="11116"/>
                  </a:cubicBezTo>
                  <a:cubicBezTo>
                    <a:pt x="3552553" y="16247"/>
                    <a:pt x="3395234" y="0"/>
                    <a:pt x="3354236" y="14537"/>
                  </a:cubicBezTo>
                  <a:lnTo>
                    <a:pt x="3278913" y="17957"/>
                  </a:lnTo>
                  <a:cubicBezTo>
                    <a:pt x="3375212" y="19668"/>
                    <a:pt x="3264612" y="24798"/>
                    <a:pt x="3304656" y="27364"/>
                  </a:cubicBezTo>
                  <a:cubicBezTo>
                    <a:pt x="3266519" y="28219"/>
                    <a:pt x="3206451" y="23088"/>
                    <a:pt x="3253170" y="22233"/>
                  </a:cubicBezTo>
                  <a:lnTo>
                    <a:pt x="3260798" y="23088"/>
                  </a:lnTo>
                  <a:cubicBezTo>
                    <a:pt x="3277960" y="14537"/>
                    <a:pt x="3140663" y="19668"/>
                    <a:pt x="3143523" y="13682"/>
                  </a:cubicBezTo>
                  <a:cubicBezTo>
                    <a:pt x="2953787" y="14537"/>
                    <a:pt x="2768818" y="9406"/>
                    <a:pt x="2591476" y="8551"/>
                  </a:cubicBezTo>
                  <a:lnTo>
                    <a:pt x="2612452" y="15392"/>
                  </a:lnTo>
                  <a:lnTo>
                    <a:pt x="2550478" y="14537"/>
                  </a:lnTo>
                  <a:cubicBezTo>
                    <a:pt x="2534269" y="12827"/>
                    <a:pt x="2528548" y="9406"/>
                    <a:pt x="2572407" y="10261"/>
                  </a:cubicBezTo>
                  <a:cubicBezTo>
                    <a:pt x="2549524" y="6841"/>
                    <a:pt x="2498038" y="12827"/>
                    <a:pt x="2497085" y="14537"/>
                  </a:cubicBezTo>
                  <a:cubicBezTo>
                    <a:pt x="2410321" y="11971"/>
                    <a:pt x="2531409" y="7696"/>
                    <a:pt x="2504712" y="7696"/>
                  </a:cubicBezTo>
                  <a:lnTo>
                    <a:pt x="2468481" y="7696"/>
                  </a:lnTo>
                  <a:lnTo>
                    <a:pt x="2476109" y="7696"/>
                  </a:lnTo>
                  <a:cubicBezTo>
                    <a:pt x="2447505" y="10261"/>
                    <a:pt x="2444645" y="12827"/>
                    <a:pt x="2391252" y="12827"/>
                  </a:cubicBezTo>
                  <a:cubicBezTo>
                    <a:pt x="2357881" y="11116"/>
                    <a:pt x="2374090" y="8551"/>
                    <a:pt x="2360741" y="8551"/>
                  </a:cubicBezTo>
                  <a:cubicBezTo>
                    <a:pt x="2361695" y="8551"/>
                    <a:pt x="2356928" y="7696"/>
                    <a:pt x="2340719" y="8551"/>
                  </a:cubicBezTo>
                  <a:lnTo>
                    <a:pt x="2262536" y="7696"/>
                  </a:lnTo>
                  <a:lnTo>
                    <a:pt x="2294000" y="12827"/>
                  </a:lnTo>
                  <a:cubicBezTo>
                    <a:pt x="2259676" y="15392"/>
                    <a:pt x="2220584" y="12827"/>
                    <a:pt x="2256815" y="17957"/>
                  </a:cubicBezTo>
                  <a:cubicBezTo>
                    <a:pt x="2203422" y="9406"/>
                    <a:pt x="1966013" y="14537"/>
                    <a:pt x="1933596" y="11971"/>
                  </a:cubicBezTo>
                  <a:cubicBezTo>
                    <a:pt x="1884970" y="15392"/>
                    <a:pt x="1837297" y="15392"/>
                    <a:pt x="1777230" y="14537"/>
                  </a:cubicBezTo>
                  <a:cubicBezTo>
                    <a:pt x="1792485" y="16247"/>
                    <a:pt x="1801066" y="21378"/>
                    <a:pt x="1750534" y="20523"/>
                  </a:cubicBezTo>
                  <a:cubicBezTo>
                    <a:pt x="1768649" y="9406"/>
                    <a:pt x="1656142" y="15392"/>
                    <a:pt x="1615144" y="7696"/>
                  </a:cubicBezTo>
                  <a:cubicBezTo>
                    <a:pt x="1652328" y="12827"/>
                    <a:pt x="1470219" y="8551"/>
                    <a:pt x="1528380" y="16247"/>
                  </a:cubicBezTo>
                  <a:cubicBezTo>
                    <a:pt x="1485475" y="15392"/>
                    <a:pt x="1525519" y="11971"/>
                    <a:pt x="1493102" y="9406"/>
                  </a:cubicBezTo>
                  <a:cubicBezTo>
                    <a:pt x="1392036" y="13682"/>
                    <a:pt x="1269041" y="6841"/>
                    <a:pt x="1144140" y="7696"/>
                  </a:cubicBezTo>
                  <a:cubicBezTo>
                    <a:pt x="1142233" y="9406"/>
                    <a:pt x="1163209" y="11116"/>
                    <a:pt x="1136512" y="13682"/>
                  </a:cubicBezTo>
                  <a:lnTo>
                    <a:pt x="1069771" y="6841"/>
                  </a:lnTo>
                  <a:cubicBezTo>
                    <a:pt x="1044981" y="7696"/>
                    <a:pt x="1046888" y="14537"/>
                    <a:pt x="1002076" y="9406"/>
                  </a:cubicBezTo>
                  <a:cubicBezTo>
                    <a:pt x="1008750" y="11116"/>
                    <a:pt x="1018284" y="12827"/>
                    <a:pt x="1001122" y="12827"/>
                  </a:cubicBezTo>
                  <a:cubicBezTo>
                    <a:pt x="755132" y="5985"/>
                    <a:pt x="499608" y="18812"/>
                    <a:pt x="249804" y="5985"/>
                  </a:cubicBezTo>
                  <a:cubicBezTo>
                    <a:pt x="283175" y="7696"/>
                    <a:pt x="261245" y="8551"/>
                    <a:pt x="235502" y="8551"/>
                  </a:cubicBezTo>
                  <a:cubicBezTo>
                    <a:pt x="251711" y="9406"/>
                    <a:pt x="234549" y="11971"/>
                    <a:pt x="238362" y="14537"/>
                  </a:cubicBezTo>
                  <a:lnTo>
                    <a:pt x="133483" y="8551"/>
                  </a:lnTo>
                  <a:cubicBezTo>
                    <a:pt x="114414" y="14537"/>
                    <a:pt x="21929" y="8551"/>
                    <a:pt x="10488" y="14537"/>
                  </a:cubicBezTo>
                  <a:lnTo>
                    <a:pt x="43859" y="12827"/>
                  </a:lnTo>
                  <a:cubicBezTo>
                    <a:pt x="0" y="19668"/>
                    <a:pt x="105833" y="27364"/>
                    <a:pt x="99159" y="35915"/>
                  </a:cubicBezTo>
                  <a:cubicBezTo>
                    <a:pt x="148738" y="28219"/>
                    <a:pt x="228828" y="47032"/>
                    <a:pt x="309871" y="36770"/>
                  </a:cubicBezTo>
                  <a:cubicBezTo>
                    <a:pt x="327987" y="38481"/>
                    <a:pt x="294616" y="39336"/>
                    <a:pt x="304150" y="41046"/>
                  </a:cubicBezTo>
                  <a:cubicBezTo>
                    <a:pt x="324173" y="37625"/>
                    <a:pt x="348963" y="36770"/>
                    <a:pt x="394728" y="38481"/>
                  </a:cubicBezTo>
                  <a:lnTo>
                    <a:pt x="389961" y="39336"/>
                  </a:lnTo>
                  <a:cubicBezTo>
                    <a:pt x="518677" y="38481"/>
                    <a:pt x="573977" y="41901"/>
                    <a:pt x="718901" y="44466"/>
                  </a:cubicBezTo>
                  <a:lnTo>
                    <a:pt x="707460" y="40191"/>
                  </a:lnTo>
                  <a:cubicBezTo>
                    <a:pt x="738923" y="41046"/>
                    <a:pt x="745598" y="41901"/>
                    <a:pt x="759899" y="42756"/>
                  </a:cubicBezTo>
                  <a:cubicBezTo>
                    <a:pt x="796130" y="36770"/>
                    <a:pt x="673135" y="42756"/>
                    <a:pt x="705553" y="35915"/>
                  </a:cubicBezTo>
                  <a:cubicBezTo>
                    <a:pt x="746551" y="44466"/>
                    <a:pt x="924846" y="35915"/>
                    <a:pt x="952496" y="45322"/>
                  </a:cubicBezTo>
                  <a:cubicBezTo>
                    <a:pt x="1000169" y="46177"/>
                    <a:pt x="938194" y="41046"/>
                    <a:pt x="985867" y="41046"/>
                  </a:cubicBezTo>
                  <a:lnTo>
                    <a:pt x="999215" y="43611"/>
                  </a:lnTo>
                  <a:lnTo>
                    <a:pt x="1010657" y="40191"/>
                  </a:lnTo>
                  <a:cubicBezTo>
                    <a:pt x="1042120" y="41046"/>
                    <a:pt x="1058329" y="44466"/>
                    <a:pt x="1059283" y="46177"/>
                  </a:cubicBezTo>
                  <a:cubicBezTo>
                    <a:pt x="1051655" y="46177"/>
                    <a:pt x="1037353" y="47032"/>
                    <a:pt x="1029726" y="47032"/>
                  </a:cubicBezTo>
                  <a:cubicBezTo>
                    <a:pt x="1069771" y="50452"/>
                    <a:pt x="1144140" y="46177"/>
                    <a:pt x="1158441" y="47032"/>
                  </a:cubicBezTo>
                  <a:lnTo>
                    <a:pt x="1111722" y="45322"/>
                  </a:lnTo>
                  <a:cubicBezTo>
                    <a:pt x="1242345" y="42756"/>
                    <a:pt x="1401571" y="47032"/>
                    <a:pt x="1528380" y="41901"/>
                  </a:cubicBezTo>
                  <a:lnTo>
                    <a:pt x="1518845" y="39336"/>
                  </a:lnTo>
                  <a:cubicBezTo>
                    <a:pt x="1615144" y="35915"/>
                    <a:pt x="1596075" y="41901"/>
                    <a:pt x="1700954" y="40191"/>
                  </a:cubicBezTo>
                  <a:lnTo>
                    <a:pt x="1697140" y="41046"/>
                  </a:lnTo>
                  <a:cubicBezTo>
                    <a:pt x="1719070" y="38481"/>
                    <a:pt x="1746720" y="37625"/>
                    <a:pt x="1776277" y="38481"/>
                  </a:cubicBezTo>
                  <a:cubicBezTo>
                    <a:pt x="1749580" y="40191"/>
                    <a:pt x="1825856" y="42756"/>
                    <a:pt x="1791532" y="45322"/>
                  </a:cubicBezTo>
                  <a:cubicBezTo>
                    <a:pt x="1895458" y="41046"/>
                    <a:pt x="1843018" y="41901"/>
                    <a:pt x="1911667" y="35060"/>
                  </a:cubicBezTo>
                  <a:lnTo>
                    <a:pt x="1927875" y="38481"/>
                  </a:lnTo>
                  <a:cubicBezTo>
                    <a:pt x="1950758" y="35060"/>
                    <a:pt x="1952665" y="34205"/>
                    <a:pt x="2006058" y="33350"/>
                  </a:cubicBezTo>
                  <a:cubicBezTo>
                    <a:pt x="1962199" y="35915"/>
                    <a:pt x="2039429" y="37625"/>
                    <a:pt x="1990803" y="41901"/>
                  </a:cubicBezTo>
                  <a:cubicBezTo>
                    <a:pt x="2102356" y="48742"/>
                    <a:pt x="2155750" y="35060"/>
                    <a:pt x="2206282" y="45322"/>
                  </a:cubicBezTo>
                  <a:cubicBezTo>
                    <a:pt x="2257769" y="35915"/>
                    <a:pt x="2110938" y="40191"/>
                    <a:pt x="2139541" y="38481"/>
                  </a:cubicBezTo>
                  <a:cubicBezTo>
                    <a:pt x="2115705" y="35060"/>
                    <a:pt x="2181493" y="31639"/>
                    <a:pt x="2215817" y="32495"/>
                  </a:cubicBezTo>
                  <a:cubicBezTo>
                    <a:pt x="2251095" y="32495"/>
                    <a:pt x="2275884" y="43611"/>
                    <a:pt x="2365509" y="43611"/>
                  </a:cubicBezTo>
                  <a:cubicBezTo>
                    <a:pt x="2355974" y="43611"/>
                    <a:pt x="2355974" y="44466"/>
                    <a:pt x="2346440" y="44466"/>
                  </a:cubicBezTo>
                  <a:cubicBezTo>
                    <a:pt x="2379810" y="47032"/>
                    <a:pt x="2412228" y="41046"/>
                    <a:pt x="2453226" y="45322"/>
                  </a:cubicBezTo>
                  <a:cubicBezTo>
                    <a:pt x="2476109" y="40191"/>
                    <a:pt x="2505666" y="45322"/>
                    <a:pt x="2512340" y="38481"/>
                  </a:cubicBezTo>
                  <a:lnTo>
                    <a:pt x="2431297" y="40191"/>
                  </a:lnTo>
                  <a:cubicBezTo>
                    <a:pt x="2477062" y="38481"/>
                    <a:pt x="2520921" y="30784"/>
                    <a:pt x="2597197" y="34205"/>
                  </a:cubicBezTo>
                  <a:cubicBezTo>
                    <a:pt x="2591476" y="35915"/>
                    <a:pt x="2568593" y="37625"/>
                    <a:pt x="2552385" y="38481"/>
                  </a:cubicBezTo>
                  <a:cubicBezTo>
                    <a:pt x="2575268" y="41046"/>
                    <a:pt x="2595290" y="37625"/>
                    <a:pt x="2619126" y="39336"/>
                  </a:cubicBezTo>
                  <a:cubicBezTo>
                    <a:pt x="2612452" y="46177"/>
                    <a:pt x="2519967" y="41046"/>
                    <a:pt x="2470388" y="46177"/>
                  </a:cubicBezTo>
                  <a:cubicBezTo>
                    <a:pt x="2494224" y="48742"/>
                    <a:pt x="2563826" y="41046"/>
                    <a:pt x="2539036" y="48742"/>
                  </a:cubicBezTo>
                  <a:cubicBezTo>
                    <a:pt x="2574314" y="39336"/>
                    <a:pt x="2626754" y="49597"/>
                    <a:pt x="2686821" y="42756"/>
                  </a:cubicBezTo>
                  <a:lnTo>
                    <a:pt x="2683007" y="47032"/>
                  </a:lnTo>
                  <a:cubicBezTo>
                    <a:pt x="2692542" y="46177"/>
                    <a:pt x="2712564" y="44466"/>
                    <a:pt x="2729726" y="44466"/>
                  </a:cubicBezTo>
                  <a:lnTo>
                    <a:pt x="2698263" y="49597"/>
                  </a:lnTo>
                  <a:cubicBezTo>
                    <a:pt x="2746888" y="45322"/>
                    <a:pt x="2791701" y="53873"/>
                    <a:pt x="2838420" y="51308"/>
                  </a:cubicBezTo>
                  <a:cubicBezTo>
                    <a:pt x="2741168" y="51308"/>
                    <a:pt x="2816490" y="46177"/>
                    <a:pt x="2775492" y="43611"/>
                  </a:cubicBezTo>
                  <a:cubicBezTo>
                    <a:pt x="2896580" y="38481"/>
                    <a:pt x="2845094" y="54728"/>
                    <a:pt x="2980484" y="53018"/>
                  </a:cubicBezTo>
                  <a:cubicBezTo>
                    <a:pt x="2962368" y="53018"/>
                    <a:pt x="2911835" y="49597"/>
                    <a:pt x="2940439" y="47887"/>
                  </a:cubicBezTo>
                  <a:cubicBezTo>
                    <a:pt x="2966182" y="48742"/>
                    <a:pt x="2999553" y="50452"/>
                    <a:pt x="3015761" y="53018"/>
                  </a:cubicBezTo>
                  <a:cubicBezTo>
                    <a:pt x="3105386" y="52163"/>
                    <a:pt x="3002413" y="48742"/>
                    <a:pt x="3040551" y="46177"/>
                  </a:cubicBezTo>
                  <a:cubicBezTo>
                    <a:pt x="3071061" y="51308"/>
                    <a:pt x="3084410" y="44466"/>
                    <a:pt x="3123501" y="42756"/>
                  </a:cubicBezTo>
                  <a:lnTo>
                    <a:pt x="3123501" y="47032"/>
                  </a:lnTo>
                  <a:cubicBezTo>
                    <a:pt x="3226474" y="49597"/>
                    <a:pt x="3151151" y="38481"/>
                    <a:pt x="3242682" y="41901"/>
                  </a:cubicBezTo>
                  <a:lnTo>
                    <a:pt x="3204544" y="47032"/>
                  </a:lnTo>
                  <a:lnTo>
                    <a:pt x="3252217" y="46177"/>
                  </a:lnTo>
                  <a:lnTo>
                    <a:pt x="3241729" y="50452"/>
                  </a:lnTo>
                  <a:cubicBezTo>
                    <a:pt x="3294169" y="47032"/>
                    <a:pt x="3310377" y="47887"/>
                    <a:pt x="3361863" y="49597"/>
                  </a:cubicBezTo>
                  <a:cubicBezTo>
                    <a:pt x="3349469" y="46177"/>
                    <a:pt x="3368538" y="41901"/>
                    <a:pt x="3413350" y="41901"/>
                  </a:cubicBezTo>
                  <a:cubicBezTo>
                    <a:pt x="3444814" y="44466"/>
                    <a:pt x="3396188" y="46177"/>
                    <a:pt x="3461022" y="45322"/>
                  </a:cubicBezTo>
                  <a:cubicBezTo>
                    <a:pt x="3445767" y="47887"/>
                    <a:pt x="3430512" y="51308"/>
                    <a:pt x="3401908" y="47032"/>
                  </a:cubicBezTo>
                  <a:cubicBezTo>
                    <a:pt x="3399048" y="48742"/>
                    <a:pt x="3387607" y="49597"/>
                    <a:pt x="3384746" y="51308"/>
                  </a:cubicBezTo>
                  <a:cubicBezTo>
                    <a:pt x="3418117" y="53873"/>
                    <a:pt x="3468650" y="52163"/>
                    <a:pt x="3491533" y="52163"/>
                  </a:cubicBezTo>
                  <a:cubicBezTo>
                    <a:pt x="3482952" y="52163"/>
                    <a:pt x="3472464" y="51308"/>
                    <a:pt x="3466743" y="51308"/>
                  </a:cubicBezTo>
                  <a:lnTo>
                    <a:pt x="3560181" y="45322"/>
                  </a:lnTo>
                  <a:cubicBezTo>
                    <a:pt x="3574483" y="47032"/>
                    <a:pt x="3563041" y="47887"/>
                    <a:pt x="3551600" y="49597"/>
                  </a:cubicBezTo>
                  <a:cubicBezTo>
                    <a:pt x="3569715" y="48742"/>
                    <a:pt x="3583064" y="47032"/>
                    <a:pt x="3610714" y="47032"/>
                  </a:cubicBezTo>
                  <a:cubicBezTo>
                    <a:pt x="3604040" y="50452"/>
                    <a:pt x="3604993" y="53873"/>
                    <a:pt x="3565902" y="55583"/>
                  </a:cubicBezTo>
                  <a:lnTo>
                    <a:pt x="3654573" y="51308"/>
                  </a:lnTo>
                  <a:cubicBezTo>
                    <a:pt x="3660293" y="53018"/>
                    <a:pt x="3700338" y="55583"/>
                    <a:pt x="3688897" y="57293"/>
                  </a:cubicBezTo>
                  <a:cubicBezTo>
                    <a:pt x="3737523" y="59004"/>
                    <a:pt x="3809031" y="50452"/>
                    <a:pt x="3874819" y="53018"/>
                  </a:cubicBezTo>
                  <a:cubicBezTo>
                    <a:pt x="3877680" y="53018"/>
                    <a:pt x="3884354" y="52163"/>
                    <a:pt x="3898656" y="51308"/>
                  </a:cubicBezTo>
                  <a:cubicBezTo>
                    <a:pt x="3959676" y="53018"/>
                    <a:pt x="4014023" y="57293"/>
                    <a:pt x="4086485" y="52163"/>
                  </a:cubicBezTo>
                  <a:lnTo>
                    <a:pt x="4127484" y="58149"/>
                  </a:lnTo>
                  <a:cubicBezTo>
                    <a:pt x="4184691" y="57293"/>
                    <a:pt x="4072183" y="50452"/>
                    <a:pt x="4166575" y="48742"/>
                  </a:cubicBezTo>
                  <a:cubicBezTo>
                    <a:pt x="4233316" y="47032"/>
                    <a:pt x="4191365" y="53873"/>
                    <a:pt x="4215201" y="55583"/>
                  </a:cubicBezTo>
                  <a:cubicBezTo>
                    <a:pt x="4248572" y="53018"/>
                    <a:pt x="4306732" y="46177"/>
                    <a:pt x="4367753" y="51308"/>
                  </a:cubicBezTo>
                  <a:cubicBezTo>
                    <a:pt x="4347730" y="53018"/>
                    <a:pt x="4331522" y="51308"/>
                    <a:pt x="4312453" y="521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S4AAJkJAABDLgAAnwkAAAAAAAAmAAAACAAAAP//////////"/>
                </a:ext>
              </a:extLst>
            </p:cNvSpPr>
            <p:nvPr/>
          </p:nvSpPr>
          <p:spPr>
            <a:xfrm>
              <a:off x="7508875" y="1560195"/>
              <a:ext cx="11430" cy="3810"/>
            </a:xfrm>
            <a:custGeom>
              <a:avLst/>
              <a:gdLst/>
              <a:ahLst/>
              <a:cxnLst/>
              <a:rect l="0" t="0" r="11430" b="3810"/>
              <a:pathLst>
                <a:path w="11430" h="3810">
                  <a:moveTo>
                    <a:pt x="11430" y="3810"/>
                  </a:moveTo>
                  <a:cubicBezTo>
                    <a:pt x="7620" y="2540"/>
                    <a:pt x="6668" y="1270"/>
                    <a:pt x="5715" y="0"/>
                  </a:cubicBezTo>
                  <a:cubicBezTo>
                    <a:pt x="953" y="1270"/>
                    <a:pt x="0" y="2540"/>
                    <a:pt x="1143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iEAAKUJAAB1IQAApgkAAAAAAAAmAAAACAAAAP//////////"/>
                </a:ext>
              </a:extLst>
            </p:cNvSpPr>
            <p:nvPr/>
          </p:nvSpPr>
          <p:spPr>
            <a:xfrm>
              <a:off x="5434330" y="1567815"/>
              <a:ext cx="4445" cy="635"/>
            </a:xfrm>
            <a:custGeom>
              <a:avLst/>
              <a:gdLst/>
              <a:ahLst/>
              <a:cxnLst/>
              <a:rect l="0" t="0" r="4445" b="635"/>
              <a:pathLst>
                <a:path w="4445" h="635">
                  <a:moveTo>
                    <a:pt x="4445" y="635"/>
                  </a:moveTo>
                  <a:lnTo>
                    <a:pt x="2667" y="0"/>
                  </a:lnTo>
                  <a:cubicBezTo>
                    <a:pt x="889" y="635"/>
                    <a:pt x="889" y="635"/>
                    <a:pt x="0" y="635"/>
                  </a:cubicBezTo>
                  <a:lnTo>
                    <a:pt x="4445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TsAAKUJAACpOwAAqAkAAAAAAAAmAAAACAAAAP//////////"/>
                </a:ext>
              </a:extLst>
            </p:cNvSpPr>
            <p:nvPr/>
          </p:nvSpPr>
          <p:spPr>
            <a:xfrm>
              <a:off x="9672955" y="1567815"/>
              <a:ext cx="25400" cy="1905"/>
            </a:xfrm>
            <a:custGeom>
              <a:avLst/>
              <a:gdLst/>
              <a:ahLst/>
              <a:cxnLst/>
              <a:rect l="0" t="0" r="25400" b="1905"/>
              <a:pathLst>
                <a:path w="25400" h="1905">
                  <a:moveTo>
                    <a:pt x="25400" y="1905"/>
                  </a:moveTo>
                  <a:cubicBezTo>
                    <a:pt x="12230" y="1270"/>
                    <a:pt x="5644" y="635"/>
                    <a:pt x="941" y="0"/>
                  </a:cubicBezTo>
                  <a:cubicBezTo>
                    <a:pt x="0" y="635"/>
                    <a:pt x="5644" y="1270"/>
                    <a:pt x="2540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kMAAGgJAAC1QwAAbAkAAAAAAAAmAAAACAAAAP//////////"/>
                </a:ext>
              </a:extLst>
            </p:cNvSpPr>
            <p:nvPr/>
          </p:nvSpPr>
          <p:spPr>
            <a:xfrm>
              <a:off x="10966450" y="1529080"/>
              <a:ext cx="40005" cy="2540"/>
            </a:xfrm>
            <a:custGeom>
              <a:avLst/>
              <a:gdLst/>
              <a:ahLst/>
              <a:cxnLst/>
              <a:rect l="0" t="0" r="40005" b="2540"/>
              <a:pathLst>
                <a:path w="40005" h="2540">
                  <a:moveTo>
                    <a:pt x="40005" y="0"/>
                  </a:moveTo>
                  <a:lnTo>
                    <a:pt x="0" y="847"/>
                  </a:lnTo>
                  <a:cubicBezTo>
                    <a:pt x="19050" y="847"/>
                    <a:pt x="25717" y="1693"/>
                    <a:pt x="36195" y="2540"/>
                  </a:cubicBezTo>
                  <a:cubicBezTo>
                    <a:pt x="35242" y="1693"/>
                    <a:pt x="27622" y="0"/>
                    <a:pt x="40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UAAI0JAAD5RQAAkQkAAAAAAAAmAAAACAAAAP//////////"/>
                </a:ext>
              </a:extLst>
            </p:cNvSpPr>
            <p:nvPr/>
          </p:nvSpPr>
          <p:spPr>
            <a:xfrm>
              <a:off x="11330305" y="1552575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26090" y="2540"/>
                  </a:moveTo>
                  <a:cubicBezTo>
                    <a:pt x="31888" y="1693"/>
                    <a:pt x="38652" y="2540"/>
                    <a:pt x="44450" y="1693"/>
                  </a:cubicBezTo>
                  <a:lnTo>
                    <a:pt x="42517" y="0"/>
                  </a:lnTo>
                  <a:cubicBezTo>
                    <a:pt x="17393" y="0"/>
                    <a:pt x="0" y="1693"/>
                    <a:pt x="2609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kMAAHoJAABNRAAAhAkAAAAAAAAmAAAACAAAAP//////////"/>
                </a:ext>
              </a:extLst>
            </p:cNvSpPr>
            <p:nvPr/>
          </p:nvSpPr>
          <p:spPr>
            <a:xfrm>
              <a:off x="11042650" y="154051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0" y="2721"/>
                  </a:moveTo>
                  <a:cubicBezTo>
                    <a:pt x="2872" y="6350"/>
                    <a:pt x="28726" y="5443"/>
                    <a:pt x="57452" y="4536"/>
                  </a:cubicBezTo>
                  <a:lnTo>
                    <a:pt x="51707" y="4536"/>
                  </a:lnTo>
                  <a:cubicBezTo>
                    <a:pt x="60325" y="0"/>
                    <a:pt x="29683" y="907"/>
                    <a:pt x="0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kQAAH4JAAB/RAAAgAkAAAAAAAAmAAAACAAAAP//////////"/>
                </a:ext>
              </a:extLst>
            </p:cNvSpPr>
            <p:nvPr/>
          </p:nvSpPr>
          <p:spPr>
            <a:xfrm>
              <a:off x="11106150" y="1543050"/>
              <a:ext cx="28575" cy="1270"/>
            </a:xfrm>
            <a:custGeom>
              <a:avLst/>
              <a:gdLst/>
              <a:ahLst/>
              <a:cxnLst/>
              <a:rect l="0" t="0" r="28575" b="1270"/>
              <a:pathLst>
                <a:path w="28575" h="1270">
                  <a:moveTo>
                    <a:pt x="0" y="1270"/>
                  </a:moveTo>
                  <a:cubicBezTo>
                    <a:pt x="9217" y="1270"/>
                    <a:pt x="17513" y="1270"/>
                    <a:pt x="25809" y="1270"/>
                  </a:cubicBezTo>
                  <a:cubicBezTo>
                    <a:pt x="28575" y="0"/>
                    <a:pt x="15670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kEAAGIJAABUQgAAcgkAAAAAAAAmAAAACAAAAP//////////"/>
                </a:ext>
              </a:extLst>
            </p:cNvSpPr>
            <p:nvPr/>
          </p:nvSpPr>
          <p:spPr>
            <a:xfrm>
              <a:off x="10679430" y="1525270"/>
              <a:ext cx="102870" cy="10160"/>
            </a:xfrm>
            <a:custGeom>
              <a:avLst/>
              <a:gdLst/>
              <a:ahLst/>
              <a:cxnLst/>
              <a:rect l="0" t="0" r="102870" b="10160"/>
              <a:pathLst>
                <a:path w="102870" h="10160">
                  <a:moveTo>
                    <a:pt x="72670" y="7620"/>
                  </a:moveTo>
                  <a:cubicBezTo>
                    <a:pt x="85882" y="8467"/>
                    <a:pt x="81163" y="3387"/>
                    <a:pt x="88714" y="5080"/>
                  </a:cubicBezTo>
                  <a:cubicBezTo>
                    <a:pt x="102870" y="0"/>
                    <a:pt x="0" y="10160"/>
                    <a:pt x="72670" y="7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UMAAIkJAAAURAAAkQkAAAAAAAAmAAAACAAAAP//////////"/>
                </a:ext>
              </a:extLst>
            </p:cNvSpPr>
            <p:nvPr/>
          </p:nvSpPr>
          <p:spPr>
            <a:xfrm>
              <a:off x="11039475" y="1550035"/>
              <a:ext cx="27305" cy="5080"/>
            </a:xfrm>
            <a:custGeom>
              <a:avLst/>
              <a:gdLst/>
              <a:ahLst/>
              <a:cxnLst/>
              <a:rect l="0" t="0" r="27305" b="5080"/>
              <a:pathLst>
                <a:path w="27305" h="5080">
                  <a:moveTo>
                    <a:pt x="27305" y="5080"/>
                  </a:moveTo>
                  <a:lnTo>
                    <a:pt x="16180" y="0"/>
                  </a:lnTo>
                  <a:lnTo>
                    <a:pt x="0" y="4064"/>
                  </a:lnTo>
                  <a:lnTo>
                    <a:pt x="273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UIAAIcJAAANQwAAiwkAAAAAAAAmAAAACAAAAP//////////"/>
                </a:ext>
              </a:extLst>
            </p:cNvSpPr>
            <p:nvPr/>
          </p:nvSpPr>
          <p:spPr>
            <a:xfrm>
              <a:off x="10841355" y="1548765"/>
              <a:ext cx="58420" cy="2540"/>
            </a:xfrm>
            <a:custGeom>
              <a:avLst/>
              <a:gdLst/>
              <a:ahLst/>
              <a:cxnLst/>
              <a:rect l="0" t="0" r="58420" b="2540"/>
              <a:pathLst>
                <a:path w="58420" h="2540">
                  <a:moveTo>
                    <a:pt x="958" y="1693"/>
                  </a:moveTo>
                  <a:lnTo>
                    <a:pt x="46928" y="2540"/>
                  </a:lnTo>
                  <a:cubicBezTo>
                    <a:pt x="45970" y="1693"/>
                    <a:pt x="51716" y="1693"/>
                    <a:pt x="58420" y="1693"/>
                  </a:cubicBezTo>
                  <a:cubicBezTo>
                    <a:pt x="30647" y="847"/>
                    <a:pt x="0" y="0"/>
                    <a:pt x="958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UMAAIkJAABHQwAAiwkAAAAAAAAmAAAACAAAAP//////////"/>
                </a:ext>
              </a:extLst>
            </p:cNvSpPr>
            <p:nvPr/>
          </p:nvSpPr>
          <p:spPr>
            <a:xfrm>
              <a:off x="10899775" y="1550035"/>
              <a:ext cx="36830" cy="1270"/>
            </a:xfrm>
            <a:custGeom>
              <a:avLst/>
              <a:gdLst/>
              <a:ahLst/>
              <a:cxnLst/>
              <a:rect l="0" t="0" r="36830" b="1270"/>
              <a:pathLst>
                <a:path w="36830" h="1270">
                  <a:moveTo>
                    <a:pt x="0" y="1270"/>
                  </a:moveTo>
                  <a:cubicBezTo>
                    <a:pt x="14538" y="1270"/>
                    <a:pt x="29076" y="1270"/>
                    <a:pt x="36830" y="0"/>
                  </a:cubicBezTo>
                  <a:cubicBezTo>
                    <a:pt x="29076" y="0"/>
                    <a:pt x="11631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kMAAJEJAACyQwAAkQkAAAAAAAAmAAAACAAAAP//////////"/>
                </a:ext>
              </a:extLst>
            </p:cNvSpPr>
            <p:nvPr/>
          </p:nvSpPr>
          <p:spPr>
            <a:xfrm>
              <a:off x="10958830" y="1555115"/>
              <a:ext cx="45720" cy="0"/>
            </a:xfrm>
            <a:custGeom>
              <a:avLst/>
              <a:gdLst/>
              <a:ahLst/>
              <a:cxnLst/>
              <a:rect l="0" t="0" r="45720" b="0"/>
              <a:pathLst>
                <a:path w="45720">
                  <a:moveTo>
                    <a:pt x="45720" y="0"/>
                  </a:moveTo>
                  <a:lnTo>
                    <a:pt x="32101" y="0"/>
                  </a:lnTo>
                  <a:lnTo>
                    <a:pt x="0" y="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D8AAIcJAADFPwAAjQkAAAAAAAAmAAAACAAAAP//////////"/>
                </a:ext>
              </a:extLst>
            </p:cNvSpPr>
            <p:nvPr/>
          </p:nvSpPr>
          <p:spPr>
            <a:xfrm>
              <a:off x="10304780" y="1548765"/>
              <a:ext cx="61595" cy="3810"/>
            </a:xfrm>
            <a:custGeom>
              <a:avLst/>
              <a:gdLst/>
              <a:ahLst/>
              <a:cxnLst/>
              <a:rect l="0" t="0" r="61595" b="3810"/>
              <a:pathLst>
                <a:path w="61595" h="3810">
                  <a:moveTo>
                    <a:pt x="54014" y="0"/>
                  </a:moveTo>
                  <a:lnTo>
                    <a:pt x="4738" y="953"/>
                  </a:lnTo>
                  <a:cubicBezTo>
                    <a:pt x="0" y="2858"/>
                    <a:pt x="13266" y="3810"/>
                    <a:pt x="31271" y="3810"/>
                  </a:cubicBezTo>
                  <a:cubicBezTo>
                    <a:pt x="42642" y="1905"/>
                    <a:pt x="61595" y="1905"/>
                    <a:pt x="54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AAAJUJAACkQAAAnwkAAAAAAAAmAAAACAAAAP//////////"/>
                </a:ext>
              </a:extLst>
            </p:cNvSpPr>
            <p:nvPr/>
          </p:nvSpPr>
          <p:spPr>
            <a:xfrm>
              <a:off x="10483850" y="1557655"/>
              <a:ext cx="24130" cy="6350"/>
            </a:xfrm>
            <a:custGeom>
              <a:avLst/>
              <a:gdLst/>
              <a:ahLst/>
              <a:cxnLst/>
              <a:rect l="0" t="0" r="24130" b="6350"/>
              <a:pathLst>
                <a:path w="24130" h="6350">
                  <a:moveTo>
                    <a:pt x="24130" y="3629"/>
                  </a:moveTo>
                  <a:cubicBezTo>
                    <a:pt x="10617" y="2721"/>
                    <a:pt x="9652" y="1814"/>
                    <a:pt x="1930" y="0"/>
                  </a:cubicBezTo>
                  <a:lnTo>
                    <a:pt x="0" y="6350"/>
                  </a:lnTo>
                  <a:lnTo>
                    <a:pt x="24130" y="3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D8AAJ8JAAAJQAAAowkAAAAAAAAmAAAACAAAAP//////////"/>
                </a:ext>
              </a:extLst>
            </p:cNvSpPr>
            <p:nvPr/>
          </p:nvSpPr>
          <p:spPr>
            <a:xfrm>
              <a:off x="10292080" y="1564005"/>
              <a:ext cx="117475" cy="2540"/>
            </a:xfrm>
            <a:custGeom>
              <a:avLst/>
              <a:gdLst/>
              <a:ahLst/>
              <a:cxnLst/>
              <a:rect l="0" t="0" r="117475" b="2540"/>
              <a:pathLst>
                <a:path w="117475" h="2540">
                  <a:moveTo>
                    <a:pt x="71631" y="0"/>
                  </a:moveTo>
                  <a:cubicBezTo>
                    <a:pt x="66855" y="635"/>
                    <a:pt x="0" y="2540"/>
                    <a:pt x="63035" y="2540"/>
                  </a:cubicBezTo>
                  <a:cubicBezTo>
                    <a:pt x="67810" y="1270"/>
                    <a:pt x="117475" y="635"/>
                    <a:pt x="71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sAAIQJAABCOwAAkQkAAAAAAAAmAAAACAAAAP//////////"/>
                </a:ext>
              </a:extLst>
            </p:cNvSpPr>
            <p:nvPr/>
          </p:nvSpPr>
          <p:spPr>
            <a:xfrm>
              <a:off x="9622155" y="1546860"/>
              <a:ext cx="10795" cy="8255"/>
            </a:xfrm>
            <a:custGeom>
              <a:avLst/>
              <a:gdLst/>
              <a:ahLst/>
              <a:cxnLst/>
              <a:rect l="0" t="0" r="10795" b="8255"/>
              <a:pathLst>
                <a:path w="10795" h="8255">
                  <a:moveTo>
                    <a:pt x="0" y="8255"/>
                  </a:moveTo>
                  <a:lnTo>
                    <a:pt x="10795" y="8255"/>
                  </a:lnTo>
                  <a:lnTo>
                    <a:pt x="9964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jcAAKYJAACqNwAAtAkAAAAAAAAmAAAACAAAAP//////////"/>
                </a:ext>
              </a:extLst>
            </p:cNvSpPr>
            <p:nvPr/>
          </p:nvSpPr>
          <p:spPr>
            <a:xfrm>
              <a:off x="8952230" y="1568450"/>
              <a:ext cx="96520" cy="8890"/>
            </a:xfrm>
            <a:custGeom>
              <a:avLst/>
              <a:gdLst/>
              <a:ahLst/>
              <a:cxnLst/>
              <a:rect l="0" t="0" r="96520" b="8890"/>
              <a:pathLst>
                <a:path w="96520" h="8890">
                  <a:moveTo>
                    <a:pt x="15290" y="7112"/>
                  </a:moveTo>
                  <a:cubicBezTo>
                    <a:pt x="74540" y="8890"/>
                    <a:pt x="29625" y="889"/>
                    <a:pt x="82185" y="3556"/>
                  </a:cubicBezTo>
                  <a:cubicBezTo>
                    <a:pt x="96520" y="1778"/>
                    <a:pt x="39181" y="1778"/>
                    <a:pt x="53516" y="0"/>
                  </a:cubicBezTo>
                  <a:cubicBezTo>
                    <a:pt x="18157" y="1778"/>
                    <a:pt x="0" y="889"/>
                    <a:pt x="15290" y="7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zcAAKMJAACCNwAApgkAAAAAAAAmAAAACAAAAP//////////"/>
                </a:ext>
              </a:extLst>
            </p:cNvSpPr>
            <p:nvPr/>
          </p:nvSpPr>
          <p:spPr>
            <a:xfrm>
              <a:off x="9006205" y="1566545"/>
              <a:ext cx="17145" cy="1905"/>
            </a:xfrm>
            <a:custGeom>
              <a:avLst/>
              <a:gdLst/>
              <a:ahLst/>
              <a:cxnLst/>
              <a:rect l="0" t="0" r="17145" b="1905"/>
              <a:pathLst>
                <a:path w="17145" h="1905">
                  <a:moveTo>
                    <a:pt x="0" y="1905"/>
                  </a:moveTo>
                  <a:lnTo>
                    <a:pt x="17145" y="0"/>
                  </a:lnTo>
                  <a:cubicBezTo>
                    <a:pt x="7218" y="952"/>
                    <a:pt x="2707" y="952"/>
                    <a:pt x="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AkAAFUJAAAACgAAWwkAAAAAAAAmAAAACAAAAP//////////"/>
                </a:ext>
              </a:extLst>
            </p:cNvSpPr>
            <p:nvPr/>
          </p:nvSpPr>
          <p:spPr>
            <a:xfrm>
              <a:off x="1587500" y="1517015"/>
              <a:ext cx="38100" cy="3810"/>
            </a:xfrm>
            <a:custGeom>
              <a:avLst/>
              <a:gdLst/>
              <a:ahLst/>
              <a:cxnLst/>
              <a:rect l="0" t="0" r="38100" b="3810"/>
              <a:pathLst>
                <a:path w="38100" h="3810">
                  <a:moveTo>
                    <a:pt x="38100" y="1905"/>
                  </a:moveTo>
                  <a:lnTo>
                    <a:pt x="0" y="0"/>
                  </a:lnTo>
                  <a:lnTo>
                    <a:pt x="24423" y="3810"/>
                  </a:lnTo>
                  <a:lnTo>
                    <a:pt x="3810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FkJAACNCQAAYQkAAAAAAAAmAAAACAAAAP//////////"/>
                </a:ext>
              </a:extLst>
            </p:cNvSpPr>
            <p:nvPr/>
          </p:nvSpPr>
          <p:spPr>
            <a:xfrm>
              <a:off x="1522730" y="1519555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lnTo>
                    <a:pt x="21451" y="0"/>
                  </a:lnTo>
                  <a:lnTo>
                    <a:pt x="0" y="4233"/>
                  </a:lnTo>
                  <a:cubicBezTo>
                    <a:pt x="7461" y="4233"/>
                    <a:pt x="24249" y="4233"/>
                    <a:pt x="29845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gAAK4JAAAdKQAAtAkAAAAAAAAmAAAACAAAAP//////////"/>
                </a:ext>
              </a:extLst>
            </p:cNvSpPr>
            <p:nvPr/>
          </p:nvSpPr>
          <p:spPr>
            <a:xfrm>
              <a:off x="6650355" y="1573530"/>
              <a:ext cx="33020" cy="3810"/>
            </a:xfrm>
            <a:custGeom>
              <a:avLst/>
              <a:gdLst/>
              <a:ahLst/>
              <a:cxnLst/>
              <a:rect l="0" t="0" r="33020" b="3810"/>
              <a:pathLst>
                <a:path w="33020" h="3810">
                  <a:moveTo>
                    <a:pt x="30106" y="3810"/>
                  </a:moveTo>
                  <a:lnTo>
                    <a:pt x="33020" y="1905"/>
                  </a:lnTo>
                  <a:cubicBezTo>
                    <a:pt x="27193" y="953"/>
                    <a:pt x="17481" y="953"/>
                    <a:pt x="0" y="0"/>
                  </a:cubicBezTo>
                  <a:lnTo>
                    <a:pt x="30106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UAAKMJAAACJgAAqgkAAAAAAAAmAAAACAAAAP//////////"/>
                </a:ext>
              </a:extLst>
            </p:cNvSpPr>
            <p:nvPr/>
          </p:nvSpPr>
          <p:spPr>
            <a:xfrm>
              <a:off x="6162675" y="1566545"/>
              <a:ext cx="15875" cy="4445"/>
            </a:xfrm>
            <a:custGeom>
              <a:avLst/>
              <a:gdLst/>
              <a:ahLst/>
              <a:cxnLst/>
              <a:rect l="0" t="0" r="15875" b="4445"/>
              <a:pathLst>
                <a:path w="15875" h="4445">
                  <a:moveTo>
                    <a:pt x="7470" y="4445"/>
                  </a:moveTo>
                  <a:lnTo>
                    <a:pt x="15875" y="4445"/>
                  </a:lnTo>
                  <a:lnTo>
                    <a:pt x="0" y="0"/>
                  </a:lnTo>
                  <a:lnTo>
                    <a:pt x="747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iMAAKoJAACtIwAAtAkAAAAAAAAmAAAACAAAAP//////////"/>
                </a:ext>
              </a:extLst>
            </p:cNvSpPr>
            <p:nvPr/>
          </p:nvSpPr>
          <p:spPr>
            <a:xfrm>
              <a:off x="5739130" y="157099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4787" y="5556"/>
                  </a:moveTo>
                  <a:cubicBezTo>
                    <a:pt x="22023" y="6350"/>
                    <a:pt x="43089" y="4763"/>
                    <a:pt x="60325" y="5556"/>
                  </a:cubicBezTo>
                  <a:cubicBezTo>
                    <a:pt x="22023" y="6350"/>
                    <a:pt x="0" y="0"/>
                    <a:pt x="4787" y="55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+AcAABAAAAAmAAAACAAAAAGAAAAAAAAA"/>
              </a:ext>
            </a:extLst>
          </p:cNvSpPr>
          <p:nvPr>
            <p:ph type="title"/>
          </p:nvPr>
        </p:nvSpPr>
        <p:spPr>
          <a:xfrm>
            <a:off x="1522730" y="274955"/>
            <a:ext cx="9143365" cy="1020445"/>
          </a:xfrm>
        </p:spPr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NJAAA+CUAABAAAAAmAAAACAAAAAGgAAAAAAAA"/>
              </a:ext>
            </a:extLst>
          </p:cNvSpPr>
          <p:nvPr>
            <p:ph idx="1"/>
          </p:nvPr>
        </p:nvSpPr>
        <p:spPr>
          <a:xfrm>
            <a:off x="1522730" y="1905000"/>
            <a:ext cx="4418965" cy="42672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sz="20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sz="18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957070">
              <a:defRPr lang="ko-kr" sz="1600" cap="none"/>
            </a:lvl6pPr>
            <a:lvl7pPr marL="1957070">
              <a:defRPr lang="ko-kr" sz="1600" cap="none" baseline="0"/>
            </a:lvl7pPr>
            <a:lvl8pPr marL="1957070">
              <a:defRPr lang="ko-kr" sz="1600" cap="none" baseline="0"/>
            </a:lvl8pPr>
            <a:lvl9pPr marL="1957070">
              <a:defRPr lang="ko-kr" sz="1600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79" name="내용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iYAALgLAACeQQAA+CUAABAAAAAmAAAACAAAAAGgAAAAAAAA"/>
              </a:ext>
            </a:extLst>
          </p:cNvSpPr>
          <p:nvPr>
            <p:ph idx="2"/>
          </p:nvPr>
        </p:nvSpPr>
        <p:spPr>
          <a:xfrm>
            <a:off x="6247130" y="1905000"/>
            <a:ext cx="4419600" cy="42672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sz="20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sz="18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957070">
              <a:defRPr lang="ko-kr" sz="1600" cap="none"/>
            </a:lvl6pPr>
            <a:lvl7pPr marL="1957070">
              <a:defRPr lang="ko-kr" sz="1600" cap="none"/>
            </a:lvl7pPr>
            <a:lvl8pPr marL="1957070">
              <a:defRPr lang="ko-kr" sz="1600" cap="none" baseline="0"/>
            </a:lvl8pPr>
            <a:lvl9pPr marL="1957070">
              <a:defRPr lang="ko-kr" sz="1600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80" name="날짜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6874-3AE7-5B9E-A9B6-CCCB26F85F99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81" name="바닥글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82" name="슬라이드 번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276E-20E7-5BD1-A9B6-D68469F85F83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AAAAAfAAAAVAAAAAAAAAAAAAAAAAAAAAAAAAAAAAAAAAAAAAAAAAAAAAAAAAAAAAAAAAAAAAAAAAAAAAAAAAAAAAAAAAAAAAAAAAAAAAAAAAAAAAAAAAAAAAAAAAAAACEAAAAYAAAAFAAAAF4JAABRCQAAY0oAALYJAAAQAAAAJgAAAAgAAAD/////AAAAAA=="/>
              </a:ext>
            </a:extLst>
          </p:cNvGrpSpPr>
          <p:nvPr/>
        </p:nvGrpSpPr>
        <p:grpSpPr>
          <a:xfrm>
            <a:off x="1522730" y="1514475"/>
            <a:ext cx="10569575" cy="64135"/>
            <a:chOff x="1522730" y="1514475"/>
            <a:chExt cx="10569575" cy="64135"/>
          </a:xfrm>
        </p:grpSpPr>
        <p:sp>
          <p:nvSpPr>
            <p:cNvPr id="76" name="자유형 1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0kAAGIJAABjSgAAagkAAAAAAAAmAAAACAAAAP//////////"/>
                </a:ext>
              </a:extLst>
            </p:cNvSpPr>
            <p:nvPr/>
          </p:nvSpPr>
          <p:spPr>
            <a:xfrm>
              <a:off x="12028805" y="1525270"/>
              <a:ext cx="63500" cy="5080"/>
            </a:xfrm>
            <a:custGeom>
              <a:avLst/>
              <a:gdLst/>
              <a:ahLst/>
              <a:cxnLst/>
              <a:rect l="0" t="0" r="63500" b="5080"/>
              <a:pathLst>
                <a:path w="63500" h="5080">
                  <a:moveTo>
                    <a:pt x="28433" y="5080"/>
                  </a:moveTo>
                  <a:lnTo>
                    <a:pt x="63500" y="2540"/>
                  </a:lnTo>
                  <a:cubicBezTo>
                    <a:pt x="56866" y="1693"/>
                    <a:pt x="24642" y="847"/>
                    <a:pt x="36963" y="0"/>
                  </a:cubicBezTo>
                  <a:cubicBezTo>
                    <a:pt x="0" y="847"/>
                    <a:pt x="7582" y="2540"/>
                    <a:pt x="28433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1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9UkAAG4JAAATSgAAcAkAAAAAAAAmAAAACAAAAP//////////"/>
                </a:ext>
              </a:extLst>
            </p:cNvSpPr>
            <p:nvPr/>
          </p:nvSpPr>
          <p:spPr>
            <a:xfrm>
              <a:off x="12022455" y="153289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9050" y="635"/>
                  </a:lnTo>
                  <a:cubicBezTo>
                    <a:pt x="15240" y="0"/>
                    <a:pt x="1047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1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oAAGwJAABRSgAAdgkAAAAAAAAmAAAACAAAAP//////////"/>
                </a:ext>
              </a:extLst>
            </p:cNvSpPr>
            <p:nvPr/>
          </p:nvSpPr>
          <p:spPr>
            <a:xfrm>
              <a:off x="12041505" y="1531620"/>
              <a:ext cx="39370" cy="6350"/>
            </a:xfrm>
            <a:custGeom>
              <a:avLst/>
              <a:gdLst/>
              <a:ahLst/>
              <a:cxnLst/>
              <a:rect l="0" t="0" r="39370" b="6350"/>
              <a:pathLst>
                <a:path w="39370" h="6350">
                  <a:moveTo>
                    <a:pt x="39370" y="0"/>
                  </a:moveTo>
                  <a:lnTo>
                    <a:pt x="0" y="2117"/>
                  </a:lnTo>
                  <a:cubicBezTo>
                    <a:pt x="4801" y="3175"/>
                    <a:pt x="5761" y="6350"/>
                    <a:pt x="18245" y="1058"/>
                  </a:cubicBezTo>
                  <a:cubicBezTo>
                    <a:pt x="14404" y="3175"/>
                    <a:pt x="22086" y="1058"/>
                    <a:pt x="39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UgAAGQJAAAMSQAAbAkAAAAAAAAmAAAACAAAAP//////////"/>
                </a:ext>
              </a:extLst>
            </p:cNvSpPr>
            <p:nvPr/>
          </p:nvSpPr>
          <p:spPr>
            <a:xfrm>
              <a:off x="11831955" y="1526540"/>
              <a:ext cx="42545" cy="5080"/>
            </a:xfrm>
            <a:custGeom>
              <a:avLst/>
              <a:gdLst/>
              <a:ahLst/>
              <a:cxnLst/>
              <a:rect l="0" t="0" r="42545" b="5080"/>
              <a:pathLst>
                <a:path w="42545" h="5080">
                  <a:moveTo>
                    <a:pt x="1890" y="0"/>
                  </a:moveTo>
                  <a:cubicBezTo>
                    <a:pt x="0" y="847"/>
                    <a:pt x="14181" y="3387"/>
                    <a:pt x="17018" y="5080"/>
                  </a:cubicBezTo>
                  <a:lnTo>
                    <a:pt x="42545" y="3387"/>
                  </a:lnTo>
                  <a:cubicBezTo>
                    <a:pt x="29308" y="2540"/>
                    <a:pt x="3781" y="1693"/>
                    <a:pt x="18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kgAAGwJAADnSAAAcAkAAAAAAAAmAAAACAAAAP//////////"/>
                </a:ext>
              </a:extLst>
            </p:cNvSpPr>
            <p:nvPr/>
          </p:nvSpPr>
          <p:spPr>
            <a:xfrm>
              <a:off x="11809730" y="1531620"/>
              <a:ext cx="41275" cy="2540"/>
            </a:xfrm>
            <a:custGeom>
              <a:avLst/>
              <a:gdLst/>
              <a:ahLst/>
              <a:cxnLst/>
              <a:rect l="0" t="0" r="41275" b="2540"/>
              <a:pathLst>
                <a:path w="41275" h="2540">
                  <a:moveTo>
                    <a:pt x="39398" y="0"/>
                  </a:moveTo>
                  <a:lnTo>
                    <a:pt x="0" y="2540"/>
                  </a:lnTo>
                  <a:cubicBezTo>
                    <a:pt x="34708" y="2540"/>
                    <a:pt x="41275" y="1693"/>
                    <a:pt x="39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0kAAHYJAABRSgAAfAkAAAAAAAAmAAAACAAAAP//////////"/>
                </a:ext>
              </a:extLst>
            </p:cNvSpPr>
            <p:nvPr/>
          </p:nvSpPr>
          <p:spPr>
            <a:xfrm>
              <a:off x="12003405" y="1537970"/>
              <a:ext cx="77470" cy="3810"/>
            </a:xfrm>
            <a:custGeom>
              <a:avLst/>
              <a:gdLst/>
              <a:ahLst/>
              <a:cxnLst/>
              <a:rect l="0" t="0" r="77470" b="3810"/>
              <a:pathLst>
                <a:path w="77470" h="3810">
                  <a:moveTo>
                    <a:pt x="13227" y="3810"/>
                  </a:moveTo>
                  <a:lnTo>
                    <a:pt x="77470" y="0"/>
                  </a:lnTo>
                  <a:lnTo>
                    <a:pt x="0" y="3810"/>
                  </a:lnTo>
                  <a:lnTo>
                    <a:pt x="13227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kcAAF8JAAABSAAAZgkAAAAAAAAmAAAACAAAAP//////////"/>
                </a:ext>
              </a:extLst>
            </p:cNvSpPr>
            <p:nvPr/>
          </p:nvSpPr>
          <p:spPr>
            <a:xfrm>
              <a:off x="11664950" y="1523365"/>
              <a:ext cx="40005" cy="4445"/>
            </a:xfrm>
            <a:custGeom>
              <a:avLst/>
              <a:gdLst/>
              <a:ahLst/>
              <a:cxnLst/>
              <a:rect l="0" t="0" r="40005" b="4445"/>
              <a:pathLst>
                <a:path w="40005" h="4445">
                  <a:moveTo>
                    <a:pt x="18097" y="3556"/>
                  </a:moveTo>
                  <a:lnTo>
                    <a:pt x="40005" y="0"/>
                  </a:lnTo>
                  <a:lnTo>
                    <a:pt x="0" y="4445"/>
                  </a:lnTo>
                  <a:lnTo>
                    <a:pt x="18097" y="3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YAAF0JAABZRwAAZAkAAAAAAAAmAAAACAAAAP//////////"/>
                </a:ext>
              </a:extLst>
            </p:cNvSpPr>
            <p:nvPr/>
          </p:nvSpPr>
          <p:spPr>
            <a:xfrm>
              <a:off x="11506200" y="1522095"/>
              <a:ext cx="92075" cy="4445"/>
            </a:xfrm>
            <a:custGeom>
              <a:avLst/>
              <a:gdLst/>
              <a:ahLst/>
              <a:cxnLst/>
              <a:rect l="0" t="0" r="92075" b="4445"/>
              <a:pathLst>
                <a:path w="92075" h="4445">
                  <a:moveTo>
                    <a:pt x="76102" y="4445"/>
                  </a:moveTo>
                  <a:cubicBezTo>
                    <a:pt x="92075" y="2222"/>
                    <a:pt x="53553" y="740"/>
                    <a:pt x="70465" y="0"/>
                  </a:cubicBezTo>
                  <a:cubicBezTo>
                    <a:pt x="44158" y="0"/>
                    <a:pt x="20669" y="1481"/>
                    <a:pt x="0" y="3704"/>
                  </a:cubicBezTo>
                  <a:cubicBezTo>
                    <a:pt x="22548" y="2222"/>
                    <a:pt x="46037" y="2963"/>
                    <a:pt x="76102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YAAGIJAADIRgAAaAkAAAAAAAAmAAAACAAAAP//////////"/>
                </a:ext>
              </a:extLst>
            </p:cNvSpPr>
            <p:nvPr/>
          </p:nvSpPr>
          <p:spPr>
            <a:xfrm>
              <a:off x="11471275" y="1525270"/>
              <a:ext cx="34925" cy="3810"/>
            </a:xfrm>
            <a:custGeom>
              <a:avLst/>
              <a:gdLst/>
              <a:ahLst/>
              <a:cxnLst/>
              <a:rect l="0" t="0" r="34925" b="3810"/>
              <a:pathLst>
                <a:path w="34925" h="3810">
                  <a:moveTo>
                    <a:pt x="0" y="3810"/>
                  </a:moveTo>
                  <a:cubicBezTo>
                    <a:pt x="10671" y="2540"/>
                    <a:pt x="22313" y="1270"/>
                    <a:pt x="34925" y="0"/>
                  </a:cubicBezTo>
                  <a:cubicBezTo>
                    <a:pt x="23283" y="0"/>
                    <a:pt x="11641" y="1270"/>
                    <a:pt x="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gAAGgJAAA6SAAAcAkAAAAAAAAmAAAACAAAAP//////////"/>
                </a:ext>
              </a:extLst>
            </p:cNvSpPr>
            <p:nvPr/>
          </p:nvSpPr>
          <p:spPr>
            <a:xfrm>
              <a:off x="11711305" y="1529080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cubicBezTo>
                    <a:pt x="27047" y="4064"/>
                    <a:pt x="21451" y="1016"/>
                    <a:pt x="0" y="0"/>
                  </a:cubicBezTo>
                  <a:lnTo>
                    <a:pt x="14922" y="5080"/>
                  </a:lnTo>
                  <a:lnTo>
                    <a:pt x="2984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8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UcAAG4JAAAkSAAAcAkAAAAAAAAmAAAACAAAAP//////////"/>
                </a:ext>
              </a:extLst>
            </p:cNvSpPr>
            <p:nvPr/>
          </p:nvSpPr>
          <p:spPr>
            <a:xfrm>
              <a:off x="11692255" y="1532890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34925" y="1270"/>
                  </a:moveTo>
                  <a:lnTo>
                    <a:pt x="33954" y="1270"/>
                  </a:lnTo>
                  <a:lnTo>
                    <a:pt x="0" y="0"/>
                  </a:lnTo>
                  <a:lnTo>
                    <a:pt x="3492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kgAAHAJAABCSAAAcAkAAAAAAAAmAAAACAAAAP//////////"/>
                </a:ext>
              </a:extLst>
            </p:cNvSpPr>
            <p:nvPr/>
          </p:nvSpPr>
          <p:spPr>
            <a:xfrm>
              <a:off x="11741150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5080" y="0"/>
                  </a:moveTo>
                  <a:lnTo>
                    <a:pt x="0" y="0"/>
                  </a:lnTo>
                  <a:cubicBezTo>
                    <a:pt x="2032" y="0"/>
                    <a:pt x="3048" y="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EgAAHYJAABISQAAhAkAAAAAAAAmAAAACAAAAP//////////"/>
                </a:ext>
              </a:extLst>
            </p:cNvSpPr>
            <p:nvPr/>
          </p:nvSpPr>
          <p:spPr>
            <a:xfrm>
              <a:off x="11841480" y="1537970"/>
              <a:ext cx="71120" cy="8890"/>
            </a:xfrm>
            <a:custGeom>
              <a:avLst/>
              <a:gdLst/>
              <a:ahLst/>
              <a:cxnLst/>
              <a:rect l="0" t="0" r="71120" b="8890"/>
              <a:pathLst>
                <a:path w="71120" h="8890">
                  <a:moveTo>
                    <a:pt x="71120" y="0"/>
                  </a:moveTo>
                  <a:cubicBezTo>
                    <a:pt x="48362" y="2963"/>
                    <a:pt x="0" y="4939"/>
                    <a:pt x="46465" y="8890"/>
                  </a:cubicBezTo>
                  <a:cubicBezTo>
                    <a:pt x="62586" y="5927"/>
                    <a:pt x="36034" y="3951"/>
                    <a:pt x="7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IJAACmSAAAeAkAAAAAAAAmAAAACAAAAP//////////"/>
                </a:ext>
              </a:extLst>
            </p:cNvSpPr>
            <p:nvPr/>
          </p:nvSpPr>
          <p:spPr>
            <a:xfrm>
              <a:off x="11765280" y="1535430"/>
              <a:ext cx="44450" cy="3810"/>
            </a:xfrm>
            <a:custGeom>
              <a:avLst/>
              <a:gdLst/>
              <a:ahLst/>
              <a:cxnLst/>
              <a:rect l="0" t="0" r="44450" b="3810"/>
              <a:pathLst>
                <a:path w="44450" h="3810">
                  <a:moveTo>
                    <a:pt x="0" y="2858"/>
                  </a:moveTo>
                  <a:lnTo>
                    <a:pt x="41613" y="3810"/>
                  </a:lnTo>
                  <a:cubicBezTo>
                    <a:pt x="40667" y="2858"/>
                    <a:pt x="33101" y="953"/>
                    <a:pt x="44450" y="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0gAAHYJAABgSAAAegkAAAAAAAAmAAAACAAAAP//////////"/>
                </a:ext>
              </a:extLst>
            </p:cNvSpPr>
            <p:nvPr/>
          </p:nvSpPr>
          <p:spPr>
            <a:xfrm>
              <a:off x="11744325" y="1537970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0" y="2540"/>
                  </a:moveTo>
                  <a:lnTo>
                    <a:pt x="20955" y="0"/>
                  </a:lnTo>
                  <a:lnTo>
                    <a:pt x="4762" y="0"/>
                  </a:lnTo>
                  <a:lnTo>
                    <a:pt x="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0YAAGwJAAAqRwAAcgkAAAAAAAAmAAAACAAAAP//////////"/>
                </a:ext>
              </a:extLst>
            </p:cNvSpPr>
            <p:nvPr/>
          </p:nvSpPr>
          <p:spPr>
            <a:xfrm>
              <a:off x="11482705" y="1531620"/>
              <a:ext cx="85725" cy="3810"/>
            </a:xfrm>
            <a:custGeom>
              <a:avLst/>
              <a:gdLst/>
              <a:ahLst/>
              <a:cxnLst/>
              <a:rect l="0" t="0" r="85725" b="3810"/>
              <a:pathLst>
                <a:path w="85725" h="3810">
                  <a:moveTo>
                    <a:pt x="60007" y="0"/>
                  </a:moveTo>
                  <a:cubicBezTo>
                    <a:pt x="41910" y="1905"/>
                    <a:pt x="21907" y="1905"/>
                    <a:pt x="0" y="1905"/>
                  </a:cubicBezTo>
                  <a:cubicBezTo>
                    <a:pt x="23812" y="2858"/>
                    <a:pt x="48577" y="3810"/>
                    <a:pt x="72390" y="3810"/>
                  </a:cubicBezTo>
                  <a:cubicBezTo>
                    <a:pt x="75247" y="1905"/>
                    <a:pt x="85725" y="0"/>
                    <a:pt x="600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Qq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kcAAG4JAACORwAAcAkAAAAAAAAmAAAACAAAAP//////////"/>
                </a:ext>
              </a:extLst>
            </p:cNvSpPr>
            <p:nvPr/>
          </p:nvSpPr>
          <p:spPr>
            <a:xfrm>
              <a:off x="11626850" y="153289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E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0UAAHAJAABPRQAAcAkAAAAAAAAmAAAACAAAAP//////////"/>
                </a:ext>
              </a:extLst>
            </p:cNvSpPr>
            <p:nvPr/>
          </p:nvSpPr>
          <p:spPr>
            <a:xfrm>
              <a:off x="11261725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4064" y="0"/>
                  </a:lnTo>
                  <a:cubicBezTo>
                    <a:pt x="4064" y="0"/>
                    <a:pt x="4064" y="0"/>
                    <a:pt x="50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NdA6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cAAHAJAABZRwAAdAkAAAAAAAAmAAAACAAAAP//////////"/>
                </a:ext>
              </a:extLst>
            </p:cNvSpPr>
            <p:nvPr/>
          </p:nvSpPr>
          <p:spPr>
            <a:xfrm>
              <a:off x="11553825" y="1534160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5674" y="2540"/>
                  </a:moveTo>
                  <a:cubicBezTo>
                    <a:pt x="23644" y="2540"/>
                    <a:pt x="34047" y="1270"/>
                    <a:pt x="44450" y="0"/>
                  </a:cubicBezTo>
                  <a:cubicBezTo>
                    <a:pt x="31210" y="0"/>
                    <a:pt x="17023" y="1270"/>
                    <a:pt x="1891" y="1270"/>
                  </a:cubicBezTo>
                  <a:cubicBezTo>
                    <a:pt x="0" y="1270"/>
                    <a:pt x="0" y="2540"/>
                    <a:pt x="5674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EYAAGgJAABiRgAAbAkAAAAAAAAmAAAACAAAAP//////////"/>
                </a:ext>
              </a:extLst>
            </p:cNvSpPr>
            <p:nvPr/>
          </p:nvSpPr>
          <p:spPr>
            <a:xfrm>
              <a:off x="11409680" y="1529080"/>
              <a:ext cx="31750" cy="2540"/>
            </a:xfrm>
            <a:custGeom>
              <a:avLst/>
              <a:gdLst/>
              <a:ahLst/>
              <a:cxnLst/>
              <a:rect l="0" t="0" r="31750" b="2540"/>
              <a:pathLst>
                <a:path w="31750" h="2540">
                  <a:moveTo>
                    <a:pt x="0" y="847"/>
                  </a:moveTo>
                  <a:cubicBezTo>
                    <a:pt x="9621" y="1693"/>
                    <a:pt x="20205" y="2540"/>
                    <a:pt x="31750" y="2540"/>
                  </a:cubicBezTo>
                  <a:cubicBezTo>
                    <a:pt x="22129" y="1693"/>
                    <a:pt x="2886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gr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kcAAGwJAACERwAAbAkAAAAAAAAmAAAACAAAAP//////////"/>
                </a:ext>
              </a:extLst>
            </p:cNvSpPr>
            <p:nvPr/>
          </p:nvSpPr>
          <p:spPr>
            <a:xfrm>
              <a:off x="11619230" y="1531620"/>
              <a:ext cx="6350" cy="0"/>
            </a:xfrm>
            <a:custGeom>
              <a:avLst/>
              <a:gdLst/>
              <a:ahLst/>
              <a:cxnLst/>
              <a:rect l="0" t="0" r="6350" b="0"/>
              <a:pathLst>
                <a:path w="6350">
                  <a:moveTo>
                    <a:pt x="3175" y="0"/>
                  </a:moveTo>
                  <a:lnTo>
                    <a:pt x="6350" y="0"/>
                  </a:lnTo>
                  <a:cubicBezTo>
                    <a:pt x="0" y="0"/>
                    <a:pt x="0" y="0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UcAAGwJAACGRwAAcAkAAAAAAAAmAAAACAAAAP//////////"/>
                </a:ext>
              </a:extLst>
            </p:cNvSpPr>
            <p:nvPr/>
          </p:nvSpPr>
          <p:spPr>
            <a:xfrm>
              <a:off x="11598275" y="1531620"/>
              <a:ext cx="28575" cy="2540"/>
            </a:xfrm>
            <a:custGeom>
              <a:avLst/>
              <a:gdLst/>
              <a:ahLst/>
              <a:cxnLst/>
              <a:rect l="0" t="0" r="28575" b="2540"/>
              <a:pathLst>
                <a:path w="28575" h="2540">
                  <a:moveTo>
                    <a:pt x="23044" y="0"/>
                  </a:moveTo>
                  <a:cubicBezTo>
                    <a:pt x="13826" y="847"/>
                    <a:pt x="7374" y="1693"/>
                    <a:pt x="0" y="2540"/>
                  </a:cubicBezTo>
                  <a:cubicBezTo>
                    <a:pt x="10139" y="2540"/>
                    <a:pt x="20279" y="1693"/>
                    <a:pt x="28575" y="1693"/>
                  </a:cubicBezTo>
                  <a:cubicBezTo>
                    <a:pt x="26731" y="847"/>
                    <a:pt x="24887" y="847"/>
                    <a:pt x="23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QAAHAJAACuRQAAlQkAAAAAAAAmAAAACAAAAP//////////"/>
                </a:ext>
              </a:extLst>
            </p:cNvSpPr>
            <p:nvPr/>
          </p:nvSpPr>
          <p:spPr>
            <a:xfrm>
              <a:off x="11137900" y="1534160"/>
              <a:ext cx="189230" cy="23495"/>
            </a:xfrm>
            <a:custGeom>
              <a:avLst/>
              <a:gdLst/>
              <a:ahLst/>
              <a:cxnLst/>
              <a:rect l="0" t="0" r="189230" b="23495"/>
              <a:pathLst>
                <a:path w="189230" h="23495">
                  <a:moveTo>
                    <a:pt x="57342" y="23495"/>
                  </a:moveTo>
                  <a:cubicBezTo>
                    <a:pt x="60210" y="20014"/>
                    <a:pt x="107995" y="16533"/>
                    <a:pt x="149090" y="20884"/>
                  </a:cubicBezTo>
                  <a:cubicBezTo>
                    <a:pt x="189230" y="18273"/>
                    <a:pt x="163426" y="6091"/>
                    <a:pt x="128065" y="0"/>
                  </a:cubicBezTo>
                  <a:cubicBezTo>
                    <a:pt x="127109" y="1740"/>
                    <a:pt x="127109" y="2610"/>
                    <a:pt x="85058" y="5221"/>
                  </a:cubicBezTo>
                  <a:cubicBezTo>
                    <a:pt x="99394" y="6961"/>
                    <a:pt x="177762" y="9572"/>
                    <a:pt x="142400" y="12182"/>
                  </a:cubicBezTo>
                  <a:cubicBezTo>
                    <a:pt x="86969" y="13922"/>
                    <a:pt x="97482" y="11312"/>
                    <a:pt x="70722" y="9572"/>
                  </a:cubicBezTo>
                  <a:cubicBezTo>
                    <a:pt x="92704" y="13922"/>
                    <a:pt x="0" y="15663"/>
                    <a:pt x="12424" y="21754"/>
                  </a:cubicBezTo>
                  <a:lnTo>
                    <a:pt x="60210" y="20014"/>
                  </a:lnTo>
                  <a:cubicBezTo>
                    <a:pt x="61165" y="20884"/>
                    <a:pt x="43963" y="22624"/>
                    <a:pt x="57342" y="234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0UAAGgJAADlRQAAcAkAAAAAAAAmAAAACAAAAP//////////"/>
                </a:ext>
              </a:extLst>
            </p:cNvSpPr>
            <p:nvPr/>
          </p:nvSpPr>
          <p:spPr>
            <a:xfrm>
              <a:off x="11266805" y="1529080"/>
              <a:ext cx="95250" cy="5080"/>
            </a:xfrm>
            <a:custGeom>
              <a:avLst/>
              <a:gdLst/>
              <a:ahLst/>
              <a:cxnLst/>
              <a:rect l="0" t="0" r="95250" b="5080"/>
              <a:pathLst>
                <a:path w="95250" h="5080">
                  <a:moveTo>
                    <a:pt x="78105" y="5080"/>
                  </a:moveTo>
                  <a:lnTo>
                    <a:pt x="95250" y="5080"/>
                  </a:lnTo>
                  <a:cubicBezTo>
                    <a:pt x="75248" y="4233"/>
                    <a:pt x="61913" y="3387"/>
                    <a:pt x="36195" y="0"/>
                  </a:cubicBezTo>
                  <a:cubicBezTo>
                    <a:pt x="7620" y="1693"/>
                    <a:pt x="1905" y="3387"/>
                    <a:pt x="0" y="4233"/>
                  </a:cubicBezTo>
                  <a:lnTo>
                    <a:pt x="83820" y="5080"/>
                  </a:lnTo>
                  <a:lnTo>
                    <a:pt x="781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UUAAGwJAAC5RgAAgAkAAAAAAAAmAAAACAAAAP//////////"/>
                </a:ext>
              </a:extLst>
            </p:cNvSpPr>
            <p:nvPr/>
          </p:nvSpPr>
          <p:spPr>
            <a:xfrm>
              <a:off x="11362055" y="1531620"/>
              <a:ext cx="134620" cy="12700"/>
            </a:xfrm>
            <a:custGeom>
              <a:avLst/>
              <a:gdLst/>
              <a:ahLst/>
              <a:cxnLst/>
              <a:rect l="0" t="0" r="134620" b="12700"/>
              <a:pathLst>
                <a:path w="134620" h="12700">
                  <a:moveTo>
                    <a:pt x="75842" y="2721"/>
                  </a:moveTo>
                  <a:cubicBezTo>
                    <a:pt x="62570" y="6350"/>
                    <a:pt x="21805" y="8164"/>
                    <a:pt x="46453" y="12700"/>
                  </a:cubicBezTo>
                  <a:cubicBezTo>
                    <a:pt x="96699" y="12700"/>
                    <a:pt x="81530" y="9071"/>
                    <a:pt x="111867" y="7257"/>
                  </a:cubicBezTo>
                  <a:cubicBezTo>
                    <a:pt x="31285" y="8164"/>
                    <a:pt x="134620" y="5443"/>
                    <a:pt x="76790" y="2721"/>
                  </a:cubicBezTo>
                  <a:cubicBezTo>
                    <a:pt x="91959" y="2721"/>
                    <a:pt x="106179" y="1814"/>
                    <a:pt x="120400" y="1814"/>
                  </a:cubicBezTo>
                  <a:cubicBezTo>
                    <a:pt x="105231" y="1814"/>
                    <a:pt x="91959" y="907"/>
                    <a:pt x="78686" y="0"/>
                  </a:cubicBezTo>
                  <a:lnTo>
                    <a:pt x="80582" y="907"/>
                  </a:lnTo>
                  <a:cubicBezTo>
                    <a:pt x="80582" y="907"/>
                    <a:pt x="80582" y="907"/>
                    <a:pt x="80582" y="907"/>
                  </a:cubicBezTo>
                  <a:cubicBezTo>
                    <a:pt x="84375" y="907"/>
                    <a:pt x="85323" y="907"/>
                    <a:pt x="81530" y="907"/>
                  </a:cubicBezTo>
                  <a:lnTo>
                    <a:pt x="79634" y="907"/>
                  </a:lnTo>
                  <a:cubicBezTo>
                    <a:pt x="78686" y="1814"/>
                    <a:pt x="77738" y="1814"/>
                    <a:pt x="75842" y="2721"/>
                  </a:cubicBezTo>
                  <a:cubicBezTo>
                    <a:pt x="53090" y="1814"/>
                    <a:pt x="72050" y="1814"/>
                    <a:pt x="79634" y="907"/>
                  </a:cubicBezTo>
                  <a:cubicBezTo>
                    <a:pt x="79634" y="907"/>
                    <a:pt x="80582" y="907"/>
                    <a:pt x="80582" y="907"/>
                  </a:cubicBezTo>
                  <a:lnTo>
                    <a:pt x="0" y="2721"/>
                  </a:lnTo>
                  <a:cubicBezTo>
                    <a:pt x="17065" y="2721"/>
                    <a:pt x="37921" y="2721"/>
                    <a:pt x="75842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kgAAI0JAADdSAAAjwkAAAAAAAAmAAAACAAAAP//////////"/>
                </a:ext>
              </a:extLst>
            </p:cNvSpPr>
            <p:nvPr/>
          </p:nvSpPr>
          <p:spPr>
            <a:xfrm>
              <a:off x="11835130" y="15525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9525" y="1270"/>
                  </a:moveTo>
                  <a:cubicBezTo>
                    <a:pt x="6927" y="1270"/>
                    <a:pt x="6927" y="1270"/>
                    <a:pt x="6927" y="0"/>
                  </a:cubicBezTo>
                  <a:cubicBezTo>
                    <a:pt x="1731" y="1270"/>
                    <a:pt x="0" y="1270"/>
                    <a:pt x="952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4JAAAZSQAAjQkAAAAAAAAmAAAACAAAAP//////////"/>
                </a:ext>
              </a:extLst>
            </p:cNvSpPr>
            <p:nvPr/>
          </p:nvSpPr>
          <p:spPr>
            <a:xfrm>
              <a:off x="11765280" y="1543050"/>
              <a:ext cx="117475" cy="9525"/>
            </a:xfrm>
            <a:custGeom>
              <a:avLst/>
              <a:gdLst/>
              <a:ahLst/>
              <a:cxnLst/>
              <a:rect l="0" t="0" r="117475" b="9525"/>
              <a:pathLst>
                <a:path w="117475" h="9525">
                  <a:moveTo>
                    <a:pt x="46219" y="8731"/>
                  </a:moveTo>
                  <a:cubicBezTo>
                    <a:pt x="51997" y="7937"/>
                    <a:pt x="56811" y="6350"/>
                    <a:pt x="76069" y="7143"/>
                  </a:cubicBezTo>
                  <a:cubicBezTo>
                    <a:pt x="92439" y="7937"/>
                    <a:pt x="76069" y="8731"/>
                    <a:pt x="77032" y="9525"/>
                  </a:cubicBezTo>
                  <a:cubicBezTo>
                    <a:pt x="88587" y="8731"/>
                    <a:pt x="117475" y="7143"/>
                    <a:pt x="80884" y="5556"/>
                  </a:cubicBezTo>
                  <a:lnTo>
                    <a:pt x="75106" y="6350"/>
                  </a:lnTo>
                  <a:cubicBezTo>
                    <a:pt x="42368" y="4762"/>
                    <a:pt x="0" y="793"/>
                    <a:pt x="5777" y="0"/>
                  </a:cubicBezTo>
                  <a:cubicBezTo>
                    <a:pt x="15406" y="3175"/>
                    <a:pt x="24072" y="5556"/>
                    <a:pt x="46219" y="87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cAAIAJAACERwAAhwkAAAAAAAAmAAAACAAAAP//////////"/>
                </a:ext>
              </a:extLst>
            </p:cNvSpPr>
            <p:nvPr/>
          </p:nvSpPr>
          <p:spPr>
            <a:xfrm>
              <a:off x="11555730" y="1544320"/>
              <a:ext cx="69850" cy="4445"/>
            </a:xfrm>
            <a:custGeom>
              <a:avLst/>
              <a:gdLst/>
              <a:ahLst/>
              <a:cxnLst/>
              <a:rect l="0" t="0" r="69850" b="4445"/>
              <a:pathLst>
                <a:path w="69850" h="4445">
                  <a:moveTo>
                    <a:pt x="66074" y="0"/>
                  </a:moveTo>
                  <a:lnTo>
                    <a:pt x="0" y="1481"/>
                  </a:lnTo>
                  <a:lnTo>
                    <a:pt x="33981" y="4445"/>
                  </a:lnTo>
                  <a:lnTo>
                    <a:pt x="32093" y="2963"/>
                  </a:lnTo>
                  <a:cubicBezTo>
                    <a:pt x="69850" y="2963"/>
                    <a:pt x="61355" y="1481"/>
                    <a:pt x="66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UAAGYJAABHRQAAcAkAAAAAAAAmAAAACAAAAP//////////"/>
                </a:ext>
              </a:extLst>
            </p:cNvSpPr>
            <p:nvPr/>
          </p:nvSpPr>
          <p:spPr>
            <a:xfrm>
              <a:off x="11223625" y="1527810"/>
              <a:ext cx="38100" cy="6350"/>
            </a:xfrm>
            <a:custGeom>
              <a:avLst/>
              <a:gdLst/>
              <a:ahLst/>
              <a:cxnLst/>
              <a:rect l="0" t="0" r="38100" b="6350"/>
              <a:pathLst>
                <a:path w="38100" h="6350">
                  <a:moveTo>
                    <a:pt x="29528" y="4536"/>
                  </a:moveTo>
                  <a:lnTo>
                    <a:pt x="38100" y="0"/>
                  </a:lnTo>
                  <a:lnTo>
                    <a:pt x="0" y="6350"/>
                  </a:lnTo>
                  <a:lnTo>
                    <a:pt x="29528" y="4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w1+E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QAAGgJAAC0RAAAbAkAAAAAAAAmAAAACAAAAP//////////"/>
                </a:ext>
              </a:extLst>
            </p:cNvSpPr>
            <p:nvPr/>
          </p:nvSpPr>
          <p:spPr>
            <a:xfrm>
              <a:off x="11146155" y="1529080"/>
              <a:ext cx="22225" cy="2540"/>
            </a:xfrm>
            <a:custGeom>
              <a:avLst/>
              <a:gdLst/>
              <a:ahLst/>
              <a:cxnLst/>
              <a:rect l="0" t="0" r="22225" b="2540"/>
              <a:pathLst>
                <a:path w="22225" h="2540">
                  <a:moveTo>
                    <a:pt x="19446" y="2540"/>
                  </a:moveTo>
                  <a:lnTo>
                    <a:pt x="22225" y="0"/>
                  </a:lnTo>
                  <a:lnTo>
                    <a:pt x="0" y="1905"/>
                  </a:lnTo>
                  <a:lnTo>
                    <a:pt x="19446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CYAAKMJAABBJgAApQkAAAAAAAAmAAAACAAAAP//////////"/>
                </a:ext>
              </a:extLst>
            </p:cNvSpPr>
            <p:nvPr/>
          </p:nvSpPr>
          <p:spPr>
            <a:xfrm>
              <a:off x="6197600" y="1566545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20955" y="0"/>
                  </a:moveTo>
                  <a:lnTo>
                    <a:pt x="0" y="1270"/>
                  </a:lnTo>
                  <a:cubicBezTo>
                    <a:pt x="9978" y="0"/>
                    <a:pt x="15965" y="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gr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icAAKEJAAApJwAAowkAAAAAAAAmAAAACAAAAP//////////"/>
                </a:ext>
              </a:extLst>
            </p:cNvSpPr>
            <p:nvPr/>
          </p:nvSpPr>
          <p:spPr>
            <a:xfrm>
              <a:off x="6356350" y="15652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5715" y="1270"/>
                  </a:moveTo>
                  <a:lnTo>
                    <a:pt x="9525" y="0"/>
                  </a:lnTo>
                  <a:cubicBezTo>
                    <a:pt x="2857" y="635"/>
                    <a:pt x="0" y="1270"/>
                    <a:pt x="571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zcAAF0JAABxNwAAaAkAAAAAAAAmAAAACAAAAP//////////"/>
                </a:ext>
              </a:extLst>
            </p:cNvSpPr>
            <p:nvPr/>
          </p:nvSpPr>
          <p:spPr>
            <a:xfrm>
              <a:off x="8950325" y="1522095"/>
              <a:ext cx="62230" cy="6985"/>
            </a:xfrm>
            <a:custGeom>
              <a:avLst/>
              <a:gdLst/>
              <a:ahLst/>
              <a:cxnLst/>
              <a:rect l="0" t="0" r="62230" b="6985"/>
              <a:pathLst>
                <a:path w="62230" h="6985">
                  <a:moveTo>
                    <a:pt x="62230" y="6985"/>
                  </a:moveTo>
                  <a:cubicBezTo>
                    <a:pt x="32551" y="3880"/>
                    <a:pt x="0" y="0"/>
                    <a:pt x="3830" y="3104"/>
                  </a:cubicBezTo>
                  <a:lnTo>
                    <a:pt x="12446" y="6208"/>
                  </a:lnTo>
                  <a:cubicBezTo>
                    <a:pt x="33508" y="5432"/>
                    <a:pt x="48827" y="6208"/>
                    <a:pt x="62230" y="6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i4AAIQJAACLLgAAiQkAAAAAAAAmAAAACAAAAP//////////"/>
                </a:ext>
              </a:extLst>
            </p:cNvSpPr>
            <p:nvPr/>
          </p:nvSpPr>
          <p:spPr>
            <a:xfrm>
              <a:off x="7537450" y="1546860"/>
              <a:ext cx="28575" cy="3175"/>
            </a:xfrm>
            <a:custGeom>
              <a:avLst/>
              <a:gdLst/>
              <a:ahLst/>
              <a:cxnLst/>
              <a:rect l="0" t="0" r="28575" b="3175"/>
              <a:pathLst>
                <a:path w="28575" h="3175">
                  <a:moveTo>
                    <a:pt x="0" y="2381"/>
                  </a:moveTo>
                  <a:lnTo>
                    <a:pt x="8868" y="3175"/>
                  </a:lnTo>
                  <a:lnTo>
                    <a:pt x="28575" y="0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BA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i4AAJ0JAAA+LgAAoQkAAAAAAAAmAAAACAAAAP//////////"/>
                </a:ext>
              </a:extLst>
            </p:cNvSpPr>
            <p:nvPr/>
          </p:nvSpPr>
          <p:spPr>
            <a:xfrm>
              <a:off x="7479030" y="1562735"/>
              <a:ext cx="38100" cy="2540"/>
            </a:xfrm>
            <a:custGeom>
              <a:avLst/>
              <a:gdLst/>
              <a:ahLst/>
              <a:cxnLst/>
              <a:rect l="0" t="0" r="38100" b="2540"/>
              <a:pathLst>
                <a:path w="38100" h="2540">
                  <a:moveTo>
                    <a:pt x="38100" y="2540"/>
                  </a:moveTo>
                  <a:lnTo>
                    <a:pt x="0" y="0"/>
                  </a:lnTo>
                  <a:cubicBezTo>
                    <a:pt x="8573" y="847"/>
                    <a:pt x="20955" y="1693"/>
                    <a:pt x="3810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CEAAKYJAACCIQAArAkAAAAAAAAmAAAACAAAAP//////////"/>
                </a:ext>
              </a:extLst>
            </p:cNvSpPr>
            <p:nvPr/>
          </p:nvSpPr>
          <p:spPr>
            <a:xfrm>
              <a:off x="5410200" y="1568450"/>
              <a:ext cx="36830" cy="3810"/>
            </a:xfrm>
            <a:custGeom>
              <a:avLst/>
              <a:gdLst/>
              <a:ahLst/>
              <a:cxnLst/>
              <a:rect l="0" t="0" r="36830" b="3810"/>
              <a:pathLst>
                <a:path w="36830" h="3810">
                  <a:moveTo>
                    <a:pt x="23261" y="0"/>
                  </a:moveTo>
                  <a:lnTo>
                    <a:pt x="0" y="3810"/>
                  </a:lnTo>
                  <a:cubicBezTo>
                    <a:pt x="36830" y="3810"/>
                    <a:pt x="20353" y="2286"/>
                    <a:pt x="2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T4AAGoJAAAqPwAAcgkAAAAAAAAmAAAACAAAAP//////////"/>
                </a:ext>
              </a:extLst>
            </p:cNvSpPr>
            <p:nvPr/>
          </p:nvSpPr>
          <p:spPr>
            <a:xfrm>
              <a:off x="10206355" y="1530350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2540"/>
                  </a:moveTo>
                  <a:cubicBezTo>
                    <a:pt x="36957" y="847"/>
                    <a:pt x="17057" y="0"/>
                    <a:pt x="0" y="0"/>
                  </a:cubicBezTo>
                  <a:cubicBezTo>
                    <a:pt x="30323" y="1693"/>
                    <a:pt x="54014" y="5080"/>
                    <a:pt x="61595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yqE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yYAAGIJAACdJgAAZgkAAAAAAAAmAAAACAAAAP//////////"/>
                </a:ext>
              </a:extLst>
            </p:cNvSpPr>
            <p:nvPr/>
          </p:nvSpPr>
          <p:spPr>
            <a:xfrm>
              <a:off x="6257925" y="1525270"/>
              <a:ext cx="19050" cy="2540"/>
            </a:xfrm>
            <a:custGeom>
              <a:avLst/>
              <a:gdLst/>
              <a:ahLst/>
              <a:cxnLst/>
              <a:rect l="0" t="0" r="19050" b="2540"/>
              <a:pathLst>
                <a:path w="19050" h="2540">
                  <a:moveTo>
                    <a:pt x="16329" y="0"/>
                  </a:moveTo>
                  <a:cubicBezTo>
                    <a:pt x="4536" y="1270"/>
                    <a:pt x="0" y="2540"/>
                    <a:pt x="0" y="2540"/>
                  </a:cubicBezTo>
                  <a:cubicBezTo>
                    <a:pt x="11793" y="2540"/>
                    <a:pt x="19050" y="1270"/>
                    <a:pt x="16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E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D4AAGYJAADJPgAAbAkAAAAAAAAmAAAACAAAAP//////////"/>
                </a:ext>
              </a:extLst>
            </p:cNvSpPr>
            <p:nvPr/>
          </p:nvSpPr>
          <p:spPr>
            <a:xfrm>
              <a:off x="10134600" y="1527810"/>
              <a:ext cx="71755" cy="3810"/>
            </a:xfrm>
            <a:custGeom>
              <a:avLst/>
              <a:gdLst/>
              <a:ahLst/>
              <a:cxnLst/>
              <a:rect l="0" t="0" r="71755" b="3810"/>
              <a:pathLst>
                <a:path w="71755" h="3810">
                  <a:moveTo>
                    <a:pt x="0" y="2858"/>
                  </a:moveTo>
                  <a:lnTo>
                    <a:pt x="12437" y="3810"/>
                  </a:lnTo>
                  <a:cubicBezTo>
                    <a:pt x="30615" y="2858"/>
                    <a:pt x="49750" y="1905"/>
                    <a:pt x="71755" y="2858"/>
                  </a:cubicBezTo>
                  <a:cubicBezTo>
                    <a:pt x="49750" y="953"/>
                    <a:pt x="23918" y="0"/>
                    <a:pt x="0" y="2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8AAJkJAADwDwAAmwkAAAAAAAAmAAAACAAAAP//////////"/>
                </a:ext>
              </a:extLst>
            </p:cNvSpPr>
            <p:nvPr/>
          </p:nvSpPr>
          <p:spPr>
            <a:xfrm>
              <a:off x="2583180" y="1560195"/>
              <a:ext cx="7620" cy="1270"/>
            </a:xfrm>
            <a:custGeom>
              <a:avLst/>
              <a:gdLst/>
              <a:ahLst/>
              <a:cxnLst/>
              <a:rect l="0" t="0" r="7620" b="1270"/>
              <a:pathLst>
                <a:path w="7620" h="1270">
                  <a:moveTo>
                    <a:pt x="7620" y="1270"/>
                  </a:moveTo>
                  <a:lnTo>
                    <a:pt x="953" y="0"/>
                  </a:lnTo>
                  <a:cubicBezTo>
                    <a:pt x="0" y="1270"/>
                    <a:pt x="2858" y="1270"/>
                    <a:pt x="762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oAAF0JAAAOCwAAXwkAAAAAAAAmAAAACAAAAP//////////"/>
                </a:ext>
              </a:extLst>
            </p:cNvSpPr>
            <p:nvPr/>
          </p:nvSpPr>
          <p:spPr>
            <a:xfrm>
              <a:off x="1762125" y="1522095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0" y="1270"/>
                  </a:moveTo>
                  <a:cubicBezTo>
                    <a:pt x="8731" y="1270"/>
                    <a:pt x="22313" y="1270"/>
                    <a:pt x="34925" y="1270"/>
                  </a:cubicBezTo>
                  <a:cubicBezTo>
                    <a:pt x="28134" y="0"/>
                    <a:pt x="18432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MQq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IAAGgJAACiQgAAagkAAAAAAAAmAAAACAAAAP//////////"/>
                </a:ext>
              </a:extLst>
            </p:cNvSpPr>
            <p:nvPr/>
          </p:nvSpPr>
          <p:spPr>
            <a:xfrm>
              <a:off x="10812780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cubicBezTo>
                    <a:pt x="19050" y="1270"/>
                    <a:pt x="285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MAAIIJAAAVQwAAhQkAAAAAAAAmAAAACAAAAP//////////"/>
                </a:ext>
              </a:extLst>
            </p:cNvSpPr>
            <p:nvPr/>
          </p:nvSpPr>
          <p:spPr>
            <a:xfrm>
              <a:off x="10896600" y="1545590"/>
              <a:ext cx="8255" cy="1905"/>
            </a:xfrm>
            <a:custGeom>
              <a:avLst/>
              <a:gdLst/>
              <a:ahLst/>
              <a:cxnLst/>
              <a:rect l="0" t="0" r="8255" b="1905"/>
              <a:pathLst>
                <a:path w="8255" h="1905">
                  <a:moveTo>
                    <a:pt x="8255" y="0"/>
                  </a:moveTo>
                  <a:cubicBezTo>
                    <a:pt x="4127" y="635"/>
                    <a:pt x="1031" y="1270"/>
                    <a:pt x="0" y="1905"/>
                  </a:cubicBezTo>
                  <a:cubicBezTo>
                    <a:pt x="2063" y="1270"/>
                    <a:pt x="4127" y="635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0AAI8JAAA5PQAAkQkAAAAAAAAmAAAACAAAAP//////////"/>
                </a:ext>
              </a:extLst>
            </p:cNvSpPr>
            <p:nvPr/>
          </p:nvSpPr>
          <p:spPr>
            <a:xfrm>
              <a:off x="9947275" y="1553845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1016" y="0"/>
                  </a:moveTo>
                  <a:lnTo>
                    <a:pt x="0" y="0"/>
                  </a:lnTo>
                  <a:cubicBezTo>
                    <a:pt x="5080" y="1270"/>
                    <a:pt x="4064" y="0"/>
                    <a:pt x="1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0IAAGwJAACxQgAAbAkAAAAAAAAmAAAACAAAAP//////////"/>
                </a:ext>
              </a:extLst>
            </p:cNvSpPr>
            <p:nvPr/>
          </p:nvSpPr>
          <p:spPr>
            <a:xfrm>
              <a:off x="10817225" y="1531620"/>
              <a:ext cx="24130" cy="0"/>
            </a:xfrm>
            <a:custGeom>
              <a:avLst/>
              <a:gdLst/>
              <a:ahLst/>
              <a:cxnLst/>
              <a:rect l="0" t="0" r="24130" b="0"/>
              <a:pathLst>
                <a:path w="24130">
                  <a:moveTo>
                    <a:pt x="24130" y="0"/>
                  </a:moveTo>
                  <a:cubicBezTo>
                    <a:pt x="17374" y="0"/>
                    <a:pt x="9652" y="0"/>
                    <a:pt x="0" y="0"/>
                  </a:cubicBezTo>
                  <a:cubicBezTo>
                    <a:pt x="4826" y="0"/>
                    <a:pt x="11582" y="0"/>
                    <a:pt x="24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UIAAGgJAADHQgAAagkAAAAAAAAmAAAACAAAAP//////////"/>
                </a:ext>
              </a:extLst>
            </p:cNvSpPr>
            <p:nvPr/>
          </p:nvSpPr>
          <p:spPr>
            <a:xfrm>
              <a:off x="10836275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7145" y="1270"/>
                  </a:lnTo>
                  <a:cubicBezTo>
                    <a:pt x="19050" y="1270"/>
                    <a:pt x="1714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EIAAGoJAACLQgAAbAkAAAAAAAAmAAAACAAAAP//////////"/>
                </a:ext>
              </a:extLst>
            </p:cNvSpPr>
            <p:nvPr/>
          </p:nvSpPr>
          <p:spPr>
            <a:xfrm>
              <a:off x="10787380" y="1530350"/>
              <a:ext cx="29845" cy="1270"/>
            </a:xfrm>
            <a:custGeom>
              <a:avLst/>
              <a:gdLst/>
              <a:ahLst/>
              <a:cxnLst/>
              <a:rect l="0" t="0" r="29845" b="1270"/>
              <a:pathLst>
                <a:path w="29845" h="1270">
                  <a:moveTo>
                    <a:pt x="0" y="0"/>
                  </a:moveTo>
                  <a:cubicBezTo>
                    <a:pt x="10590" y="0"/>
                    <a:pt x="20217" y="0"/>
                    <a:pt x="29845" y="1270"/>
                  </a:cubicBezTo>
                  <a:cubicBezTo>
                    <a:pt x="26956" y="0"/>
                    <a:pt x="25031" y="0"/>
                    <a:pt x="2599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RkAAI0JAABOGQAAkQkAAAAAAAAmAAAACAAAAP//////////"/>
                </a:ext>
              </a:extLst>
            </p:cNvSpPr>
            <p:nvPr/>
          </p:nvSpPr>
          <p:spPr>
            <a:xfrm>
              <a:off x="4092575" y="1552575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20955" y="0"/>
                  </a:moveTo>
                  <a:lnTo>
                    <a:pt x="17310" y="0"/>
                  </a:lnTo>
                  <a:cubicBezTo>
                    <a:pt x="0" y="2540"/>
                    <a:pt x="7288" y="127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jQAAKUJAAB7NAAApgkAAAAAAAAmAAAACAAAAP//////////"/>
                </a:ext>
              </a:extLst>
            </p:cNvSpPr>
            <p:nvPr/>
          </p:nvSpPr>
          <p:spPr>
            <a:xfrm>
              <a:off x="8528050" y="156781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1058" y="635"/>
                  </a:moveTo>
                  <a:lnTo>
                    <a:pt x="3175" y="0"/>
                  </a:lnTo>
                  <a:lnTo>
                    <a:pt x="0" y="0"/>
                  </a:lnTo>
                  <a:lnTo>
                    <a:pt x="1058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TQAAJMJAAB2NAAAqgkAAAAAAAAmAAAACAAAAP//////////"/>
                </a:ext>
              </a:extLst>
            </p:cNvSpPr>
            <p:nvPr/>
          </p:nvSpPr>
          <p:spPr>
            <a:xfrm>
              <a:off x="8461375" y="1556385"/>
              <a:ext cx="66675" cy="14605"/>
            </a:xfrm>
            <a:custGeom>
              <a:avLst/>
              <a:gdLst/>
              <a:ahLst/>
              <a:cxnLst/>
              <a:rect l="0" t="0" r="66675" b="14605"/>
              <a:pathLst>
                <a:path w="66675" h="14605">
                  <a:moveTo>
                    <a:pt x="0" y="14605"/>
                  </a:moveTo>
                  <a:cubicBezTo>
                    <a:pt x="28989" y="9450"/>
                    <a:pt x="45416" y="10309"/>
                    <a:pt x="66675" y="11168"/>
                  </a:cubicBezTo>
                  <a:lnTo>
                    <a:pt x="44450" y="0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kAAFEJAABwRAAAtgkAAAAAAAAmAAAACAAAAP//////////"/>
                </a:ext>
              </a:extLst>
            </p:cNvSpPr>
            <p:nvPr/>
          </p:nvSpPr>
          <p:spPr>
            <a:xfrm>
              <a:off x="1562100" y="1514475"/>
              <a:ext cx="9563100" cy="64135"/>
            </a:xfrm>
            <a:custGeom>
              <a:avLst/>
              <a:gdLst/>
              <a:ahLst/>
              <a:cxnLst/>
              <a:rect l="0" t="0" r="9563100" b="64135"/>
              <a:pathLst>
                <a:path w="9563100" h="64135">
                  <a:moveTo>
                    <a:pt x="2354067" y="10261"/>
                  </a:moveTo>
                  <a:lnTo>
                    <a:pt x="2366462" y="11116"/>
                  </a:lnTo>
                  <a:cubicBezTo>
                    <a:pt x="2338812" y="12827"/>
                    <a:pt x="2346440" y="11116"/>
                    <a:pt x="2354067" y="10261"/>
                  </a:cubicBezTo>
                  <a:close/>
                  <a:moveTo>
                    <a:pt x="9110211" y="21378"/>
                  </a:moveTo>
                  <a:cubicBezTo>
                    <a:pt x="9116886" y="20523"/>
                    <a:pt x="9115932" y="19668"/>
                    <a:pt x="9114025" y="19668"/>
                  </a:cubicBezTo>
                  <a:cubicBezTo>
                    <a:pt x="9109258" y="20523"/>
                    <a:pt x="9094956" y="20523"/>
                    <a:pt x="9078748" y="20523"/>
                  </a:cubicBezTo>
                  <a:cubicBezTo>
                    <a:pt x="9083515" y="21378"/>
                    <a:pt x="9092096" y="22233"/>
                    <a:pt x="9110211" y="21378"/>
                  </a:cubicBezTo>
                  <a:close/>
                  <a:moveTo>
                    <a:pt x="9047284" y="19668"/>
                  </a:moveTo>
                  <a:lnTo>
                    <a:pt x="9046330" y="19668"/>
                  </a:lnTo>
                  <a:cubicBezTo>
                    <a:pt x="9015820" y="17957"/>
                    <a:pt x="9026308" y="18812"/>
                    <a:pt x="9047284" y="19668"/>
                  </a:cubicBezTo>
                  <a:close/>
                  <a:moveTo>
                    <a:pt x="6079195" y="42756"/>
                  </a:moveTo>
                  <a:cubicBezTo>
                    <a:pt x="6068707" y="44466"/>
                    <a:pt x="6053452" y="43611"/>
                    <a:pt x="6035336" y="41901"/>
                  </a:cubicBezTo>
                  <a:cubicBezTo>
                    <a:pt x="6048685" y="41901"/>
                    <a:pt x="6062986" y="41901"/>
                    <a:pt x="6079195" y="42756"/>
                  </a:cubicBezTo>
                  <a:close/>
                  <a:moveTo>
                    <a:pt x="5013238" y="51308"/>
                  </a:moveTo>
                  <a:cubicBezTo>
                    <a:pt x="4999890" y="52163"/>
                    <a:pt x="4973193" y="54728"/>
                    <a:pt x="4962705" y="52163"/>
                  </a:cubicBezTo>
                  <a:cubicBezTo>
                    <a:pt x="4978914" y="47032"/>
                    <a:pt x="4990355" y="49597"/>
                    <a:pt x="5013238" y="51308"/>
                  </a:cubicBezTo>
                  <a:close/>
                  <a:moveTo>
                    <a:pt x="4312453" y="52163"/>
                  </a:moveTo>
                  <a:lnTo>
                    <a:pt x="4359172" y="55583"/>
                  </a:lnTo>
                  <a:cubicBezTo>
                    <a:pt x="4302918" y="60714"/>
                    <a:pt x="4261920" y="59004"/>
                    <a:pt x="4305779" y="64135"/>
                  </a:cubicBezTo>
                  <a:cubicBezTo>
                    <a:pt x="4312453" y="52163"/>
                    <a:pt x="4487888" y="63279"/>
                    <a:pt x="4494562" y="51308"/>
                  </a:cubicBezTo>
                  <a:lnTo>
                    <a:pt x="4526025" y="53873"/>
                  </a:lnTo>
                  <a:cubicBezTo>
                    <a:pt x="4516491" y="53873"/>
                    <a:pt x="4515538" y="54728"/>
                    <a:pt x="4506957" y="54728"/>
                  </a:cubicBezTo>
                  <a:cubicBezTo>
                    <a:pt x="4567024" y="59859"/>
                    <a:pt x="4551769" y="46177"/>
                    <a:pt x="4628998" y="47887"/>
                  </a:cubicBezTo>
                  <a:cubicBezTo>
                    <a:pt x="4655695" y="48742"/>
                    <a:pt x="4674764" y="50452"/>
                    <a:pt x="4656648" y="52163"/>
                  </a:cubicBezTo>
                  <a:lnTo>
                    <a:pt x="4716715" y="48742"/>
                  </a:lnTo>
                  <a:cubicBezTo>
                    <a:pt x="4733878" y="49597"/>
                    <a:pt x="4730064" y="51308"/>
                    <a:pt x="4711948" y="51308"/>
                  </a:cubicBezTo>
                  <a:lnTo>
                    <a:pt x="4804433" y="51308"/>
                  </a:lnTo>
                  <a:lnTo>
                    <a:pt x="4803479" y="50452"/>
                  </a:lnTo>
                  <a:cubicBezTo>
                    <a:pt x="4816828" y="48742"/>
                    <a:pt x="4846385" y="46177"/>
                    <a:pt x="4860686" y="44466"/>
                  </a:cubicBezTo>
                  <a:cubicBezTo>
                    <a:pt x="4883569" y="46177"/>
                    <a:pt x="4849245" y="46177"/>
                    <a:pt x="4854966" y="47887"/>
                  </a:cubicBezTo>
                  <a:lnTo>
                    <a:pt x="4905498" y="44466"/>
                  </a:lnTo>
                  <a:cubicBezTo>
                    <a:pt x="4926474" y="47887"/>
                    <a:pt x="4884523" y="50452"/>
                    <a:pt x="4849245" y="50452"/>
                  </a:cubicBezTo>
                  <a:cubicBezTo>
                    <a:pt x="4896917" y="62424"/>
                    <a:pt x="4891197" y="47032"/>
                    <a:pt x="4994169" y="54728"/>
                  </a:cubicBezTo>
                  <a:lnTo>
                    <a:pt x="4945543" y="55583"/>
                  </a:lnTo>
                  <a:cubicBezTo>
                    <a:pt x="4977007" y="62424"/>
                    <a:pt x="5014192" y="59859"/>
                    <a:pt x="5068538" y="64135"/>
                  </a:cubicBezTo>
                  <a:cubicBezTo>
                    <a:pt x="5055190" y="62424"/>
                    <a:pt x="4959845" y="53873"/>
                    <a:pt x="5015145" y="51308"/>
                  </a:cubicBezTo>
                  <a:cubicBezTo>
                    <a:pt x="5030400" y="52163"/>
                    <a:pt x="5051376" y="52163"/>
                    <a:pt x="5080933" y="50452"/>
                  </a:cubicBezTo>
                  <a:cubicBezTo>
                    <a:pt x="5080933" y="53873"/>
                    <a:pt x="5109537" y="53018"/>
                    <a:pt x="5146721" y="53018"/>
                  </a:cubicBezTo>
                  <a:lnTo>
                    <a:pt x="5143861" y="59004"/>
                  </a:lnTo>
                  <a:cubicBezTo>
                    <a:pt x="5182952" y="57293"/>
                    <a:pt x="5180092" y="54728"/>
                    <a:pt x="5202975" y="52163"/>
                  </a:cubicBezTo>
                  <a:cubicBezTo>
                    <a:pt x="5246833" y="52163"/>
                    <a:pt x="5256368" y="56438"/>
                    <a:pt x="5265902" y="60714"/>
                  </a:cubicBezTo>
                  <a:cubicBezTo>
                    <a:pt x="5336458" y="61569"/>
                    <a:pt x="5218230" y="53873"/>
                    <a:pt x="5301180" y="53018"/>
                  </a:cubicBezTo>
                  <a:cubicBezTo>
                    <a:pt x="5359340" y="54728"/>
                    <a:pt x="5400339" y="53018"/>
                    <a:pt x="5469941" y="49597"/>
                  </a:cubicBezTo>
                  <a:cubicBezTo>
                    <a:pt x="5510939" y="51308"/>
                    <a:pt x="5463267" y="53018"/>
                    <a:pt x="5477568" y="54728"/>
                  </a:cubicBezTo>
                  <a:lnTo>
                    <a:pt x="5513799" y="50452"/>
                  </a:lnTo>
                  <a:cubicBezTo>
                    <a:pt x="5522380" y="50452"/>
                    <a:pt x="5519520" y="51308"/>
                    <a:pt x="5518567" y="52163"/>
                  </a:cubicBezTo>
                  <a:cubicBezTo>
                    <a:pt x="5549077" y="50452"/>
                    <a:pt x="5520473" y="47032"/>
                    <a:pt x="5569099" y="45322"/>
                  </a:cubicBezTo>
                  <a:cubicBezTo>
                    <a:pt x="5581494" y="39336"/>
                    <a:pt x="5667305" y="54728"/>
                    <a:pt x="5726419" y="47887"/>
                  </a:cubicBezTo>
                  <a:cubicBezTo>
                    <a:pt x="5740720" y="49597"/>
                    <a:pt x="5719744" y="51308"/>
                    <a:pt x="5723558" y="53018"/>
                  </a:cubicBezTo>
                  <a:cubicBezTo>
                    <a:pt x="5805555" y="48742"/>
                    <a:pt x="5794114" y="50452"/>
                    <a:pt x="5860855" y="44466"/>
                  </a:cubicBezTo>
                  <a:lnTo>
                    <a:pt x="5917109" y="47887"/>
                  </a:lnTo>
                  <a:cubicBezTo>
                    <a:pt x="5876110" y="43611"/>
                    <a:pt x="5929503" y="38481"/>
                    <a:pt x="5976222" y="35060"/>
                  </a:cubicBezTo>
                  <a:cubicBezTo>
                    <a:pt x="5960967" y="32495"/>
                    <a:pt x="5948572" y="30784"/>
                    <a:pt x="5939991" y="29929"/>
                  </a:cubicBezTo>
                  <a:lnTo>
                    <a:pt x="6014360" y="27364"/>
                  </a:lnTo>
                  <a:cubicBezTo>
                    <a:pt x="6023895" y="28219"/>
                    <a:pt x="6016267" y="29929"/>
                    <a:pt x="6003872" y="32495"/>
                  </a:cubicBezTo>
                  <a:lnTo>
                    <a:pt x="6017221" y="30784"/>
                  </a:lnTo>
                  <a:cubicBezTo>
                    <a:pt x="6043917" y="33350"/>
                    <a:pt x="6030569" y="36770"/>
                    <a:pt x="6011500" y="39336"/>
                  </a:cubicBezTo>
                  <a:lnTo>
                    <a:pt x="5984803" y="35915"/>
                  </a:lnTo>
                  <a:cubicBezTo>
                    <a:pt x="5965734" y="39336"/>
                    <a:pt x="5948572" y="42756"/>
                    <a:pt x="5952386" y="46177"/>
                  </a:cubicBezTo>
                  <a:cubicBezTo>
                    <a:pt x="5957153" y="45322"/>
                    <a:pt x="5966688" y="45322"/>
                    <a:pt x="5977176" y="44466"/>
                  </a:cubicBezTo>
                  <a:cubicBezTo>
                    <a:pt x="5972409" y="45322"/>
                    <a:pt x="5969548" y="46177"/>
                    <a:pt x="5971455" y="47032"/>
                  </a:cubicBezTo>
                  <a:cubicBezTo>
                    <a:pt x="5974316" y="47887"/>
                    <a:pt x="5981943" y="46177"/>
                    <a:pt x="5994338" y="45322"/>
                  </a:cubicBezTo>
                  <a:lnTo>
                    <a:pt x="6010547" y="51308"/>
                  </a:lnTo>
                  <a:lnTo>
                    <a:pt x="6015314" y="48742"/>
                  </a:lnTo>
                  <a:lnTo>
                    <a:pt x="6112566" y="53018"/>
                  </a:lnTo>
                  <a:cubicBezTo>
                    <a:pt x="6183121" y="47032"/>
                    <a:pt x="6243188" y="37625"/>
                    <a:pt x="6354742" y="35060"/>
                  </a:cubicBezTo>
                  <a:cubicBezTo>
                    <a:pt x="6327092" y="40191"/>
                    <a:pt x="6349021" y="42756"/>
                    <a:pt x="6347114" y="47887"/>
                  </a:cubicBezTo>
                  <a:cubicBezTo>
                    <a:pt x="6316604" y="42756"/>
                    <a:pt x="6261304" y="50452"/>
                    <a:pt x="6204097" y="49597"/>
                  </a:cubicBezTo>
                  <a:cubicBezTo>
                    <a:pt x="6233654" y="49597"/>
                    <a:pt x="6226980" y="52163"/>
                    <a:pt x="6219352" y="53018"/>
                  </a:cubicBezTo>
                  <a:lnTo>
                    <a:pt x="6322325" y="48742"/>
                  </a:lnTo>
                  <a:cubicBezTo>
                    <a:pt x="6319464" y="53018"/>
                    <a:pt x="6344254" y="51308"/>
                    <a:pt x="6370951" y="53873"/>
                  </a:cubicBezTo>
                  <a:cubicBezTo>
                    <a:pt x="6349975" y="44466"/>
                    <a:pt x="6447227" y="47887"/>
                    <a:pt x="6489178" y="45322"/>
                  </a:cubicBezTo>
                  <a:cubicBezTo>
                    <a:pt x="6491085" y="47887"/>
                    <a:pt x="6481551" y="51308"/>
                    <a:pt x="6430064" y="50452"/>
                  </a:cubicBezTo>
                  <a:cubicBezTo>
                    <a:pt x="6486318" y="57293"/>
                    <a:pt x="6503480" y="40191"/>
                    <a:pt x="6558780" y="46177"/>
                  </a:cubicBezTo>
                  <a:cubicBezTo>
                    <a:pt x="6545432" y="46177"/>
                    <a:pt x="6538758" y="45322"/>
                    <a:pt x="6533990" y="47032"/>
                  </a:cubicBezTo>
                  <a:cubicBezTo>
                    <a:pt x="6563547" y="44466"/>
                    <a:pt x="6634103" y="47032"/>
                    <a:pt x="6617894" y="49597"/>
                  </a:cubicBezTo>
                  <a:lnTo>
                    <a:pt x="6605499" y="49597"/>
                  </a:lnTo>
                  <a:cubicBezTo>
                    <a:pt x="6687496" y="50452"/>
                    <a:pt x="6856256" y="49597"/>
                    <a:pt x="6868651" y="42756"/>
                  </a:cubicBezTo>
                  <a:cubicBezTo>
                    <a:pt x="6869605" y="43611"/>
                    <a:pt x="6858163" y="51308"/>
                    <a:pt x="6853396" y="53018"/>
                  </a:cubicBezTo>
                  <a:lnTo>
                    <a:pt x="7000227" y="28219"/>
                  </a:lnTo>
                  <a:cubicBezTo>
                    <a:pt x="6987832" y="35060"/>
                    <a:pt x="7037412" y="49597"/>
                    <a:pt x="6968763" y="53018"/>
                  </a:cubicBezTo>
                  <a:cubicBezTo>
                    <a:pt x="6988786" y="53873"/>
                    <a:pt x="7012622" y="55583"/>
                    <a:pt x="7054574" y="53018"/>
                  </a:cubicBezTo>
                  <a:cubicBezTo>
                    <a:pt x="7041226" y="52163"/>
                    <a:pt x="7021203" y="43611"/>
                    <a:pt x="7039319" y="43611"/>
                  </a:cubicBezTo>
                  <a:cubicBezTo>
                    <a:pt x="7089852" y="50452"/>
                    <a:pt x="7074596" y="47032"/>
                    <a:pt x="7136571" y="53018"/>
                  </a:cubicBezTo>
                  <a:cubicBezTo>
                    <a:pt x="7115595" y="52163"/>
                    <a:pt x="7138478" y="41901"/>
                    <a:pt x="7169941" y="42756"/>
                  </a:cubicBezTo>
                  <a:cubicBezTo>
                    <a:pt x="7165174" y="43611"/>
                    <a:pt x="7172802" y="52163"/>
                    <a:pt x="7161360" y="53018"/>
                  </a:cubicBezTo>
                  <a:lnTo>
                    <a:pt x="7240497" y="43611"/>
                  </a:lnTo>
                  <a:cubicBezTo>
                    <a:pt x="7220474" y="45322"/>
                    <a:pt x="7236683" y="52163"/>
                    <a:pt x="7254798" y="54728"/>
                  </a:cubicBezTo>
                  <a:cubicBezTo>
                    <a:pt x="7246217" y="53018"/>
                    <a:pt x="7322493" y="54728"/>
                    <a:pt x="7343469" y="53873"/>
                  </a:cubicBezTo>
                  <a:lnTo>
                    <a:pt x="7310098" y="52163"/>
                  </a:lnTo>
                  <a:cubicBezTo>
                    <a:pt x="7399723" y="53873"/>
                    <a:pt x="7398769" y="38481"/>
                    <a:pt x="7487440" y="39336"/>
                  </a:cubicBezTo>
                  <a:cubicBezTo>
                    <a:pt x="7476952" y="41046"/>
                    <a:pt x="7460744" y="51308"/>
                    <a:pt x="7505556" y="53018"/>
                  </a:cubicBezTo>
                  <a:cubicBezTo>
                    <a:pt x="7526532" y="47887"/>
                    <a:pt x="7597087" y="29074"/>
                    <a:pt x="7675270" y="24798"/>
                  </a:cubicBezTo>
                  <a:lnTo>
                    <a:pt x="7690525" y="28219"/>
                  </a:lnTo>
                  <a:lnTo>
                    <a:pt x="7750592" y="24798"/>
                  </a:lnTo>
                  <a:cubicBezTo>
                    <a:pt x="7713408" y="32495"/>
                    <a:pt x="7608528" y="47887"/>
                    <a:pt x="7550368" y="53873"/>
                  </a:cubicBezTo>
                  <a:cubicBezTo>
                    <a:pt x="7583739" y="56438"/>
                    <a:pt x="7559902" y="57293"/>
                    <a:pt x="7610435" y="57293"/>
                  </a:cubicBezTo>
                  <a:cubicBezTo>
                    <a:pt x="7627597" y="59859"/>
                    <a:pt x="7582785" y="61569"/>
                    <a:pt x="7568483" y="61569"/>
                  </a:cubicBezTo>
                  <a:lnTo>
                    <a:pt x="7684804" y="63279"/>
                  </a:lnTo>
                  <a:cubicBezTo>
                    <a:pt x="7679083" y="57293"/>
                    <a:pt x="7773475" y="57293"/>
                    <a:pt x="7769661" y="53018"/>
                  </a:cubicBezTo>
                  <a:lnTo>
                    <a:pt x="7642852" y="58149"/>
                  </a:lnTo>
                  <a:cubicBezTo>
                    <a:pt x="7638085" y="53018"/>
                    <a:pt x="7716268" y="41901"/>
                    <a:pt x="7798265" y="43611"/>
                  </a:cubicBezTo>
                  <a:cubicBezTo>
                    <a:pt x="7819241" y="45322"/>
                    <a:pt x="7783010" y="53873"/>
                    <a:pt x="7784916" y="55583"/>
                  </a:cubicBezTo>
                  <a:cubicBezTo>
                    <a:pt x="7795404" y="53873"/>
                    <a:pt x="7863099" y="52163"/>
                    <a:pt x="7870727" y="53018"/>
                  </a:cubicBezTo>
                  <a:lnTo>
                    <a:pt x="7835449" y="56438"/>
                  </a:lnTo>
                  <a:cubicBezTo>
                    <a:pt x="7881215" y="59004"/>
                    <a:pt x="7910772" y="48742"/>
                    <a:pt x="7966072" y="54728"/>
                  </a:cubicBezTo>
                  <a:cubicBezTo>
                    <a:pt x="7985141" y="54728"/>
                    <a:pt x="8022325" y="62424"/>
                    <a:pt x="8026139" y="59004"/>
                  </a:cubicBezTo>
                  <a:cubicBezTo>
                    <a:pt x="7994675" y="52163"/>
                    <a:pt x="7988955" y="31639"/>
                    <a:pt x="8009931" y="26509"/>
                  </a:cubicBezTo>
                  <a:cubicBezTo>
                    <a:pt x="8016605" y="26509"/>
                    <a:pt x="8109089" y="32495"/>
                    <a:pt x="8131019" y="35915"/>
                  </a:cubicBezTo>
                  <a:cubicBezTo>
                    <a:pt x="8162482" y="41046"/>
                    <a:pt x="8084300" y="48742"/>
                    <a:pt x="8110996" y="53018"/>
                  </a:cubicBezTo>
                  <a:cubicBezTo>
                    <a:pt x="8111950" y="51308"/>
                    <a:pt x="8129112" y="49597"/>
                    <a:pt x="8136739" y="48742"/>
                  </a:cubicBezTo>
                  <a:cubicBezTo>
                    <a:pt x="8156762" y="50452"/>
                    <a:pt x="8128158" y="53873"/>
                    <a:pt x="8172017" y="53018"/>
                  </a:cubicBezTo>
                  <a:cubicBezTo>
                    <a:pt x="8178691" y="47032"/>
                    <a:pt x="8260688" y="53873"/>
                    <a:pt x="8192039" y="47887"/>
                  </a:cubicBezTo>
                  <a:cubicBezTo>
                    <a:pt x="8234945" y="47032"/>
                    <a:pt x="8237805" y="49597"/>
                    <a:pt x="8287384" y="49597"/>
                  </a:cubicBezTo>
                  <a:cubicBezTo>
                    <a:pt x="8271176" y="45322"/>
                    <a:pt x="8332197" y="36770"/>
                    <a:pt x="8375102" y="35060"/>
                  </a:cubicBezTo>
                  <a:cubicBezTo>
                    <a:pt x="8372241" y="35915"/>
                    <a:pt x="8381776" y="38481"/>
                    <a:pt x="8386543" y="39336"/>
                  </a:cubicBezTo>
                  <a:cubicBezTo>
                    <a:pt x="8474260" y="40191"/>
                    <a:pt x="8520980" y="42756"/>
                    <a:pt x="8602023" y="42756"/>
                  </a:cubicBezTo>
                  <a:cubicBezTo>
                    <a:pt x="8609650" y="44466"/>
                    <a:pt x="8648742" y="46177"/>
                    <a:pt x="8632533" y="48742"/>
                  </a:cubicBezTo>
                  <a:cubicBezTo>
                    <a:pt x="8643975" y="47887"/>
                    <a:pt x="8654462" y="45322"/>
                    <a:pt x="8679252" y="45322"/>
                  </a:cubicBezTo>
                  <a:cubicBezTo>
                    <a:pt x="8727878" y="50452"/>
                    <a:pt x="8623952" y="46177"/>
                    <a:pt x="8661137" y="52163"/>
                  </a:cubicBezTo>
                  <a:cubicBezTo>
                    <a:pt x="8663997" y="48742"/>
                    <a:pt x="8725971" y="47887"/>
                    <a:pt x="8761249" y="45322"/>
                  </a:cubicBezTo>
                  <a:cubicBezTo>
                    <a:pt x="8750761" y="40191"/>
                    <a:pt x="8679252" y="44466"/>
                    <a:pt x="8643021" y="46177"/>
                  </a:cubicBezTo>
                  <a:cubicBezTo>
                    <a:pt x="8643021" y="39336"/>
                    <a:pt x="8704995" y="31639"/>
                    <a:pt x="8789852" y="28219"/>
                  </a:cubicBezTo>
                  <a:cubicBezTo>
                    <a:pt x="8857547" y="26509"/>
                    <a:pt x="8819409" y="33350"/>
                    <a:pt x="8830851" y="32495"/>
                  </a:cubicBezTo>
                  <a:cubicBezTo>
                    <a:pt x="8957659" y="33350"/>
                    <a:pt x="8939544" y="19668"/>
                    <a:pt x="9044423" y="24798"/>
                  </a:cubicBezTo>
                  <a:cubicBezTo>
                    <a:pt x="9086375" y="29929"/>
                    <a:pt x="9046330" y="34205"/>
                    <a:pt x="9055865" y="37625"/>
                  </a:cubicBezTo>
                  <a:cubicBezTo>
                    <a:pt x="9000565" y="39336"/>
                    <a:pt x="8971008" y="34205"/>
                    <a:pt x="8933823" y="34205"/>
                  </a:cubicBezTo>
                  <a:lnTo>
                    <a:pt x="8979589" y="36770"/>
                  </a:lnTo>
                  <a:cubicBezTo>
                    <a:pt x="8962427" y="38481"/>
                    <a:pt x="8925242" y="39336"/>
                    <a:pt x="8905220" y="38481"/>
                  </a:cubicBezTo>
                  <a:cubicBezTo>
                    <a:pt x="8940497" y="42756"/>
                    <a:pt x="9119746" y="39336"/>
                    <a:pt x="9217951" y="43611"/>
                  </a:cubicBezTo>
                  <a:cubicBezTo>
                    <a:pt x="9235113" y="41901"/>
                    <a:pt x="9265624" y="40191"/>
                    <a:pt x="9251322" y="38481"/>
                  </a:cubicBezTo>
                  <a:lnTo>
                    <a:pt x="9219858" y="38481"/>
                  </a:lnTo>
                  <a:cubicBezTo>
                    <a:pt x="9191255" y="35060"/>
                    <a:pt x="9278972" y="33350"/>
                    <a:pt x="9238927" y="31639"/>
                  </a:cubicBezTo>
                  <a:cubicBezTo>
                    <a:pt x="9280879" y="29074"/>
                    <a:pt x="9327598" y="24798"/>
                    <a:pt x="9385758" y="27364"/>
                  </a:cubicBezTo>
                  <a:lnTo>
                    <a:pt x="9397200" y="32495"/>
                  </a:lnTo>
                  <a:cubicBezTo>
                    <a:pt x="9395293" y="30784"/>
                    <a:pt x="9359062" y="29929"/>
                    <a:pt x="9341900" y="30784"/>
                  </a:cubicBezTo>
                  <a:cubicBezTo>
                    <a:pt x="9366689" y="29074"/>
                    <a:pt x="9431524" y="38481"/>
                    <a:pt x="9458221" y="31639"/>
                  </a:cubicBezTo>
                  <a:lnTo>
                    <a:pt x="9417222" y="27364"/>
                  </a:lnTo>
                  <a:cubicBezTo>
                    <a:pt x="9459174" y="24798"/>
                    <a:pt x="9510660" y="19668"/>
                    <a:pt x="9563100" y="21378"/>
                  </a:cubicBezTo>
                  <a:cubicBezTo>
                    <a:pt x="9539264" y="16247"/>
                    <a:pt x="9550705" y="22233"/>
                    <a:pt x="9514474" y="15392"/>
                  </a:cubicBezTo>
                  <a:cubicBezTo>
                    <a:pt x="9545938" y="23088"/>
                    <a:pt x="9380991" y="15392"/>
                    <a:pt x="9432477" y="23088"/>
                  </a:cubicBezTo>
                  <a:cubicBezTo>
                    <a:pt x="9395293" y="16247"/>
                    <a:pt x="9367643" y="20523"/>
                    <a:pt x="9318063" y="13682"/>
                  </a:cubicBezTo>
                  <a:cubicBezTo>
                    <a:pt x="9319017" y="15392"/>
                    <a:pt x="9335226" y="17102"/>
                    <a:pt x="9292320" y="16247"/>
                  </a:cubicBezTo>
                  <a:cubicBezTo>
                    <a:pt x="9289460" y="17102"/>
                    <a:pt x="9285646" y="17957"/>
                    <a:pt x="9281832" y="17957"/>
                  </a:cubicBezTo>
                  <a:lnTo>
                    <a:pt x="9278972" y="17957"/>
                  </a:lnTo>
                  <a:lnTo>
                    <a:pt x="9281832" y="17957"/>
                  </a:lnTo>
                  <a:cubicBezTo>
                    <a:pt x="9279925" y="17957"/>
                    <a:pt x="9279925" y="18812"/>
                    <a:pt x="9282786" y="17957"/>
                  </a:cubicBezTo>
                  <a:cubicBezTo>
                    <a:pt x="9293274" y="18812"/>
                    <a:pt x="9301855" y="19668"/>
                    <a:pt x="9304715" y="20523"/>
                  </a:cubicBezTo>
                  <a:cubicBezTo>
                    <a:pt x="9282786" y="24798"/>
                    <a:pt x="9214137" y="24798"/>
                    <a:pt x="9190301" y="26509"/>
                  </a:cubicBezTo>
                  <a:cubicBezTo>
                    <a:pt x="9164558" y="25654"/>
                    <a:pt x="9201743" y="24798"/>
                    <a:pt x="9187441" y="23088"/>
                  </a:cubicBezTo>
                  <a:lnTo>
                    <a:pt x="9152163" y="25654"/>
                  </a:lnTo>
                  <a:cubicBezTo>
                    <a:pt x="9149303" y="22233"/>
                    <a:pt x="9083515" y="19668"/>
                    <a:pt x="9144536" y="17102"/>
                  </a:cubicBezTo>
                  <a:lnTo>
                    <a:pt x="9090189" y="17102"/>
                  </a:lnTo>
                  <a:cubicBezTo>
                    <a:pt x="9057772" y="14537"/>
                    <a:pt x="9012960" y="13682"/>
                    <a:pt x="8986263" y="15392"/>
                  </a:cubicBezTo>
                  <a:cubicBezTo>
                    <a:pt x="8960520" y="14537"/>
                    <a:pt x="8920475" y="19668"/>
                    <a:pt x="8943358" y="16247"/>
                  </a:cubicBezTo>
                  <a:lnTo>
                    <a:pt x="8857547" y="18812"/>
                  </a:lnTo>
                  <a:lnTo>
                    <a:pt x="8856594" y="17957"/>
                  </a:lnTo>
                  <a:cubicBezTo>
                    <a:pt x="8771737" y="17102"/>
                    <a:pt x="8682113" y="23943"/>
                    <a:pt x="8584861" y="17102"/>
                  </a:cubicBezTo>
                  <a:cubicBezTo>
                    <a:pt x="8556257" y="17957"/>
                    <a:pt x="8527654" y="18812"/>
                    <a:pt x="8479028" y="17957"/>
                  </a:cubicBezTo>
                  <a:lnTo>
                    <a:pt x="8470447" y="14537"/>
                  </a:lnTo>
                  <a:cubicBezTo>
                    <a:pt x="8433262" y="15392"/>
                    <a:pt x="8359847" y="11116"/>
                    <a:pt x="8344591" y="14537"/>
                  </a:cubicBezTo>
                  <a:cubicBezTo>
                    <a:pt x="8304546" y="5985"/>
                    <a:pt x="8166296" y="11971"/>
                    <a:pt x="8102415" y="10261"/>
                  </a:cubicBezTo>
                  <a:lnTo>
                    <a:pt x="8099555" y="14537"/>
                  </a:lnTo>
                  <a:cubicBezTo>
                    <a:pt x="8055696" y="14537"/>
                    <a:pt x="8012791" y="15392"/>
                    <a:pt x="7957491" y="17102"/>
                  </a:cubicBezTo>
                  <a:lnTo>
                    <a:pt x="7961305" y="21378"/>
                  </a:lnTo>
                  <a:cubicBezTo>
                    <a:pt x="7913632" y="23943"/>
                    <a:pt x="7839263" y="17957"/>
                    <a:pt x="7763941" y="18812"/>
                  </a:cubicBezTo>
                  <a:cubicBezTo>
                    <a:pt x="7769661" y="17102"/>
                    <a:pt x="7788730" y="17102"/>
                    <a:pt x="7802078" y="17957"/>
                  </a:cubicBezTo>
                  <a:cubicBezTo>
                    <a:pt x="7712454" y="9406"/>
                    <a:pt x="7612342" y="23943"/>
                    <a:pt x="7531299" y="17957"/>
                  </a:cubicBezTo>
                  <a:cubicBezTo>
                    <a:pt x="7511276" y="18812"/>
                    <a:pt x="7496021" y="18812"/>
                    <a:pt x="7482673" y="17957"/>
                  </a:cubicBezTo>
                  <a:cubicBezTo>
                    <a:pt x="7484580" y="17957"/>
                    <a:pt x="7485533" y="17957"/>
                    <a:pt x="7487440" y="17102"/>
                  </a:cubicBezTo>
                  <a:lnTo>
                    <a:pt x="7478859" y="17102"/>
                  </a:lnTo>
                  <a:lnTo>
                    <a:pt x="7451209" y="15392"/>
                  </a:lnTo>
                  <a:cubicBezTo>
                    <a:pt x="7458837" y="16247"/>
                    <a:pt x="7467418" y="17102"/>
                    <a:pt x="7474092" y="17102"/>
                  </a:cubicBezTo>
                  <a:cubicBezTo>
                    <a:pt x="7458837" y="17102"/>
                    <a:pt x="7435000" y="17957"/>
                    <a:pt x="7412118" y="18812"/>
                  </a:cubicBezTo>
                  <a:lnTo>
                    <a:pt x="7401630" y="14537"/>
                  </a:lnTo>
                  <a:lnTo>
                    <a:pt x="7396862" y="14537"/>
                  </a:lnTo>
                  <a:cubicBezTo>
                    <a:pt x="7373980" y="12827"/>
                    <a:pt x="7378747" y="16247"/>
                    <a:pt x="7390188" y="19668"/>
                  </a:cubicBezTo>
                  <a:cubicBezTo>
                    <a:pt x="7378747" y="20523"/>
                    <a:pt x="7368259" y="21378"/>
                    <a:pt x="7359678" y="22233"/>
                  </a:cubicBezTo>
                  <a:cubicBezTo>
                    <a:pt x="7341562" y="15392"/>
                    <a:pt x="7298657" y="24798"/>
                    <a:pt x="7273867" y="17102"/>
                  </a:cubicBezTo>
                  <a:cubicBezTo>
                    <a:pt x="7257659" y="20523"/>
                    <a:pt x="7156593" y="19668"/>
                    <a:pt x="7144198" y="27364"/>
                  </a:cubicBezTo>
                  <a:cubicBezTo>
                    <a:pt x="7143245" y="25654"/>
                    <a:pt x="7136571" y="25654"/>
                    <a:pt x="7148965" y="25654"/>
                  </a:cubicBezTo>
                  <a:cubicBezTo>
                    <a:pt x="7123222" y="24798"/>
                    <a:pt x="7097479" y="23943"/>
                    <a:pt x="7074596" y="25654"/>
                  </a:cubicBezTo>
                  <a:lnTo>
                    <a:pt x="7063155" y="20523"/>
                  </a:lnTo>
                  <a:lnTo>
                    <a:pt x="7006901" y="27364"/>
                  </a:lnTo>
                  <a:cubicBezTo>
                    <a:pt x="6972577" y="23943"/>
                    <a:pt x="6958276" y="22233"/>
                    <a:pt x="6992600" y="17957"/>
                  </a:cubicBezTo>
                  <a:cubicBezTo>
                    <a:pt x="6909650" y="23943"/>
                    <a:pt x="6924905" y="20523"/>
                    <a:pt x="6855303" y="26509"/>
                  </a:cubicBezTo>
                  <a:lnTo>
                    <a:pt x="6859117" y="23088"/>
                  </a:lnTo>
                  <a:cubicBezTo>
                    <a:pt x="6833374" y="23088"/>
                    <a:pt x="6793329" y="27364"/>
                    <a:pt x="6778074" y="24798"/>
                  </a:cubicBezTo>
                  <a:cubicBezTo>
                    <a:pt x="6722773" y="17957"/>
                    <a:pt x="6501573" y="23088"/>
                    <a:pt x="6357602" y="17102"/>
                  </a:cubicBezTo>
                  <a:cubicBezTo>
                    <a:pt x="6385252" y="27364"/>
                    <a:pt x="6290861" y="11971"/>
                    <a:pt x="6285140" y="20523"/>
                  </a:cubicBezTo>
                  <a:cubicBezTo>
                    <a:pt x="6276559" y="17957"/>
                    <a:pt x="6256537" y="16247"/>
                    <a:pt x="6279419" y="14537"/>
                  </a:cubicBezTo>
                  <a:cubicBezTo>
                    <a:pt x="6206004" y="16247"/>
                    <a:pt x="6169773" y="10261"/>
                    <a:pt x="6119240" y="17102"/>
                  </a:cubicBezTo>
                  <a:cubicBezTo>
                    <a:pt x="6110659" y="14537"/>
                    <a:pt x="6134495" y="13682"/>
                    <a:pt x="6126867" y="11971"/>
                  </a:cubicBezTo>
                  <a:cubicBezTo>
                    <a:pt x="6121147" y="11971"/>
                    <a:pt x="6103985" y="13682"/>
                    <a:pt x="6096357" y="12827"/>
                  </a:cubicBezTo>
                  <a:cubicBezTo>
                    <a:pt x="6088729" y="11116"/>
                    <a:pt x="6106845" y="10261"/>
                    <a:pt x="6118286" y="9406"/>
                  </a:cubicBezTo>
                  <a:cubicBezTo>
                    <a:pt x="6043917" y="9406"/>
                    <a:pt x="6036290" y="17102"/>
                    <a:pt x="6030569" y="23943"/>
                  </a:cubicBezTo>
                  <a:cubicBezTo>
                    <a:pt x="5992431" y="20523"/>
                    <a:pt x="5973362" y="21378"/>
                    <a:pt x="5945712" y="25654"/>
                  </a:cubicBezTo>
                  <a:cubicBezTo>
                    <a:pt x="5933317" y="23088"/>
                    <a:pt x="5910434" y="20523"/>
                    <a:pt x="5957153" y="20523"/>
                  </a:cubicBezTo>
                  <a:cubicBezTo>
                    <a:pt x="5931410" y="19668"/>
                    <a:pt x="5796974" y="16247"/>
                    <a:pt x="5795067" y="22233"/>
                  </a:cubicBezTo>
                  <a:cubicBezTo>
                    <a:pt x="5786486" y="20523"/>
                    <a:pt x="5757882" y="21378"/>
                    <a:pt x="5751208" y="22233"/>
                  </a:cubicBezTo>
                  <a:cubicBezTo>
                    <a:pt x="5692094" y="21378"/>
                    <a:pt x="5687327" y="21378"/>
                    <a:pt x="5629167" y="21378"/>
                  </a:cubicBezTo>
                  <a:lnTo>
                    <a:pt x="5645375" y="22233"/>
                  </a:lnTo>
                  <a:cubicBezTo>
                    <a:pt x="5622493" y="29074"/>
                    <a:pt x="5597703" y="23943"/>
                    <a:pt x="5550984" y="24798"/>
                  </a:cubicBezTo>
                  <a:lnTo>
                    <a:pt x="5551937" y="23943"/>
                  </a:lnTo>
                  <a:cubicBezTo>
                    <a:pt x="5445151" y="18812"/>
                    <a:pt x="5506172" y="26509"/>
                    <a:pt x="5401292" y="20523"/>
                  </a:cubicBezTo>
                  <a:lnTo>
                    <a:pt x="5407013" y="24798"/>
                  </a:lnTo>
                  <a:cubicBezTo>
                    <a:pt x="5396525" y="33350"/>
                    <a:pt x="5313575" y="18812"/>
                    <a:pt x="5252554" y="22233"/>
                  </a:cubicBezTo>
                  <a:lnTo>
                    <a:pt x="5274483" y="24798"/>
                  </a:lnTo>
                  <a:cubicBezTo>
                    <a:pt x="5241113" y="28219"/>
                    <a:pt x="5181045" y="12827"/>
                    <a:pt x="5147675" y="11116"/>
                  </a:cubicBezTo>
                  <a:cubicBezTo>
                    <a:pt x="5140047" y="10261"/>
                    <a:pt x="5159116" y="10261"/>
                    <a:pt x="5169604" y="9406"/>
                  </a:cubicBezTo>
                  <a:cubicBezTo>
                    <a:pt x="5081887" y="5130"/>
                    <a:pt x="5158163" y="14537"/>
                    <a:pt x="5092375" y="16247"/>
                  </a:cubicBezTo>
                  <a:cubicBezTo>
                    <a:pt x="5079980" y="12827"/>
                    <a:pt x="5107630" y="8551"/>
                    <a:pt x="5063771" y="7696"/>
                  </a:cubicBezTo>
                  <a:cubicBezTo>
                    <a:pt x="5041842" y="5985"/>
                    <a:pt x="4936009" y="17102"/>
                    <a:pt x="4875942" y="11116"/>
                  </a:cubicBezTo>
                  <a:cubicBezTo>
                    <a:pt x="4889290" y="13682"/>
                    <a:pt x="4902638" y="16247"/>
                    <a:pt x="4872128" y="17957"/>
                  </a:cubicBezTo>
                  <a:cubicBezTo>
                    <a:pt x="4825409" y="17957"/>
                    <a:pt x="4746272" y="8551"/>
                    <a:pt x="4704321" y="16247"/>
                  </a:cubicBezTo>
                  <a:cubicBezTo>
                    <a:pt x="4698600" y="15392"/>
                    <a:pt x="4695740" y="14537"/>
                    <a:pt x="4695740" y="13682"/>
                  </a:cubicBezTo>
                  <a:cubicBezTo>
                    <a:pt x="4660462" y="16247"/>
                    <a:pt x="4580372" y="17102"/>
                    <a:pt x="4558443" y="20523"/>
                  </a:cubicBezTo>
                  <a:cubicBezTo>
                    <a:pt x="4526025" y="6841"/>
                    <a:pt x="4337242" y="27364"/>
                    <a:pt x="4338196" y="13682"/>
                  </a:cubicBezTo>
                  <a:lnTo>
                    <a:pt x="4228549" y="13682"/>
                  </a:lnTo>
                  <a:lnTo>
                    <a:pt x="4231410" y="12827"/>
                  </a:lnTo>
                  <a:cubicBezTo>
                    <a:pt x="4161808" y="11971"/>
                    <a:pt x="4137018" y="15392"/>
                    <a:pt x="4112228" y="18812"/>
                  </a:cubicBezTo>
                  <a:cubicBezTo>
                    <a:pt x="4096020" y="17102"/>
                    <a:pt x="4108415" y="16247"/>
                    <a:pt x="4109368" y="15392"/>
                  </a:cubicBezTo>
                  <a:cubicBezTo>
                    <a:pt x="4007349" y="12827"/>
                    <a:pt x="3996861" y="12827"/>
                    <a:pt x="3911050" y="19668"/>
                  </a:cubicBezTo>
                  <a:lnTo>
                    <a:pt x="3902469" y="15392"/>
                  </a:lnTo>
                  <a:cubicBezTo>
                    <a:pt x="3878633" y="17957"/>
                    <a:pt x="3754685" y="8551"/>
                    <a:pt x="3654573" y="12827"/>
                  </a:cubicBezTo>
                  <a:cubicBezTo>
                    <a:pt x="3655526" y="12827"/>
                    <a:pt x="3657433" y="11971"/>
                    <a:pt x="3665060" y="11116"/>
                  </a:cubicBezTo>
                  <a:cubicBezTo>
                    <a:pt x="3552553" y="16247"/>
                    <a:pt x="3395234" y="0"/>
                    <a:pt x="3354236" y="14537"/>
                  </a:cubicBezTo>
                  <a:lnTo>
                    <a:pt x="3278913" y="17957"/>
                  </a:lnTo>
                  <a:cubicBezTo>
                    <a:pt x="3375212" y="19668"/>
                    <a:pt x="3264612" y="24798"/>
                    <a:pt x="3304656" y="27364"/>
                  </a:cubicBezTo>
                  <a:cubicBezTo>
                    <a:pt x="3266519" y="28219"/>
                    <a:pt x="3206451" y="23088"/>
                    <a:pt x="3253170" y="22233"/>
                  </a:cubicBezTo>
                  <a:lnTo>
                    <a:pt x="3260798" y="23088"/>
                  </a:lnTo>
                  <a:cubicBezTo>
                    <a:pt x="3277960" y="14537"/>
                    <a:pt x="3140663" y="19668"/>
                    <a:pt x="3143523" y="13682"/>
                  </a:cubicBezTo>
                  <a:cubicBezTo>
                    <a:pt x="2953787" y="14537"/>
                    <a:pt x="2768818" y="9406"/>
                    <a:pt x="2591476" y="8551"/>
                  </a:cubicBezTo>
                  <a:lnTo>
                    <a:pt x="2612452" y="15392"/>
                  </a:lnTo>
                  <a:lnTo>
                    <a:pt x="2550478" y="14537"/>
                  </a:lnTo>
                  <a:cubicBezTo>
                    <a:pt x="2534269" y="12827"/>
                    <a:pt x="2528548" y="9406"/>
                    <a:pt x="2572407" y="10261"/>
                  </a:cubicBezTo>
                  <a:cubicBezTo>
                    <a:pt x="2549524" y="6841"/>
                    <a:pt x="2498038" y="12827"/>
                    <a:pt x="2497085" y="14537"/>
                  </a:cubicBezTo>
                  <a:cubicBezTo>
                    <a:pt x="2410321" y="11971"/>
                    <a:pt x="2531409" y="7696"/>
                    <a:pt x="2504712" y="7696"/>
                  </a:cubicBezTo>
                  <a:lnTo>
                    <a:pt x="2468481" y="7696"/>
                  </a:lnTo>
                  <a:lnTo>
                    <a:pt x="2476109" y="7696"/>
                  </a:lnTo>
                  <a:cubicBezTo>
                    <a:pt x="2447505" y="10261"/>
                    <a:pt x="2444645" y="12827"/>
                    <a:pt x="2391252" y="12827"/>
                  </a:cubicBezTo>
                  <a:cubicBezTo>
                    <a:pt x="2357881" y="11116"/>
                    <a:pt x="2374090" y="8551"/>
                    <a:pt x="2360741" y="8551"/>
                  </a:cubicBezTo>
                  <a:cubicBezTo>
                    <a:pt x="2361695" y="8551"/>
                    <a:pt x="2356928" y="7696"/>
                    <a:pt x="2340719" y="8551"/>
                  </a:cubicBezTo>
                  <a:lnTo>
                    <a:pt x="2262536" y="7696"/>
                  </a:lnTo>
                  <a:lnTo>
                    <a:pt x="2294000" y="12827"/>
                  </a:lnTo>
                  <a:cubicBezTo>
                    <a:pt x="2259676" y="15392"/>
                    <a:pt x="2220584" y="12827"/>
                    <a:pt x="2256815" y="17957"/>
                  </a:cubicBezTo>
                  <a:cubicBezTo>
                    <a:pt x="2203422" y="9406"/>
                    <a:pt x="1966013" y="14537"/>
                    <a:pt x="1933596" y="11971"/>
                  </a:cubicBezTo>
                  <a:cubicBezTo>
                    <a:pt x="1884970" y="15392"/>
                    <a:pt x="1837297" y="15392"/>
                    <a:pt x="1777230" y="14537"/>
                  </a:cubicBezTo>
                  <a:cubicBezTo>
                    <a:pt x="1792485" y="16247"/>
                    <a:pt x="1801066" y="21378"/>
                    <a:pt x="1750534" y="20523"/>
                  </a:cubicBezTo>
                  <a:cubicBezTo>
                    <a:pt x="1768649" y="9406"/>
                    <a:pt x="1656142" y="15392"/>
                    <a:pt x="1615144" y="7696"/>
                  </a:cubicBezTo>
                  <a:cubicBezTo>
                    <a:pt x="1652328" y="12827"/>
                    <a:pt x="1470219" y="8551"/>
                    <a:pt x="1528380" y="16247"/>
                  </a:cubicBezTo>
                  <a:cubicBezTo>
                    <a:pt x="1485475" y="15392"/>
                    <a:pt x="1525519" y="11971"/>
                    <a:pt x="1493102" y="9406"/>
                  </a:cubicBezTo>
                  <a:cubicBezTo>
                    <a:pt x="1392036" y="13682"/>
                    <a:pt x="1269041" y="6841"/>
                    <a:pt x="1144140" y="7696"/>
                  </a:cubicBezTo>
                  <a:cubicBezTo>
                    <a:pt x="1142233" y="9406"/>
                    <a:pt x="1163209" y="11116"/>
                    <a:pt x="1136512" y="13682"/>
                  </a:cubicBezTo>
                  <a:lnTo>
                    <a:pt x="1069771" y="6841"/>
                  </a:lnTo>
                  <a:cubicBezTo>
                    <a:pt x="1044981" y="7696"/>
                    <a:pt x="1046888" y="14537"/>
                    <a:pt x="1002076" y="9406"/>
                  </a:cubicBezTo>
                  <a:cubicBezTo>
                    <a:pt x="1008750" y="11116"/>
                    <a:pt x="1018284" y="12827"/>
                    <a:pt x="1001122" y="12827"/>
                  </a:cubicBezTo>
                  <a:cubicBezTo>
                    <a:pt x="755132" y="5985"/>
                    <a:pt x="499608" y="18812"/>
                    <a:pt x="249804" y="5985"/>
                  </a:cubicBezTo>
                  <a:cubicBezTo>
                    <a:pt x="283175" y="7696"/>
                    <a:pt x="261245" y="8551"/>
                    <a:pt x="235502" y="8551"/>
                  </a:cubicBezTo>
                  <a:cubicBezTo>
                    <a:pt x="251711" y="9406"/>
                    <a:pt x="234549" y="11971"/>
                    <a:pt x="238362" y="14537"/>
                  </a:cubicBezTo>
                  <a:lnTo>
                    <a:pt x="133483" y="8551"/>
                  </a:lnTo>
                  <a:cubicBezTo>
                    <a:pt x="114414" y="14537"/>
                    <a:pt x="21929" y="8551"/>
                    <a:pt x="10488" y="14537"/>
                  </a:cubicBezTo>
                  <a:lnTo>
                    <a:pt x="43859" y="12827"/>
                  </a:lnTo>
                  <a:cubicBezTo>
                    <a:pt x="0" y="19668"/>
                    <a:pt x="105833" y="27364"/>
                    <a:pt x="99159" y="35915"/>
                  </a:cubicBezTo>
                  <a:cubicBezTo>
                    <a:pt x="148738" y="28219"/>
                    <a:pt x="228828" y="47032"/>
                    <a:pt x="309871" y="36770"/>
                  </a:cubicBezTo>
                  <a:cubicBezTo>
                    <a:pt x="327987" y="38481"/>
                    <a:pt x="294616" y="39336"/>
                    <a:pt x="304150" y="41046"/>
                  </a:cubicBezTo>
                  <a:cubicBezTo>
                    <a:pt x="324173" y="37625"/>
                    <a:pt x="348963" y="36770"/>
                    <a:pt x="394728" y="38481"/>
                  </a:cubicBezTo>
                  <a:lnTo>
                    <a:pt x="389961" y="39336"/>
                  </a:lnTo>
                  <a:cubicBezTo>
                    <a:pt x="518677" y="38481"/>
                    <a:pt x="573977" y="41901"/>
                    <a:pt x="718901" y="44466"/>
                  </a:cubicBezTo>
                  <a:lnTo>
                    <a:pt x="707460" y="40191"/>
                  </a:lnTo>
                  <a:cubicBezTo>
                    <a:pt x="738923" y="41046"/>
                    <a:pt x="745598" y="41901"/>
                    <a:pt x="759899" y="42756"/>
                  </a:cubicBezTo>
                  <a:cubicBezTo>
                    <a:pt x="796130" y="36770"/>
                    <a:pt x="673135" y="42756"/>
                    <a:pt x="705553" y="35915"/>
                  </a:cubicBezTo>
                  <a:cubicBezTo>
                    <a:pt x="746551" y="44466"/>
                    <a:pt x="924846" y="35915"/>
                    <a:pt x="952496" y="45322"/>
                  </a:cubicBezTo>
                  <a:cubicBezTo>
                    <a:pt x="1000169" y="46177"/>
                    <a:pt x="938194" y="41046"/>
                    <a:pt x="985867" y="41046"/>
                  </a:cubicBezTo>
                  <a:lnTo>
                    <a:pt x="999215" y="43611"/>
                  </a:lnTo>
                  <a:lnTo>
                    <a:pt x="1010657" y="40191"/>
                  </a:lnTo>
                  <a:cubicBezTo>
                    <a:pt x="1042120" y="41046"/>
                    <a:pt x="1058329" y="44466"/>
                    <a:pt x="1059283" y="46177"/>
                  </a:cubicBezTo>
                  <a:cubicBezTo>
                    <a:pt x="1051655" y="46177"/>
                    <a:pt x="1037353" y="47032"/>
                    <a:pt x="1029726" y="47032"/>
                  </a:cubicBezTo>
                  <a:cubicBezTo>
                    <a:pt x="1069771" y="50452"/>
                    <a:pt x="1144140" y="46177"/>
                    <a:pt x="1158441" y="47032"/>
                  </a:cubicBezTo>
                  <a:lnTo>
                    <a:pt x="1111722" y="45322"/>
                  </a:lnTo>
                  <a:cubicBezTo>
                    <a:pt x="1242345" y="42756"/>
                    <a:pt x="1401571" y="47032"/>
                    <a:pt x="1528380" y="41901"/>
                  </a:cubicBezTo>
                  <a:lnTo>
                    <a:pt x="1518845" y="39336"/>
                  </a:lnTo>
                  <a:cubicBezTo>
                    <a:pt x="1615144" y="35915"/>
                    <a:pt x="1596075" y="41901"/>
                    <a:pt x="1700954" y="40191"/>
                  </a:cubicBezTo>
                  <a:lnTo>
                    <a:pt x="1697140" y="41046"/>
                  </a:lnTo>
                  <a:cubicBezTo>
                    <a:pt x="1719070" y="38481"/>
                    <a:pt x="1746720" y="37625"/>
                    <a:pt x="1776277" y="38481"/>
                  </a:cubicBezTo>
                  <a:cubicBezTo>
                    <a:pt x="1749580" y="40191"/>
                    <a:pt x="1825856" y="42756"/>
                    <a:pt x="1791532" y="45322"/>
                  </a:cubicBezTo>
                  <a:cubicBezTo>
                    <a:pt x="1895458" y="41046"/>
                    <a:pt x="1843018" y="41901"/>
                    <a:pt x="1911667" y="35060"/>
                  </a:cubicBezTo>
                  <a:lnTo>
                    <a:pt x="1927875" y="38481"/>
                  </a:lnTo>
                  <a:cubicBezTo>
                    <a:pt x="1950758" y="35060"/>
                    <a:pt x="1952665" y="34205"/>
                    <a:pt x="2006058" y="33350"/>
                  </a:cubicBezTo>
                  <a:cubicBezTo>
                    <a:pt x="1962199" y="35915"/>
                    <a:pt x="2039429" y="37625"/>
                    <a:pt x="1990803" y="41901"/>
                  </a:cubicBezTo>
                  <a:cubicBezTo>
                    <a:pt x="2102356" y="48742"/>
                    <a:pt x="2155750" y="35060"/>
                    <a:pt x="2206282" y="45322"/>
                  </a:cubicBezTo>
                  <a:cubicBezTo>
                    <a:pt x="2257769" y="35915"/>
                    <a:pt x="2110938" y="40191"/>
                    <a:pt x="2139541" y="38481"/>
                  </a:cubicBezTo>
                  <a:cubicBezTo>
                    <a:pt x="2115705" y="35060"/>
                    <a:pt x="2181493" y="31639"/>
                    <a:pt x="2215817" y="32495"/>
                  </a:cubicBezTo>
                  <a:cubicBezTo>
                    <a:pt x="2251095" y="32495"/>
                    <a:pt x="2275884" y="43611"/>
                    <a:pt x="2365509" y="43611"/>
                  </a:cubicBezTo>
                  <a:cubicBezTo>
                    <a:pt x="2355974" y="43611"/>
                    <a:pt x="2355974" y="44466"/>
                    <a:pt x="2346440" y="44466"/>
                  </a:cubicBezTo>
                  <a:cubicBezTo>
                    <a:pt x="2379810" y="47032"/>
                    <a:pt x="2412228" y="41046"/>
                    <a:pt x="2453226" y="45322"/>
                  </a:cubicBezTo>
                  <a:cubicBezTo>
                    <a:pt x="2476109" y="40191"/>
                    <a:pt x="2505666" y="45322"/>
                    <a:pt x="2512340" y="38481"/>
                  </a:cubicBezTo>
                  <a:lnTo>
                    <a:pt x="2431297" y="40191"/>
                  </a:lnTo>
                  <a:cubicBezTo>
                    <a:pt x="2477062" y="38481"/>
                    <a:pt x="2520921" y="30784"/>
                    <a:pt x="2597197" y="34205"/>
                  </a:cubicBezTo>
                  <a:cubicBezTo>
                    <a:pt x="2591476" y="35915"/>
                    <a:pt x="2568593" y="37625"/>
                    <a:pt x="2552385" y="38481"/>
                  </a:cubicBezTo>
                  <a:cubicBezTo>
                    <a:pt x="2575268" y="41046"/>
                    <a:pt x="2595290" y="37625"/>
                    <a:pt x="2619126" y="39336"/>
                  </a:cubicBezTo>
                  <a:cubicBezTo>
                    <a:pt x="2612452" y="46177"/>
                    <a:pt x="2519967" y="41046"/>
                    <a:pt x="2470388" y="46177"/>
                  </a:cubicBezTo>
                  <a:cubicBezTo>
                    <a:pt x="2494224" y="48742"/>
                    <a:pt x="2563826" y="41046"/>
                    <a:pt x="2539036" y="48742"/>
                  </a:cubicBezTo>
                  <a:cubicBezTo>
                    <a:pt x="2574314" y="39336"/>
                    <a:pt x="2626754" y="49597"/>
                    <a:pt x="2686821" y="42756"/>
                  </a:cubicBezTo>
                  <a:lnTo>
                    <a:pt x="2683007" y="47032"/>
                  </a:lnTo>
                  <a:cubicBezTo>
                    <a:pt x="2692542" y="46177"/>
                    <a:pt x="2712564" y="44466"/>
                    <a:pt x="2729726" y="44466"/>
                  </a:cubicBezTo>
                  <a:lnTo>
                    <a:pt x="2698263" y="49597"/>
                  </a:lnTo>
                  <a:cubicBezTo>
                    <a:pt x="2746888" y="45322"/>
                    <a:pt x="2791701" y="53873"/>
                    <a:pt x="2838420" y="51308"/>
                  </a:cubicBezTo>
                  <a:cubicBezTo>
                    <a:pt x="2741168" y="51308"/>
                    <a:pt x="2816490" y="46177"/>
                    <a:pt x="2775492" y="43611"/>
                  </a:cubicBezTo>
                  <a:cubicBezTo>
                    <a:pt x="2896580" y="38481"/>
                    <a:pt x="2845094" y="54728"/>
                    <a:pt x="2980484" y="53018"/>
                  </a:cubicBezTo>
                  <a:cubicBezTo>
                    <a:pt x="2962368" y="53018"/>
                    <a:pt x="2911835" y="49597"/>
                    <a:pt x="2940439" y="47887"/>
                  </a:cubicBezTo>
                  <a:cubicBezTo>
                    <a:pt x="2966182" y="48742"/>
                    <a:pt x="2999553" y="50452"/>
                    <a:pt x="3015761" y="53018"/>
                  </a:cubicBezTo>
                  <a:cubicBezTo>
                    <a:pt x="3105386" y="52163"/>
                    <a:pt x="3002413" y="48742"/>
                    <a:pt x="3040551" y="46177"/>
                  </a:cubicBezTo>
                  <a:cubicBezTo>
                    <a:pt x="3071061" y="51308"/>
                    <a:pt x="3084410" y="44466"/>
                    <a:pt x="3123501" y="42756"/>
                  </a:cubicBezTo>
                  <a:lnTo>
                    <a:pt x="3123501" y="47032"/>
                  </a:lnTo>
                  <a:cubicBezTo>
                    <a:pt x="3226474" y="49597"/>
                    <a:pt x="3151151" y="38481"/>
                    <a:pt x="3242682" y="41901"/>
                  </a:cubicBezTo>
                  <a:lnTo>
                    <a:pt x="3204544" y="47032"/>
                  </a:lnTo>
                  <a:lnTo>
                    <a:pt x="3252217" y="46177"/>
                  </a:lnTo>
                  <a:lnTo>
                    <a:pt x="3241729" y="50452"/>
                  </a:lnTo>
                  <a:cubicBezTo>
                    <a:pt x="3294169" y="47032"/>
                    <a:pt x="3310377" y="47887"/>
                    <a:pt x="3361863" y="49597"/>
                  </a:cubicBezTo>
                  <a:cubicBezTo>
                    <a:pt x="3349469" y="46177"/>
                    <a:pt x="3368538" y="41901"/>
                    <a:pt x="3413350" y="41901"/>
                  </a:cubicBezTo>
                  <a:cubicBezTo>
                    <a:pt x="3444814" y="44466"/>
                    <a:pt x="3396188" y="46177"/>
                    <a:pt x="3461022" y="45322"/>
                  </a:cubicBezTo>
                  <a:cubicBezTo>
                    <a:pt x="3445767" y="47887"/>
                    <a:pt x="3430512" y="51308"/>
                    <a:pt x="3401908" y="47032"/>
                  </a:cubicBezTo>
                  <a:cubicBezTo>
                    <a:pt x="3399048" y="48742"/>
                    <a:pt x="3387607" y="49597"/>
                    <a:pt x="3384746" y="51308"/>
                  </a:cubicBezTo>
                  <a:cubicBezTo>
                    <a:pt x="3418117" y="53873"/>
                    <a:pt x="3468650" y="52163"/>
                    <a:pt x="3491533" y="52163"/>
                  </a:cubicBezTo>
                  <a:cubicBezTo>
                    <a:pt x="3482952" y="52163"/>
                    <a:pt x="3472464" y="51308"/>
                    <a:pt x="3466743" y="51308"/>
                  </a:cubicBezTo>
                  <a:lnTo>
                    <a:pt x="3560181" y="45322"/>
                  </a:lnTo>
                  <a:cubicBezTo>
                    <a:pt x="3574483" y="47032"/>
                    <a:pt x="3563041" y="47887"/>
                    <a:pt x="3551600" y="49597"/>
                  </a:cubicBezTo>
                  <a:cubicBezTo>
                    <a:pt x="3569715" y="48742"/>
                    <a:pt x="3583064" y="47032"/>
                    <a:pt x="3610714" y="47032"/>
                  </a:cubicBezTo>
                  <a:cubicBezTo>
                    <a:pt x="3604040" y="50452"/>
                    <a:pt x="3604993" y="53873"/>
                    <a:pt x="3565902" y="55583"/>
                  </a:cubicBezTo>
                  <a:lnTo>
                    <a:pt x="3654573" y="51308"/>
                  </a:lnTo>
                  <a:cubicBezTo>
                    <a:pt x="3660293" y="53018"/>
                    <a:pt x="3700338" y="55583"/>
                    <a:pt x="3688897" y="57293"/>
                  </a:cubicBezTo>
                  <a:cubicBezTo>
                    <a:pt x="3737523" y="59004"/>
                    <a:pt x="3809031" y="50452"/>
                    <a:pt x="3874819" y="53018"/>
                  </a:cubicBezTo>
                  <a:cubicBezTo>
                    <a:pt x="3877680" y="53018"/>
                    <a:pt x="3884354" y="52163"/>
                    <a:pt x="3898656" y="51308"/>
                  </a:cubicBezTo>
                  <a:cubicBezTo>
                    <a:pt x="3959676" y="53018"/>
                    <a:pt x="4014023" y="57293"/>
                    <a:pt x="4086485" y="52163"/>
                  </a:cubicBezTo>
                  <a:lnTo>
                    <a:pt x="4127484" y="58149"/>
                  </a:lnTo>
                  <a:cubicBezTo>
                    <a:pt x="4184691" y="57293"/>
                    <a:pt x="4072183" y="50452"/>
                    <a:pt x="4166575" y="48742"/>
                  </a:cubicBezTo>
                  <a:cubicBezTo>
                    <a:pt x="4233316" y="47032"/>
                    <a:pt x="4191365" y="53873"/>
                    <a:pt x="4215201" y="55583"/>
                  </a:cubicBezTo>
                  <a:cubicBezTo>
                    <a:pt x="4248572" y="53018"/>
                    <a:pt x="4306732" y="46177"/>
                    <a:pt x="4367753" y="51308"/>
                  </a:cubicBezTo>
                  <a:cubicBezTo>
                    <a:pt x="4347730" y="53018"/>
                    <a:pt x="4331522" y="51308"/>
                    <a:pt x="4312453" y="521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S4AAJkJAABDLgAAnwkAAAAAAAAmAAAACAAAAP//////////"/>
                </a:ext>
              </a:extLst>
            </p:cNvSpPr>
            <p:nvPr/>
          </p:nvSpPr>
          <p:spPr>
            <a:xfrm>
              <a:off x="7508875" y="1560195"/>
              <a:ext cx="11430" cy="3810"/>
            </a:xfrm>
            <a:custGeom>
              <a:avLst/>
              <a:gdLst/>
              <a:ahLst/>
              <a:cxnLst/>
              <a:rect l="0" t="0" r="11430" b="3810"/>
              <a:pathLst>
                <a:path w="11430" h="3810">
                  <a:moveTo>
                    <a:pt x="11430" y="3810"/>
                  </a:moveTo>
                  <a:cubicBezTo>
                    <a:pt x="7620" y="2540"/>
                    <a:pt x="6668" y="1270"/>
                    <a:pt x="5715" y="0"/>
                  </a:cubicBezTo>
                  <a:cubicBezTo>
                    <a:pt x="953" y="1270"/>
                    <a:pt x="0" y="2540"/>
                    <a:pt x="1143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iEAAKUJAAB1IQAApgkAAAAAAAAmAAAACAAAAP//////////"/>
                </a:ext>
              </a:extLst>
            </p:cNvSpPr>
            <p:nvPr/>
          </p:nvSpPr>
          <p:spPr>
            <a:xfrm>
              <a:off x="5434330" y="1567815"/>
              <a:ext cx="4445" cy="635"/>
            </a:xfrm>
            <a:custGeom>
              <a:avLst/>
              <a:gdLst/>
              <a:ahLst/>
              <a:cxnLst/>
              <a:rect l="0" t="0" r="4445" b="635"/>
              <a:pathLst>
                <a:path w="4445" h="635">
                  <a:moveTo>
                    <a:pt x="4445" y="635"/>
                  </a:moveTo>
                  <a:lnTo>
                    <a:pt x="2667" y="0"/>
                  </a:lnTo>
                  <a:cubicBezTo>
                    <a:pt x="889" y="635"/>
                    <a:pt x="889" y="635"/>
                    <a:pt x="0" y="635"/>
                  </a:cubicBezTo>
                  <a:lnTo>
                    <a:pt x="4445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TsAAKUJAACpOwAAqAkAAAAAAAAmAAAACAAAAP//////////"/>
                </a:ext>
              </a:extLst>
            </p:cNvSpPr>
            <p:nvPr/>
          </p:nvSpPr>
          <p:spPr>
            <a:xfrm>
              <a:off x="9672955" y="1567815"/>
              <a:ext cx="25400" cy="1905"/>
            </a:xfrm>
            <a:custGeom>
              <a:avLst/>
              <a:gdLst/>
              <a:ahLst/>
              <a:cxnLst/>
              <a:rect l="0" t="0" r="25400" b="1905"/>
              <a:pathLst>
                <a:path w="25400" h="1905">
                  <a:moveTo>
                    <a:pt x="25400" y="1905"/>
                  </a:moveTo>
                  <a:cubicBezTo>
                    <a:pt x="12230" y="1270"/>
                    <a:pt x="5644" y="635"/>
                    <a:pt x="941" y="0"/>
                  </a:cubicBezTo>
                  <a:cubicBezTo>
                    <a:pt x="0" y="635"/>
                    <a:pt x="5644" y="1270"/>
                    <a:pt x="2540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kMAAGgJAAC1QwAAbAkAAAAAAAAmAAAACAAAAP//////////"/>
                </a:ext>
              </a:extLst>
            </p:cNvSpPr>
            <p:nvPr/>
          </p:nvSpPr>
          <p:spPr>
            <a:xfrm>
              <a:off x="10966450" y="1529080"/>
              <a:ext cx="40005" cy="2540"/>
            </a:xfrm>
            <a:custGeom>
              <a:avLst/>
              <a:gdLst/>
              <a:ahLst/>
              <a:cxnLst/>
              <a:rect l="0" t="0" r="40005" b="2540"/>
              <a:pathLst>
                <a:path w="40005" h="2540">
                  <a:moveTo>
                    <a:pt x="40005" y="0"/>
                  </a:moveTo>
                  <a:lnTo>
                    <a:pt x="0" y="847"/>
                  </a:lnTo>
                  <a:cubicBezTo>
                    <a:pt x="19050" y="847"/>
                    <a:pt x="25717" y="1693"/>
                    <a:pt x="36195" y="2540"/>
                  </a:cubicBezTo>
                  <a:cubicBezTo>
                    <a:pt x="35242" y="1693"/>
                    <a:pt x="27622" y="0"/>
                    <a:pt x="40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UAAI0JAAD5RQAAkQkAAAAAAAAmAAAACAAAAP//////////"/>
                </a:ext>
              </a:extLst>
            </p:cNvSpPr>
            <p:nvPr/>
          </p:nvSpPr>
          <p:spPr>
            <a:xfrm>
              <a:off x="11330305" y="1552575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26090" y="2540"/>
                  </a:moveTo>
                  <a:cubicBezTo>
                    <a:pt x="31888" y="1693"/>
                    <a:pt x="38652" y="2540"/>
                    <a:pt x="44450" y="1693"/>
                  </a:cubicBezTo>
                  <a:lnTo>
                    <a:pt x="42517" y="0"/>
                  </a:lnTo>
                  <a:cubicBezTo>
                    <a:pt x="17393" y="0"/>
                    <a:pt x="0" y="1693"/>
                    <a:pt x="2609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kMAAHoJAABNRAAAhAkAAAAAAAAmAAAACAAAAP//////////"/>
                </a:ext>
              </a:extLst>
            </p:cNvSpPr>
            <p:nvPr/>
          </p:nvSpPr>
          <p:spPr>
            <a:xfrm>
              <a:off x="11042650" y="154051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0" y="2721"/>
                  </a:moveTo>
                  <a:cubicBezTo>
                    <a:pt x="2872" y="6350"/>
                    <a:pt x="28726" y="5443"/>
                    <a:pt x="57452" y="4536"/>
                  </a:cubicBezTo>
                  <a:lnTo>
                    <a:pt x="51707" y="4536"/>
                  </a:lnTo>
                  <a:cubicBezTo>
                    <a:pt x="60325" y="0"/>
                    <a:pt x="29683" y="907"/>
                    <a:pt x="0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kQAAH4JAAB/RAAAgAkAAAAAAAAmAAAACAAAAP//////////"/>
                </a:ext>
              </a:extLst>
            </p:cNvSpPr>
            <p:nvPr/>
          </p:nvSpPr>
          <p:spPr>
            <a:xfrm>
              <a:off x="11106150" y="1543050"/>
              <a:ext cx="28575" cy="1270"/>
            </a:xfrm>
            <a:custGeom>
              <a:avLst/>
              <a:gdLst/>
              <a:ahLst/>
              <a:cxnLst/>
              <a:rect l="0" t="0" r="28575" b="1270"/>
              <a:pathLst>
                <a:path w="28575" h="1270">
                  <a:moveTo>
                    <a:pt x="0" y="1270"/>
                  </a:moveTo>
                  <a:cubicBezTo>
                    <a:pt x="9217" y="1270"/>
                    <a:pt x="17513" y="1270"/>
                    <a:pt x="25809" y="1270"/>
                  </a:cubicBezTo>
                  <a:cubicBezTo>
                    <a:pt x="28575" y="0"/>
                    <a:pt x="15670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kEAAGIJAABUQgAAcgkAAAAAAAAmAAAACAAAAP//////////"/>
                </a:ext>
              </a:extLst>
            </p:cNvSpPr>
            <p:nvPr/>
          </p:nvSpPr>
          <p:spPr>
            <a:xfrm>
              <a:off x="10679430" y="1525270"/>
              <a:ext cx="102870" cy="10160"/>
            </a:xfrm>
            <a:custGeom>
              <a:avLst/>
              <a:gdLst/>
              <a:ahLst/>
              <a:cxnLst/>
              <a:rect l="0" t="0" r="102870" b="10160"/>
              <a:pathLst>
                <a:path w="102870" h="10160">
                  <a:moveTo>
                    <a:pt x="72670" y="7620"/>
                  </a:moveTo>
                  <a:cubicBezTo>
                    <a:pt x="85882" y="8467"/>
                    <a:pt x="81163" y="3387"/>
                    <a:pt x="88714" y="5080"/>
                  </a:cubicBezTo>
                  <a:cubicBezTo>
                    <a:pt x="102870" y="0"/>
                    <a:pt x="0" y="10160"/>
                    <a:pt x="72670" y="7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UMAAIkJAAAURAAAkQkAAAAAAAAmAAAACAAAAP//////////"/>
                </a:ext>
              </a:extLst>
            </p:cNvSpPr>
            <p:nvPr/>
          </p:nvSpPr>
          <p:spPr>
            <a:xfrm>
              <a:off x="11039475" y="1550035"/>
              <a:ext cx="27305" cy="5080"/>
            </a:xfrm>
            <a:custGeom>
              <a:avLst/>
              <a:gdLst/>
              <a:ahLst/>
              <a:cxnLst/>
              <a:rect l="0" t="0" r="27305" b="5080"/>
              <a:pathLst>
                <a:path w="27305" h="5080">
                  <a:moveTo>
                    <a:pt x="27305" y="5080"/>
                  </a:moveTo>
                  <a:lnTo>
                    <a:pt x="16180" y="0"/>
                  </a:lnTo>
                  <a:lnTo>
                    <a:pt x="0" y="4064"/>
                  </a:lnTo>
                  <a:lnTo>
                    <a:pt x="273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UIAAIcJAAANQwAAiwkAAAAAAAAmAAAACAAAAP//////////"/>
                </a:ext>
              </a:extLst>
            </p:cNvSpPr>
            <p:nvPr/>
          </p:nvSpPr>
          <p:spPr>
            <a:xfrm>
              <a:off x="10841355" y="1548765"/>
              <a:ext cx="58420" cy="2540"/>
            </a:xfrm>
            <a:custGeom>
              <a:avLst/>
              <a:gdLst/>
              <a:ahLst/>
              <a:cxnLst/>
              <a:rect l="0" t="0" r="58420" b="2540"/>
              <a:pathLst>
                <a:path w="58420" h="2540">
                  <a:moveTo>
                    <a:pt x="958" y="1693"/>
                  </a:moveTo>
                  <a:lnTo>
                    <a:pt x="46928" y="2540"/>
                  </a:lnTo>
                  <a:cubicBezTo>
                    <a:pt x="45970" y="1693"/>
                    <a:pt x="51716" y="1693"/>
                    <a:pt x="58420" y="1693"/>
                  </a:cubicBezTo>
                  <a:cubicBezTo>
                    <a:pt x="30647" y="847"/>
                    <a:pt x="0" y="0"/>
                    <a:pt x="958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UMAAIkJAABHQwAAiwkAAAAAAAAmAAAACAAAAP//////////"/>
                </a:ext>
              </a:extLst>
            </p:cNvSpPr>
            <p:nvPr/>
          </p:nvSpPr>
          <p:spPr>
            <a:xfrm>
              <a:off x="10899775" y="1550035"/>
              <a:ext cx="36830" cy="1270"/>
            </a:xfrm>
            <a:custGeom>
              <a:avLst/>
              <a:gdLst/>
              <a:ahLst/>
              <a:cxnLst/>
              <a:rect l="0" t="0" r="36830" b="1270"/>
              <a:pathLst>
                <a:path w="36830" h="1270">
                  <a:moveTo>
                    <a:pt x="0" y="1270"/>
                  </a:moveTo>
                  <a:cubicBezTo>
                    <a:pt x="14538" y="1270"/>
                    <a:pt x="29076" y="1270"/>
                    <a:pt x="36830" y="0"/>
                  </a:cubicBezTo>
                  <a:cubicBezTo>
                    <a:pt x="29076" y="0"/>
                    <a:pt x="11631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kMAAJEJAACyQwAAkQkAAAAAAAAmAAAACAAAAP//////////"/>
                </a:ext>
              </a:extLst>
            </p:cNvSpPr>
            <p:nvPr/>
          </p:nvSpPr>
          <p:spPr>
            <a:xfrm>
              <a:off x="10958830" y="1555115"/>
              <a:ext cx="45720" cy="0"/>
            </a:xfrm>
            <a:custGeom>
              <a:avLst/>
              <a:gdLst/>
              <a:ahLst/>
              <a:cxnLst/>
              <a:rect l="0" t="0" r="45720" b="0"/>
              <a:pathLst>
                <a:path w="45720">
                  <a:moveTo>
                    <a:pt x="45720" y="0"/>
                  </a:moveTo>
                  <a:lnTo>
                    <a:pt x="32101" y="0"/>
                  </a:lnTo>
                  <a:lnTo>
                    <a:pt x="0" y="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D8AAIcJAADFPwAAjQkAAAAAAAAmAAAACAAAAP//////////"/>
                </a:ext>
              </a:extLst>
            </p:cNvSpPr>
            <p:nvPr/>
          </p:nvSpPr>
          <p:spPr>
            <a:xfrm>
              <a:off x="10304780" y="1548765"/>
              <a:ext cx="61595" cy="3810"/>
            </a:xfrm>
            <a:custGeom>
              <a:avLst/>
              <a:gdLst/>
              <a:ahLst/>
              <a:cxnLst/>
              <a:rect l="0" t="0" r="61595" b="3810"/>
              <a:pathLst>
                <a:path w="61595" h="3810">
                  <a:moveTo>
                    <a:pt x="54014" y="0"/>
                  </a:moveTo>
                  <a:lnTo>
                    <a:pt x="4738" y="953"/>
                  </a:lnTo>
                  <a:cubicBezTo>
                    <a:pt x="0" y="2858"/>
                    <a:pt x="13266" y="3810"/>
                    <a:pt x="31271" y="3810"/>
                  </a:cubicBezTo>
                  <a:cubicBezTo>
                    <a:pt x="42642" y="1905"/>
                    <a:pt x="61595" y="1905"/>
                    <a:pt x="54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AAAJUJAACkQAAAnwkAAAAAAAAmAAAACAAAAP//////////"/>
                </a:ext>
              </a:extLst>
            </p:cNvSpPr>
            <p:nvPr/>
          </p:nvSpPr>
          <p:spPr>
            <a:xfrm>
              <a:off x="10483850" y="1557655"/>
              <a:ext cx="24130" cy="6350"/>
            </a:xfrm>
            <a:custGeom>
              <a:avLst/>
              <a:gdLst/>
              <a:ahLst/>
              <a:cxnLst/>
              <a:rect l="0" t="0" r="24130" b="6350"/>
              <a:pathLst>
                <a:path w="24130" h="6350">
                  <a:moveTo>
                    <a:pt x="24130" y="3629"/>
                  </a:moveTo>
                  <a:cubicBezTo>
                    <a:pt x="10617" y="2721"/>
                    <a:pt x="9652" y="1814"/>
                    <a:pt x="1930" y="0"/>
                  </a:cubicBezTo>
                  <a:lnTo>
                    <a:pt x="0" y="6350"/>
                  </a:lnTo>
                  <a:lnTo>
                    <a:pt x="24130" y="3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D8AAJ8JAAAJQAAAowkAAAAAAAAmAAAACAAAAP//////////"/>
                </a:ext>
              </a:extLst>
            </p:cNvSpPr>
            <p:nvPr/>
          </p:nvSpPr>
          <p:spPr>
            <a:xfrm>
              <a:off x="10292080" y="1564005"/>
              <a:ext cx="117475" cy="2540"/>
            </a:xfrm>
            <a:custGeom>
              <a:avLst/>
              <a:gdLst/>
              <a:ahLst/>
              <a:cxnLst/>
              <a:rect l="0" t="0" r="117475" b="2540"/>
              <a:pathLst>
                <a:path w="117475" h="2540">
                  <a:moveTo>
                    <a:pt x="71631" y="0"/>
                  </a:moveTo>
                  <a:cubicBezTo>
                    <a:pt x="66855" y="635"/>
                    <a:pt x="0" y="2540"/>
                    <a:pt x="63035" y="2540"/>
                  </a:cubicBezTo>
                  <a:cubicBezTo>
                    <a:pt x="67810" y="1270"/>
                    <a:pt x="117475" y="635"/>
                    <a:pt x="71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sAAIQJAABCOwAAkQkAAAAAAAAmAAAACAAAAP//////////"/>
                </a:ext>
              </a:extLst>
            </p:cNvSpPr>
            <p:nvPr/>
          </p:nvSpPr>
          <p:spPr>
            <a:xfrm>
              <a:off x="9622155" y="1546860"/>
              <a:ext cx="10795" cy="8255"/>
            </a:xfrm>
            <a:custGeom>
              <a:avLst/>
              <a:gdLst/>
              <a:ahLst/>
              <a:cxnLst/>
              <a:rect l="0" t="0" r="10795" b="8255"/>
              <a:pathLst>
                <a:path w="10795" h="8255">
                  <a:moveTo>
                    <a:pt x="0" y="8255"/>
                  </a:moveTo>
                  <a:lnTo>
                    <a:pt x="10795" y="8255"/>
                  </a:lnTo>
                  <a:lnTo>
                    <a:pt x="9964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jcAAKYJAACqNwAAtAkAAAAAAAAmAAAACAAAAP//////////"/>
                </a:ext>
              </a:extLst>
            </p:cNvSpPr>
            <p:nvPr/>
          </p:nvSpPr>
          <p:spPr>
            <a:xfrm>
              <a:off x="8952230" y="1568450"/>
              <a:ext cx="96520" cy="8890"/>
            </a:xfrm>
            <a:custGeom>
              <a:avLst/>
              <a:gdLst/>
              <a:ahLst/>
              <a:cxnLst/>
              <a:rect l="0" t="0" r="96520" b="8890"/>
              <a:pathLst>
                <a:path w="96520" h="8890">
                  <a:moveTo>
                    <a:pt x="15290" y="7112"/>
                  </a:moveTo>
                  <a:cubicBezTo>
                    <a:pt x="74540" y="8890"/>
                    <a:pt x="29625" y="889"/>
                    <a:pt x="82185" y="3556"/>
                  </a:cubicBezTo>
                  <a:cubicBezTo>
                    <a:pt x="96520" y="1778"/>
                    <a:pt x="39181" y="1778"/>
                    <a:pt x="53516" y="0"/>
                  </a:cubicBezTo>
                  <a:cubicBezTo>
                    <a:pt x="18157" y="1778"/>
                    <a:pt x="0" y="889"/>
                    <a:pt x="15290" y="7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zcAAKMJAACCNwAApgkAAAAAAAAmAAAACAAAAP//////////"/>
                </a:ext>
              </a:extLst>
            </p:cNvSpPr>
            <p:nvPr/>
          </p:nvSpPr>
          <p:spPr>
            <a:xfrm>
              <a:off x="9006205" y="1566545"/>
              <a:ext cx="17145" cy="1905"/>
            </a:xfrm>
            <a:custGeom>
              <a:avLst/>
              <a:gdLst/>
              <a:ahLst/>
              <a:cxnLst/>
              <a:rect l="0" t="0" r="17145" b="1905"/>
              <a:pathLst>
                <a:path w="17145" h="1905">
                  <a:moveTo>
                    <a:pt x="0" y="1905"/>
                  </a:moveTo>
                  <a:lnTo>
                    <a:pt x="17145" y="0"/>
                  </a:lnTo>
                  <a:cubicBezTo>
                    <a:pt x="7218" y="952"/>
                    <a:pt x="2707" y="952"/>
                    <a:pt x="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AkAAFUJAAAACgAAWwkAAAAAAAAmAAAACAAAAP//////////"/>
                </a:ext>
              </a:extLst>
            </p:cNvSpPr>
            <p:nvPr/>
          </p:nvSpPr>
          <p:spPr>
            <a:xfrm>
              <a:off x="1587500" y="1517015"/>
              <a:ext cx="38100" cy="3810"/>
            </a:xfrm>
            <a:custGeom>
              <a:avLst/>
              <a:gdLst/>
              <a:ahLst/>
              <a:cxnLst/>
              <a:rect l="0" t="0" r="38100" b="3810"/>
              <a:pathLst>
                <a:path w="38100" h="3810">
                  <a:moveTo>
                    <a:pt x="38100" y="1905"/>
                  </a:moveTo>
                  <a:lnTo>
                    <a:pt x="0" y="0"/>
                  </a:lnTo>
                  <a:lnTo>
                    <a:pt x="24423" y="3810"/>
                  </a:lnTo>
                  <a:lnTo>
                    <a:pt x="3810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FkJAACNCQAAYQkAAAAAAAAmAAAACAAAAP//////////"/>
                </a:ext>
              </a:extLst>
            </p:cNvSpPr>
            <p:nvPr/>
          </p:nvSpPr>
          <p:spPr>
            <a:xfrm>
              <a:off x="1522730" y="1519555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lnTo>
                    <a:pt x="21451" y="0"/>
                  </a:lnTo>
                  <a:lnTo>
                    <a:pt x="0" y="4233"/>
                  </a:lnTo>
                  <a:cubicBezTo>
                    <a:pt x="7461" y="4233"/>
                    <a:pt x="24249" y="4233"/>
                    <a:pt x="29845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gAAK4JAAAdKQAAtAkAAAAAAAAmAAAACAAAAP//////////"/>
                </a:ext>
              </a:extLst>
            </p:cNvSpPr>
            <p:nvPr/>
          </p:nvSpPr>
          <p:spPr>
            <a:xfrm>
              <a:off x="6650355" y="1573530"/>
              <a:ext cx="33020" cy="3810"/>
            </a:xfrm>
            <a:custGeom>
              <a:avLst/>
              <a:gdLst/>
              <a:ahLst/>
              <a:cxnLst/>
              <a:rect l="0" t="0" r="33020" b="3810"/>
              <a:pathLst>
                <a:path w="33020" h="3810">
                  <a:moveTo>
                    <a:pt x="30106" y="3810"/>
                  </a:moveTo>
                  <a:lnTo>
                    <a:pt x="33020" y="1905"/>
                  </a:lnTo>
                  <a:cubicBezTo>
                    <a:pt x="27193" y="953"/>
                    <a:pt x="17481" y="953"/>
                    <a:pt x="0" y="0"/>
                  </a:cubicBezTo>
                  <a:lnTo>
                    <a:pt x="30106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UAAKMJAAACJgAAqgkAAAAAAAAmAAAACAAAAP//////////"/>
                </a:ext>
              </a:extLst>
            </p:cNvSpPr>
            <p:nvPr/>
          </p:nvSpPr>
          <p:spPr>
            <a:xfrm>
              <a:off x="6162675" y="1566545"/>
              <a:ext cx="15875" cy="4445"/>
            </a:xfrm>
            <a:custGeom>
              <a:avLst/>
              <a:gdLst/>
              <a:ahLst/>
              <a:cxnLst/>
              <a:rect l="0" t="0" r="15875" b="4445"/>
              <a:pathLst>
                <a:path w="15875" h="4445">
                  <a:moveTo>
                    <a:pt x="7470" y="4445"/>
                  </a:moveTo>
                  <a:lnTo>
                    <a:pt x="15875" y="4445"/>
                  </a:lnTo>
                  <a:lnTo>
                    <a:pt x="0" y="0"/>
                  </a:lnTo>
                  <a:lnTo>
                    <a:pt x="747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iMAAKoJAACtIwAAtAkAAAAAAAAmAAAACAAAAP//////////"/>
                </a:ext>
              </a:extLst>
            </p:cNvSpPr>
            <p:nvPr/>
          </p:nvSpPr>
          <p:spPr>
            <a:xfrm>
              <a:off x="5739130" y="157099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4787" y="5556"/>
                  </a:moveTo>
                  <a:cubicBezTo>
                    <a:pt x="22023" y="6350"/>
                    <a:pt x="43089" y="4763"/>
                    <a:pt x="60325" y="5556"/>
                  </a:cubicBezTo>
                  <a:cubicBezTo>
                    <a:pt x="22023" y="6350"/>
                    <a:pt x="0" y="0"/>
                    <a:pt x="4787" y="55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+AcAABAAAAAmAAAACAAAAAGAAAAAAAAA"/>
              </a:ext>
            </a:extLst>
          </p:cNvSpPr>
          <p:nvPr>
            <p:ph type="title"/>
          </p:nvPr>
        </p:nvSpPr>
        <p:spPr>
          <a:xfrm>
            <a:off x="1522730" y="274955"/>
            <a:ext cx="9143365" cy="1020445"/>
          </a:xfrm>
        </p:spPr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텍스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JJAAAaBAAABAAAAAmAAAACAAAAIGAAAAAAAAA"/>
              </a:ext>
            </a:extLst>
          </p:cNvSpPr>
          <p:nvPr>
            <p:ph idx="1"/>
          </p:nvPr>
        </p:nvSpPr>
        <p:spPr>
          <a:xfrm>
            <a:off x="1522730" y="1905000"/>
            <a:ext cx="4416425" cy="762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indent="0">
              <a:spcBef>
                <a:spcPts val="0"/>
              </a:spcBef>
              <a:buNone/>
              <a:defRPr lang="ko-kr" sz="2400" b="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2000" b="1" cap="none"/>
            </a:lvl2pPr>
            <a:lvl3pPr marL="914400" indent="0">
              <a:buNone/>
              <a:defRPr lang="ko-kr" sz="1800" b="1" cap="none"/>
            </a:lvl3pPr>
            <a:lvl4pPr marL="1371600" indent="0">
              <a:buNone/>
              <a:defRPr lang="ko-kr" sz="1600" b="1" cap="none"/>
            </a:lvl4pPr>
            <a:lvl5pPr marL="1828800" indent="0">
              <a:buNone/>
              <a:defRPr lang="ko-kr" sz="1600" b="1" cap="none"/>
            </a:lvl5pPr>
            <a:lvl6pPr marL="2286000" indent="0">
              <a:buNone/>
              <a:defRPr lang="ko-kr" sz="1600" b="1" cap="none"/>
            </a:lvl6pPr>
            <a:lvl7pPr marL="2743200" indent="0">
              <a:buNone/>
              <a:defRPr lang="ko-kr" sz="1600" b="1" cap="none"/>
            </a:lvl7pPr>
            <a:lvl8pPr marL="3200400" indent="0">
              <a:buNone/>
              <a:defRPr lang="ko-kr" sz="1600" b="1" cap="none"/>
            </a:lvl8pPr>
            <a:lvl9pPr marL="3657600" indent="0">
              <a:buNone/>
              <a:defRPr lang="ko-kr" sz="1600" b="1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9" name="내용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FgRAACJJAAA+CUAABAAAAAmAAAACAAAAAGAAAAAAAAA"/>
              </a:ext>
            </a:extLst>
          </p:cNvSpPr>
          <p:nvPr>
            <p:ph idx="2"/>
          </p:nvPr>
        </p:nvSpPr>
        <p:spPr>
          <a:xfrm>
            <a:off x="1522730" y="2819400"/>
            <a:ext cx="4416425" cy="3352800"/>
          </a:xfrm>
        </p:spPr>
        <p:txBody>
          <a:bodyPr/>
          <a:lstStyle>
            <a:lvl1pPr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sz="20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sz="18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957070">
              <a:defRPr lang="ko-kr" sz="1600" cap="none"/>
            </a:lvl6pPr>
            <a:lvl7pPr marL="1957070">
              <a:defRPr lang="ko-kr" sz="1600" cap="none" baseline="0"/>
            </a:lvl7pPr>
            <a:lvl8pPr marL="1957070">
              <a:defRPr lang="ko-kr" sz="1600" cap="none" baseline="0"/>
            </a:lvl8pPr>
            <a:lvl9pPr marL="1957070">
              <a:defRPr lang="ko-kr" sz="1600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80" name="텍스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iYAALgLAACdQQAAaBAAABAAAAAmAAAACAAAAIGAAAAAAAAA"/>
              </a:ext>
            </a:extLst>
          </p:cNvSpPr>
          <p:nvPr>
            <p:ph idx="3"/>
          </p:nvPr>
        </p:nvSpPr>
        <p:spPr>
          <a:xfrm>
            <a:off x="6249670" y="1905000"/>
            <a:ext cx="4416425" cy="762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indent="0">
              <a:spcBef>
                <a:spcPts val="0"/>
              </a:spcBef>
              <a:buNone/>
              <a:defRPr lang="ko-kr" sz="2400" b="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2000" b="1" cap="none"/>
            </a:lvl2pPr>
            <a:lvl3pPr marL="914400" indent="0">
              <a:buNone/>
              <a:defRPr lang="ko-kr" sz="1800" b="1" cap="none"/>
            </a:lvl3pPr>
            <a:lvl4pPr marL="1371600" indent="0">
              <a:buNone/>
              <a:defRPr lang="ko-kr" sz="1600" b="1" cap="none"/>
            </a:lvl4pPr>
            <a:lvl5pPr marL="1828800" indent="0">
              <a:buNone/>
              <a:defRPr lang="ko-kr" sz="1600" b="1" cap="none"/>
            </a:lvl5pPr>
            <a:lvl6pPr marL="2286000" indent="0">
              <a:buNone/>
              <a:defRPr lang="ko-kr" sz="1600" b="1" cap="none"/>
            </a:lvl6pPr>
            <a:lvl7pPr marL="2743200" indent="0">
              <a:buNone/>
              <a:defRPr lang="ko-kr" sz="1600" b="1" cap="none"/>
            </a:lvl7pPr>
            <a:lvl8pPr marL="3200400" indent="0">
              <a:buNone/>
              <a:defRPr lang="ko-kr" sz="1600" b="1" cap="none"/>
            </a:lvl8pPr>
            <a:lvl9pPr marL="3657600" indent="0">
              <a:buNone/>
              <a:defRPr lang="ko-kr" sz="1600" b="1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81" name="내용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iYAAFgRAACdQQAA+CUAABAAAAAmAAAACAAAAAGAAAAAAAAA"/>
              </a:ext>
            </a:extLst>
          </p:cNvSpPr>
          <p:nvPr>
            <p:ph idx="4"/>
          </p:nvPr>
        </p:nvSpPr>
        <p:spPr>
          <a:xfrm>
            <a:off x="6249670" y="2819400"/>
            <a:ext cx="4416425" cy="3352800"/>
          </a:xfrm>
        </p:spPr>
        <p:txBody>
          <a:bodyPr/>
          <a:lstStyle>
            <a:lvl1pPr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sz="20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sz="18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 marL="1957070"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957070">
              <a:defRPr lang="ko-kr" sz="1600" cap="none"/>
            </a:lvl6pPr>
            <a:lvl7pPr marL="1957070">
              <a:defRPr lang="ko-kr" sz="1600" cap="none"/>
            </a:lvl7pPr>
            <a:lvl8pPr marL="1957070">
              <a:defRPr lang="ko-kr" sz="1600" cap="none"/>
            </a:lvl8pPr>
            <a:lvl9pPr marL="1957070">
              <a:defRPr lang="ko-kr" sz="1600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82" name="날짜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5BA3-EDE7-5BAD-A9B6-1BF815F85F4E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83" name="바닥글 개체 틀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84" name="슬라이드 번호 개체 틀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2680-CEE7-5BD0-A9B6-388568F85F6D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PwY4wQfAAAAVAAAAAAAAAAAAAAAAAAAAAAAAAAAAAAAAAAAAAAAAAAAAAAAAAAAAAAAAAAAAAAAAAAAAAAAAAAAAAAAAAAAAAAAAAAAAAAAAAAAAAAAAAAAAAAAAAAAACEAAAAYAAAAFAAAAF4JAABRCQAAY0oAALYJAAAQAAAAJgAAAAgAAAD/////AAAAAA=="/>
              </a:ext>
            </a:extLst>
          </p:cNvGrpSpPr>
          <p:nvPr/>
        </p:nvGrpSpPr>
        <p:grpSpPr>
          <a:xfrm>
            <a:off x="1522730" y="1514475"/>
            <a:ext cx="10569575" cy="64135"/>
            <a:chOff x="1522730" y="1514475"/>
            <a:chExt cx="10569575" cy="64135"/>
          </a:xfrm>
        </p:grpSpPr>
        <p:sp>
          <p:nvSpPr>
            <p:cNvPr id="76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0kAAGIJAABjSgAAagkAAAAAAAAmAAAACAAAAP//////////"/>
                </a:ext>
              </a:extLst>
            </p:cNvSpPr>
            <p:nvPr/>
          </p:nvSpPr>
          <p:spPr>
            <a:xfrm>
              <a:off x="12028805" y="1525270"/>
              <a:ext cx="63500" cy="5080"/>
            </a:xfrm>
            <a:custGeom>
              <a:avLst/>
              <a:gdLst/>
              <a:ahLst/>
              <a:cxnLst/>
              <a:rect l="0" t="0" r="63500" b="5080"/>
              <a:pathLst>
                <a:path w="63500" h="5080">
                  <a:moveTo>
                    <a:pt x="28433" y="5080"/>
                  </a:moveTo>
                  <a:lnTo>
                    <a:pt x="63500" y="2540"/>
                  </a:lnTo>
                  <a:cubicBezTo>
                    <a:pt x="56866" y="1693"/>
                    <a:pt x="24642" y="847"/>
                    <a:pt x="36963" y="0"/>
                  </a:cubicBezTo>
                  <a:cubicBezTo>
                    <a:pt x="0" y="847"/>
                    <a:pt x="7582" y="2540"/>
                    <a:pt x="28433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9UkAAG4JAAATSgAAcAkAAAAAAAAmAAAACAAAAP//////////"/>
                </a:ext>
              </a:extLst>
            </p:cNvSpPr>
            <p:nvPr/>
          </p:nvSpPr>
          <p:spPr>
            <a:xfrm>
              <a:off x="12022455" y="153289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9050" y="635"/>
                  </a:lnTo>
                  <a:cubicBezTo>
                    <a:pt x="15240" y="0"/>
                    <a:pt x="1047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oAAGwJAABRSgAAdgkAAAAAAAAmAAAACAAAAP//////////"/>
                </a:ext>
              </a:extLst>
            </p:cNvSpPr>
            <p:nvPr/>
          </p:nvSpPr>
          <p:spPr>
            <a:xfrm>
              <a:off x="12041505" y="1531620"/>
              <a:ext cx="39370" cy="6350"/>
            </a:xfrm>
            <a:custGeom>
              <a:avLst/>
              <a:gdLst/>
              <a:ahLst/>
              <a:cxnLst/>
              <a:rect l="0" t="0" r="39370" b="6350"/>
              <a:pathLst>
                <a:path w="39370" h="6350">
                  <a:moveTo>
                    <a:pt x="39370" y="0"/>
                  </a:moveTo>
                  <a:lnTo>
                    <a:pt x="0" y="2117"/>
                  </a:lnTo>
                  <a:cubicBezTo>
                    <a:pt x="4801" y="3175"/>
                    <a:pt x="5761" y="6350"/>
                    <a:pt x="18245" y="1058"/>
                  </a:cubicBezTo>
                  <a:cubicBezTo>
                    <a:pt x="14404" y="3175"/>
                    <a:pt x="22086" y="1058"/>
                    <a:pt x="39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UgAAGQJAAAMSQAAbAkAAAAAAAAmAAAACAAAAP//////////"/>
                </a:ext>
              </a:extLst>
            </p:cNvSpPr>
            <p:nvPr/>
          </p:nvSpPr>
          <p:spPr>
            <a:xfrm>
              <a:off x="11831955" y="1526540"/>
              <a:ext cx="42545" cy="5080"/>
            </a:xfrm>
            <a:custGeom>
              <a:avLst/>
              <a:gdLst/>
              <a:ahLst/>
              <a:cxnLst/>
              <a:rect l="0" t="0" r="42545" b="5080"/>
              <a:pathLst>
                <a:path w="42545" h="5080">
                  <a:moveTo>
                    <a:pt x="1890" y="0"/>
                  </a:moveTo>
                  <a:cubicBezTo>
                    <a:pt x="0" y="847"/>
                    <a:pt x="14181" y="3387"/>
                    <a:pt x="17018" y="5080"/>
                  </a:cubicBezTo>
                  <a:lnTo>
                    <a:pt x="42545" y="3387"/>
                  </a:lnTo>
                  <a:cubicBezTo>
                    <a:pt x="29308" y="2540"/>
                    <a:pt x="3781" y="1693"/>
                    <a:pt x="18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kgAAGwJAADnSAAAcAkAAAAAAAAmAAAACAAAAP//////////"/>
                </a:ext>
              </a:extLst>
            </p:cNvSpPr>
            <p:nvPr/>
          </p:nvSpPr>
          <p:spPr>
            <a:xfrm>
              <a:off x="11809730" y="1531620"/>
              <a:ext cx="41275" cy="2540"/>
            </a:xfrm>
            <a:custGeom>
              <a:avLst/>
              <a:gdLst/>
              <a:ahLst/>
              <a:cxnLst/>
              <a:rect l="0" t="0" r="41275" b="2540"/>
              <a:pathLst>
                <a:path w="41275" h="2540">
                  <a:moveTo>
                    <a:pt x="39398" y="0"/>
                  </a:moveTo>
                  <a:lnTo>
                    <a:pt x="0" y="2540"/>
                  </a:lnTo>
                  <a:cubicBezTo>
                    <a:pt x="34708" y="2540"/>
                    <a:pt x="41275" y="1693"/>
                    <a:pt x="39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0kAAHYJAABRSgAAfAkAAAAAAAAmAAAACAAAAP//////////"/>
                </a:ext>
              </a:extLst>
            </p:cNvSpPr>
            <p:nvPr/>
          </p:nvSpPr>
          <p:spPr>
            <a:xfrm>
              <a:off x="12003405" y="1537970"/>
              <a:ext cx="77470" cy="3810"/>
            </a:xfrm>
            <a:custGeom>
              <a:avLst/>
              <a:gdLst/>
              <a:ahLst/>
              <a:cxnLst/>
              <a:rect l="0" t="0" r="77470" b="3810"/>
              <a:pathLst>
                <a:path w="77470" h="3810">
                  <a:moveTo>
                    <a:pt x="13227" y="3810"/>
                  </a:moveTo>
                  <a:lnTo>
                    <a:pt x="77470" y="0"/>
                  </a:lnTo>
                  <a:lnTo>
                    <a:pt x="0" y="3810"/>
                  </a:lnTo>
                  <a:lnTo>
                    <a:pt x="13227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kcAAF8JAAABSAAAZgkAAAAAAAAmAAAACAAAAP//////////"/>
                </a:ext>
              </a:extLst>
            </p:cNvSpPr>
            <p:nvPr/>
          </p:nvSpPr>
          <p:spPr>
            <a:xfrm>
              <a:off x="11664950" y="1523365"/>
              <a:ext cx="40005" cy="4445"/>
            </a:xfrm>
            <a:custGeom>
              <a:avLst/>
              <a:gdLst/>
              <a:ahLst/>
              <a:cxnLst/>
              <a:rect l="0" t="0" r="40005" b="4445"/>
              <a:pathLst>
                <a:path w="40005" h="4445">
                  <a:moveTo>
                    <a:pt x="18097" y="3556"/>
                  </a:moveTo>
                  <a:lnTo>
                    <a:pt x="40005" y="0"/>
                  </a:lnTo>
                  <a:lnTo>
                    <a:pt x="0" y="4445"/>
                  </a:lnTo>
                  <a:lnTo>
                    <a:pt x="18097" y="3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YAAF0JAABZRwAAZAkAAAAAAAAmAAAACAAAAP//////////"/>
                </a:ext>
              </a:extLst>
            </p:cNvSpPr>
            <p:nvPr/>
          </p:nvSpPr>
          <p:spPr>
            <a:xfrm>
              <a:off x="11506200" y="1522095"/>
              <a:ext cx="92075" cy="4445"/>
            </a:xfrm>
            <a:custGeom>
              <a:avLst/>
              <a:gdLst/>
              <a:ahLst/>
              <a:cxnLst/>
              <a:rect l="0" t="0" r="92075" b="4445"/>
              <a:pathLst>
                <a:path w="92075" h="4445">
                  <a:moveTo>
                    <a:pt x="76102" y="4445"/>
                  </a:moveTo>
                  <a:cubicBezTo>
                    <a:pt x="92075" y="2222"/>
                    <a:pt x="53553" y="740"/>
                    <a:pt x="70465" y="0"/>
                  </a:cubicBezTo>
                  <a:cubicBezTo>
                    <a:pt x="44158" y="0"/>
                    <a:pt x="20669" y="1481"/>
                    <a:pt x="0" y="3704"/>
                  </a:cubicBezTo>
                  <a:cubicBezTo>
                    <a:pt x="22548" y="2222"/>
                    <a:pt x="46037" y="2963"/>
                    <a:pt x="76102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YAAGIJAADIRgAAaAkAAAAAAAAmAAAACAAAAP//////////"/>
                </a:ext>
              </a:extLst>
            </p:cNvSpPr>
            <p:nvPr/>
          </p:nvSpPr>
          <p:spPr>
            <a:xfrm>
              <a:off x="11471275" y="1525270"/>
              <a:ext cx="34925" cy="3810"/>
            </a:xfrm>
            <a:custGeom>
              <a:avLst/>
              <a:gdLst/>
              <a:ahLst/>
              <a:cxnLst/>
              <a:rect l="0" t="0" r="34925" b="3810"/>
              <a:pathLst>
                <a:path w="34925" h="3810">
                  <a:moveTo>
                    <a:pt x="0" y="3810"/>
                  </a:moveTo>
                  <a:cubicBezTo>
                    <a:pt x="10671" y="2540"/>
                    <a:pt x="22313" y="1270"/>
                    <a:pt x="34925" y="0"/>
                  </a:cubicBezTo>
                  <a:cubicBezTo>
                    <a:pt x="23283" y="0"/>
                    <a:pt x="11641" y="1270"/>
                    <a:pt x="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gAAGgJAAA6SAAAcAkAAAAAAAAmAAAACAAAAP//////////"/>
                </a:ext>
              </a:extLst>
            </p:cNvSpPr>
            <p:nvPr/>
          </p:nvSpPr>
          <p:spPr>
            <a:xfrm>
              <a:off x="11711305" y="1529080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cubicBezTo>
                    <a:pt x="27047" y="4064"/>
                    <a:pt x="21451" y="1016"/>
                    <a:pt x="0" y="0"/>
                  </a:cubicBezTo>
                  <a:lnTo>
                    <a:pt x="14922" y="5080"/>
                  </a:lnTo>
                  <a:lnTo>
                    <a:pt x="2984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UcAAG4JAAAkSAAAcAkAAAAAAAAmAAAACAAAAP//////////"/>
                </a:ext>
              </a:extLst>
            </p:cNvSpPr>
            <p:nvPr/>
          </p:nvSpPr>
          <p:spPr>
            <a:xfrm>
              <a:off x="11692255" y="1532890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34925" y="1270"/>
                  </a:moveTo>
                  <a:lnTo>
                    <a:pt x="33954" y="1270"/>
                  </a:lnTo>
                  <a:lnTo>
                    <a:pt x="0" y="0"/>
                  </a:lnTo>
                  <a:lnTo>
                    <a:pt x="3492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kgAAHAJAABCSAAAcAkAAAAAAAAmAAAACAAAAP//////////"/>
                </a:ext>
              </a:extLst>
            </p:cNvSpPr>
            <p:nvPr/>
          </p:nvSpPr>
          <p:spPr>
            <a:xfrm>
              <a:off x="11741150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5080" y="0"/>
                  </a:moveTo>
                  <a:lnTo>
                    <a:pt x="0" y="0"/>
                  </a:lnTo>
                  <a:cubicBezTo>
                    <a:pt x="2032" y="0"/>
                    <a:pt x="3048" y="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EgAAHYJAABISQAAhAkAAAAAAAAmAAAACAAAAP//////////"/>
                </a:ext>
              </a:extLst>
            </p:cNvSpPr>
            <p:nvPr/>
          </p:nvSpPr>
          <p:spPr>
            <a:xfrm>
              <a:off x="11841480" y="1537970"/>
              <a:ext cx="71120" cy="8890"/>
            </a:xfrm>
            <a:custGeom>
              <a:avLst/>
              <a:gdLst/>
              <a:ahLst/>
              <a:cxnLst/>
              <a:rect l="0" t="0" r="71120" b="8890"/>
              <a:pathLst>
                <a:path w="71120" h="8890">
                  <a:moveTo>
                    <a:pt x="71120" y="0"/>
                  </a:moveTo>
                  <a:cubicBezTo>
                    <a:pt x="48362" y="2963"/>
                    <a:pt x="0" y="4939"/>
                    <a:pt x="46465" y="8890"/>
                  </a:cubicBezTo>
                  <a:cubicBezTo>
                    <a:pt x="62586" y="5927"/>
                    <a:pt x="36034" y="3951"/>
                    <a:pt x="7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IJAACmSAAAeAkAAAAAAAAmAAAACAAAAP//////////"/>
                </a:ext>
              </a:extLst>
            </p:cNvSpPr>
            <p:nvPr/>
          </p:nvSpPr>
          <p:spPr>
            <a:xfrm>
              <a:off x="11765280" y="1535430"/>
              <a:ext cx="44450" cy="3810"/>
            </a:xfrm>
            <a:custGeom>
              <a:avLst/>
              <a:gdLst/>
              <a:ahLst/>
              <a:cxnLst/>
              <a:rect l="0" t="0" r="44450" b="3810"/>
              <a:pathLst>
                <a:path w="44450" h="3810">
                  <a:moveTo>
                    <a:pt x="0" y="2858"/>
                  </a:moveTo>
                  <a:lnTo>
                    <a:pt x="41613" y="3810"/>
                  </a:lnTo>
                  <a:cubicBezTo>
                    <a:pt x="40667" y="2858"/>
                    <a:pt x="33101" y="953"/>
                    <a:pt x="44450" y="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0gAAHYJAABgSAAAegkAAAAAAAAmAAAACAAAAP//////////"/>
                </a:ext>
              </a:extLst>
            </p:cNvSpPr>
            <p:nvPr/>
          </p:nvSpPr>
          <p:spPr>
            <a:xfrm>
              <a:off x="11744325" y="1537970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0" y="2540"/>
                  </a:moveTo>
                  <a:lnTo>
                    <a:pt x="20955" y="0"/>
                  </a:lnTo>
                  <a:lnTo>
                    <a:pt x="4762" y="0"/>
                  </a:lnTo>
                  <a:lnTo>
                    <a:pt x="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0YAAGwJAAAqRwAAcgkAAAAAAAAmAAAACAAAAP//////////"/>
                </a:ext>
              </a:extLst>
            </p:cNvSpPr>
            <p:nvPr/>
          </p:nvSpPr>
          <p:spPr>
            <a:xfrm>
              <a:off x="11482705" y="1531620"/>
              <a:ext cx="85725" cy="3810"/>
            </a:xfrm>
            <a:custGeom>
              <a:avLst/>
              <a:gdLst/>
              <a:ahLst/>
              <a:cxnLst/>
              <a:rect l="0" t="0" r="85725" b="3810"/>
              <a:pathLst>
                <a:path w="85725" h="3810">
                  <a:moveTo>
                    <a:pt x="60007" y="0"/>
                  </a:moveTo>
                  <a:cubicBezTo>
                    <a:pt x="41910" y="1905"/>
                    <a:pt x="21907" y="1905"/>
                    <a:pt x="0" y="1905"/>
                  </a:cubicBezTo>
                  <a:cubicBezTo>
                    <a:pt x="23812" y="2858"/>
                    <a:pt x="48577" y="3810"/>
                    <a:pt x="72390" y="3810"/>
                  </a:cubicBezTo>
                  <a:cubicBezTo>
                    <a:pt x="75247" y="1905"/>
                    <a:pt x="85725" y="0"/>
                    <a:pt x="600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kcAAG4JAACORwAAcAkAAAAAAAAmAAAACAAAAP//////////"/>
                </a:ext>
              </a:extLst>
            </p:cNvSpPr>
            <p:nvPr/>
          </p:nvSpPr>
          <p:spPr>
            <a:xfrm>
              <a:off x="11626850" y="153289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0UAAHAJAABPRQAAcAkAAAAAAAAmAAAACAAAAP//////////"/>
                </a:ext>
              </a:extLst>
            </p:cNvSpPr>
            <p:nvPr/>
          </p:nvSpPr>
          <p:spPr>
            <a:xfrm>
              <a:off x="11261725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4064" y="0"/>
                  </a:lnTo>
                  <a:cubicBezTo>
                    <a:pt x="4064" y="0"/>
                    <a:pt x="4064" y="0"/>
                    <a:pt x="50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cAAHAJAABZRwAAdAkAAAAAAAAmAAAACAAAAP//////////"/>
                </a:ext>
              </a:extLst>
            </p:cNvSpPr>
            <p:nvPr/>
          </p:nvSpPr>
          <p:spPr>
            <a:xfrm>
              <a:off x="11553825" y="1534160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5674" y="2540"/>
                  </a:moveTo>
                  <a:cubicBezTo>
                    <a:pt x="23644" y="2540"/>
                    <a:pt x="34047" y="1270"/>
                    <a:pt x="44450" y="0"/>
                  </a:cubicBezTo>
                  <a:cubicBezTo>
                    <a:pt x="31210" y="0"/>
                    <a:pt x="17023" y="1270"/>
                    <a:pt x="1891" y="1270"/>
                  </a:cubicBezTo>
                  <a:cubicBezTo>
                    <a:pt x="0" y="1270"/>
                    <a:pt x="0" y="2540"/>
                    <a:pt x="5674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EYAAGgJAABiRgAAbAkAAAAAAAAmAAAACAAAAP//////////"/>
                </a:ext>
              </a:extLst>
            </p:cNvSpPr>
            <p:nvPr/>
          </p:nvSpPr>
          <p:spPr>
            <a:xfrm>
              <a:off x="11409680" y="1529080"/>
              <a:ext cx="31750" cy="2540"/>
            </a:xfrm>
            <a:custGeom>
              <a:avLst/>
              <a:gdLst/>
              <a:ahLst/>
              <a:cxnLst/>
              <a:rect l="0" t="0" r="31750" b="2540"/>
              <a:pathLst>
                <a:path w="31750" h="2540">
                  <a:moveTo>
                    <a:pt x="0" y="847"/>
                  </a:moveTo>
                  <a:cubicBezTo>
                    <a:pt x="9621" y="1693"/>
                    <a:pt x="20205" y="2540"/>
                    <a:pt x="31750" y="2540"/>
                  </a:cubicBezTo>
                  <a:cubicBezTo>
                    <a:pt x="22129" y="1693"/>
                    <a:pt x="2886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kcAAGwJAACERwAAbAkAAAAAAAAmAAAACAAAAP//////////"/>
                </a:ext>
              </a:extLst>
            </p:cNvSpPr>
            <p:nvPr/>
          </p:nvSpPr>
          <p:spPr>
            <a:xfrm>
              <a:off x="11619230" y="1531620"/>
              <a:ext cx="6350" cy="0"/>
            </a:xfrm>
            <a:custGeom>
              <a:avLst/>
              <a:gdLst/>
              <a:ahLst/>
              <a:cxnLst/>
              <a:rect l="0" t="0" r="6350" b="0"/>
              <a:pathLst>
                <a:path w="6350">
                  <a:moveTo>
                    <a:pt x="3175" y="0"/>
                  </a:moveTo>
                  <a:lnTo>
                    <a:pt x="6350" y="0"/>
                  </a:lnTo>
                  <a:cubicBezTo>
                    <a:pt x="0" y="0"/>
                    <a:pt x="0" y="0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UcAAGwJAACGRwAAcAkAAAAAAAAmAAAACAAAAP//////////"/>
                </a:ext>
              </a:extLst>
            </p:cNvSpPr>
            <p:nvPr/>
          </p:nvSpPr>
          <p:spPr>
            <a:xfrm>
              <a:off x="11598275" y="1531620"/>
              <a:ext cx="28575" cy="2540"/>
            </a:xfrm>
            <a:custGeom>
              <a:avLst/>
              <a:gdLst/>
              <a:ahLst/>
              <a:cxnLst/>
              <a:rect l="0" t="0" r="28575" b="2540"/>
              <a:pathLst>
                <a:path w="28575" h="2540">
                  <a:moveTo>
                    <a:pt x="23044" y="0"/>
                  </a:moveTo>
                  <a:cubicBezTo>
                    <a:pt x="13826" y="847"/>
                    <a:pt x="7374" y="1693"/>
                    <a:pt x="0" y="2540"/>
                  </a:cubicBezTo>
                  <a:cubicBezTo>
                    <a:pt x="10139" y="2540"/>
                    <a:pt x="20279" y="1693"/>
                    <a:pt x="28575" y="1693"/>
                  </a:cubicBezTo>
                  <a:cubicBezTo>
                    <a:pt x="26731" y="847"/>
                    <a:pt x="24887" y="847"/>
                    <a:pt x="23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QAAHAJAACuRQAAlQkAAAAAAAAmAAAACAAAAP//////////"/>
                </a:ext>
              </a:extLst>
            </p:cNvSpPr>
            <p:nvPr/>
          </p:nvSpPr>
          <p:spPr>
            <a:xfrm>
              <a:off x="11137900" y="1534160"/>
              <a:ext cx="189230" cy="23495"/>
            </a:xfrm>
            <a:custGeom>
              <a:avLst/>
              <a:gdLst/>
              <a:ahLst/>
              <a:cxnLst/>
              <a:rect l="0" t="0" r="189230" b="23495"/>
              <a:pathLst>
                <a:path w="189230" h="23495">
                  <a:moveTo>
                    <a:pt x="57342" y="23495"/>
                  </a:moveTo>
                  <a:cubicBezTo>
                    <a:pt x="60210" y="20014"/>
                    <a:pt x="107995" y="16533"/>
                    <a:pt x="149090" y="20884"/>
                  </a:cubicBezTo>
                  <a:cubicBezTo>
                    <a:pt x="189230" y="18273"/>
                    <a:pt x="163426" y="6091"/>
                    <a:pt x="128065" y="0"/>
                  </a:cubicBezTo>
                  <a:cubicBezTo>
                    <a:pt x="127109" y="1740"/>
                    <a:pt x="127109" y="2610"/>
                    <a:pt x="85058" y="5221"/>
                  </a:cubicBezTo>
                  <a:cubicBezTo>
                    <a:pt x="99394" y="6961"/>
                    <a:pt x="177762" y="9572"/>
                    <a:pt x="142400" y="12182"/>
                  </a:cubicBezTo>
                  <a:cubicBezTo>
                    <a:pt x="86969" y="13922"/>
                    <a:pt x="97482" y="11312"/>
                    <a:pt x="70722" y="9572"/>
                  </a:cubicBezTo>
                  <a:cubicBezTo>
                    <a:pt x="92704" y="13922"/>
                    <a:pt x="0" y="15663"/>
                    <a:pt x="12424" y="21754"/>
                  </a:cubicBezTo>
                  <a:lnTo>
                    <a:pt x="60210" y="20014"/>
                  </a:lnTo>
                  <a:cubicBezTo>
                    <a:pt x="61165" y="20884"/>
                    <a:pt x="43963" y="22624"/>
                    <a:pt x="57342" y="234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0UAAGgJAADlRQAAcAkAAAAAAAAmAAAACAAAAP//////////"/>
                </a:ext>
              </a:extLst>
            </p:cNvSpPr>
            <p:nvPr/>
          </p:nvSpPr>
          <p:spPr>
            <a:xfrm>
              <a:off x="11266805" y="1529080"/>
              <a:ext cx="95250" cy="5080"/>
            </a:xfrm>
            <a:custGeom>
              <a:avLst/>
              <a:gdLst/>
              <a:ahLst/>
              <a:cxnLst/>
              <a:rect l="0" t="0" r="95250" b="5080"/>
              <a:pathLst>
                <a:path w="95250" h="5080">
                  <a:moveTo>
                    <a:pt x="78105" y="5080"/>
                  </a:moveTo>
                  <a:lnTo>
                    <a:pt x="95250" y="5080"/>
                  </a:lnTo>
                  <a:cubicBezTo>
                    <a:pt x="75248" y="4233"/>
                    <a:pt x="61913" y="3387"/>
                    <a:pt x="36195" y="0"/>
                  </a:cubicBezTo>
                  <a:cubicBezTo>
                    <a:pt x="7620" y="1693"/>
                    <a:pt x="1905" y="3387"/>
                    <a:pt x="0" y="4233"/>
                  </a:cubicBezTo>
                  <a:lnTo>
                    <a:pt x="83820" y="5080"/>
                  </a:lnTo>
                  <a:lnTo>
                    <a:pt x="781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UUAAGwJAAC5RgAAgAkAAAAAAAAmAAAACAAAAP//////////"/>
                </a:ext>
              </a:extLst>
            </p:cNvSpPr>
            <p:nvPr/>
          </p:nvSpPr>
          <p:spPr>
            <a:xfrm>
              <a:off x="11362055" y="1531620"/>
              <a:ext cx="134620" cy="12700"/>
            </a:xfrm>
            <a:custGeom>
              <a:avLst/>
              <a:gdLst/>
              <a:ahLst/>
              <a:cxnLst/>
              <a:rect l="0" t="0" r="134620" b="12700"/>
              <a:pathLst>
                <a:path w="134620" h="12700">
                  <a:moveTo>
                    <a:pt x="75842" y="2721"/>
                  </a:moveTo>
                  <a:cubicBezTo>
                    <a:pt x="62570" y="6350"/>
                    <a:pt x="21805" y="8164"/>
                    <a:pt x="46453" y="12700"/>
                  </a:cubicBezTo>
                  <a:cubicBezTo>
                    <a:pt x="96699" y="12700"/>
                    <a:pt x="81530" y="9071"/>
                    <a:pt x="111867" y="7257"/>
                  </a:cubicBezTo>
                  <a:cubicBezTo>
                    <a:pt x="31285" y="8164"/>
                    <a:pt x="134620" y="5443"/>
                    <a:pt x="76790" y="2721"/>
                  </a:cubicBezTo>
                  <a:cubicBezTo>
                    <a:pt x="91959" y="2721"/>
                    <a:pt x="106179" y="1814"/>
                    <a:pt x="120400" y="1814"/>
                  </a:cubicBezTo>
                  <a:cubicBezTo>
                    <a:pt x="105231" y="1814"/>
                    <a:pt x="91959" y="907"/>
                    <a:pt x="78686" y="0"/>
                  </a:cubicBezTo>
                  <a:lnTo>
                    <a:pt x="80582" y="907"/>
                  </a:lnTo>
                  <a:cubicBezTo>
                    <a:pt x="80582" y="907"/>
                    <a:pt x="80582" y="907"/>
                    <a:pt x="80582" y="907"/>
                  </a:cubicBezTo>
                  <a:cubicBezTo>
                    <a:pt x="84375" y="907"/>
                    <a:pt x="85323" y="907"/>
                    <a:pt x="81530" y="907"/>
                  </a:cubicBezTo>
                  <a:lnTo>
                    <a:pt x="79634" y="907"/>
                  </a:lnTo>
                  <a:cubicBezTo>
                    <a:pt x="78686" y="1814"/>
                    <a:pt x="77738" y="1814"/>
                    <a:pt x="75842" y="2721"/>
                  </a:cubicBezTo>
                  <a:cubicBezTo>
                    <a:pt x="53090" y="1814"/>
                    <a:pt x="72050" y="1814"/>
                    <a:pt x="79634" y="907"/>
                  </a:cubicBezTo>
                  <a:cubicBezTo>
                    <a:pt x="79634" y="907"/>
                    <a:pt x="80582" y="907"/>
                    <a:pt x="80582" y="907"/>
                  </a:cubicBezTo>
                  <a:lnTo>
                    <a:pt x="0" y="2721"/>
                  </a:lnTo>
                  <a:cubicBezTo>
                    <a:pt x="17065" y="2721"/>
                    <a:pt x="37921" y="2721"/>
                    <a:pt x="75842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kgAAI0JAADdSAAAjwkAAAAAAAAmAAAACAAAAP//////////"/>
                </a:ext>
              </a:extLst>
            </p:cNvSpPr>
            <p:nvPr/>
          </p:nvSpPr>
          <p:spPr>
            <a:xfrm>
              <a:off x="11835130" y="15525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9525" y="1270"/>
                  </a:moveTo>
                  <a:cubicBezTo>
                    <a:pt x="6927" y="1270"/>
                    <a:pt x="6927" y="1270"/>
                    <a:pt x="6927" y="0"/>
                  </a:cubicBezTo>
                  <a:cubicBezTo>
                    <a:pt x="1731" y="1270"/>
                    <a:pt x="0" y="1270"/>
                    <a:pt x="952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4JAAAZSQAAjQkAAAAAAAAmAAAACAAAAP//////////"/>
                </a:ext>
              </a:extLst>
            </p:cNvSpPr>
            <p:nvPr/>
          </p:nvSpPr>
          <p:spPr>
            <a:xfrm>
              <a:off x="11765280" y="1543050"/>
              <a:ext cx="117475" cy="9525"/>
            </a:xfrm>
            <a:custGeom>
              <a:avLst/>
              <a:gdLst/>
              <a:ahLst/>
              <a:cxnLst/>
              <a:rect l="0" t="0" r="117475" b="9525"/>
              <a:pathLst>
                <a:path w="117475" h="9525">
                  <a:moveTo>
                    <a:pt x="46219" y="8731"/>
                  </a:moveTo>
                  <a:cubicBezTo>
                    <a:pt x="51997" y="7937"/>
                    <a:pt x="56811" y="6350"/>
                    <a:pt x="76069" y="7143"/>
                  </a:cubicBezTo>
                  <a:cubicBezTo>
                    <a:pt x="92439" y="7937"/>
                    <a:pt x="76069" y="8731"/>
                    <a:pt x="77032" y="9525"/>
                  </a:cubicBezTo>
                  <a:cubicBezTo>
                    <a:pt x="88587" y="8731"/>
                    <a:pt x="117475" y="7143"/>
                    <a:pt x="80884" y="5556"/>
                  </a:cubicBezTo>
                  <a:lnTo>
                    <a:pt x="75106" y="6350"/>
                  </a:lnTo>
                  <a:cubicBezTo>
                    <a:pt x="42368" y="4762"/>
                    <a:pt x="0" y="793"/>
                    <a:pt x="5777" y="0"/>
                  </a:cubicBezTo>
                  <a:cubicBezTo>
                    <a:pt x="15406" y="3175"/>
                    <a:pt x="24072" y="5556"/>
                    <a:pt x="46219" y="87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cAAIAJAACERwAAhwkAAAAAAAAmAAAACAAAAP//////////"/>
                </a:ext>
              </a:extLst>
            </p:cNvSpPr>
            <p:nvPr/>
          </p:nvSpPr>
          <p:spPr>
            <a:xfrm>
              <a:off x="11555730" y="1544320"/>
              <a:ext cx="69850" cy="4445"/>
            </a:xfrm>
            <a:custGeom>
              <a:avLst/>
              <a:gdLst/>
              <a:ahLst/>
              <a:cxnLst/>
              <a:rect l="0" t="0" r="69850" b="4445"/>
              <a:pathLst>
                <a:path w="69850" h="4445">
                  <a:moveTo>
                    <a:pt x="66074" y="0"/>
                  </a:moveTo>
                  <a:lnTo>
                    <a:pt x="0" y="1481"/>
                  </a:lnTo>
                  <a:lnTo>
                    <a:pt x="33981" y="4445"/>
                  </a:lnTo>
                  <a:lnTo>
                    <a:pt x="32093" y="2963"/>
                  </a:lnTo>
                  <a:cubicBezTo>
                    <a:pt x="69850" y="2963"/>
                    <a:pt x="61355" y="1481"/>
                    <a:pt x="66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UAAGYJAABHRQAAcAkAAAAAAAAmAAAACAAAAP//////////"/>
                </a:ext>
              </a:extLst>
            </p:cNvSpPr>
            <p:nvPr/>
          </p:nvSpPr>
          <p:spPr>
            <a:xfrm>
              <a:off x="11223625" y="1527810"/>
              <a:ext cx="38100" cy="6350"/>
            </a:xfrm>
            <a:custGeom>
              <a:avLst/>
              <a:gdLst/>
              <a:ahLst/>
              <a:cxnLst/>
              <a:rect l="0" t="0" r="38100" b="6350"/>
              <a:pathLst>
                <a:path w="38100" h="6350">
                  <a:moveTo>
                    <a:pt x="29528" y="4536"/>
                  </a:moveTo>
                  <a:lnTo>
                    <a:pt x="38100" y="0"/>
                  </a:lnTo>
                  <a:lnTo>
                    <a:pt x="0" y="6350"/>
                  </a:lnTo>
                  <a:lnTo>
                    <a:pt x="29528" y="4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QAAGgJAAC0RAAAbAkAAAAAAAAmAAAACAAAAP//////////"/>
                </a:ext>
              </a:extLst>
            </p:cNvSpPr>
            <p:nvPr/>
          </p:nvSpPr>
          <p:spPr>
            <a:xfrm>
              <a:off x="11146155" y="1529080"/>
              <a:ext cx="22225" cy="2540"/>
            </a:xfrm>
            <a:custGeom>
              <a:avLst/>
              <a:gdLst/>
              <a:ahLst/>
              <a:cxnLst/>
              <a:rect l="0" t="0" r="22225" b="2540"/>
              <a:pathLst>
                <a:path w="22225" h="2540">
                  <a:moveTo>
                    <a:pt x="19446" y="2540"/>
                  </a:moveTo>
                  <a:lnTo>
                    <a:pt x="22225" y="0"/>
                  </a:lnTo>
                  <a:lnTo>
                    <a:pt x="0" y="1905"/>
                  </a:lnTo>
                  <a:lnTo>
                    <a:pt x="19446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CYAAKMJAABBJgAApQkAAAAAAAAmAAAACAAAAP//////////"/>
                </a:ext>
              </a:extLst>
            </p:cNvSpPr>
            <p:nvPr/>
          </p:nvSpPr>
          <p:spPr>
            <a:xfrm>
              <a:off x="6197600" y="1566545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20955" y="0"/>
                  </a:moveTo>
                  <a:lnTo>
                    <a:pt x="0" y="1270"/>
                  </a:lnTo>
                  <a:cubicBezTo>
                    <a:pt x="9978" y="0"/>
                    <a:pt x="15965" y="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icAAKEJAAApJwAAowkAAAAAAAAmAAAACAAAAP//////////"/>
                </a:ext>
              </a:extLst>
            </p:cNvSpPr>
            <p:nvPr/>
          </p:nvSpPr>
          <p:spPr>
            <a:xfrm>
              <a:off x="6356350" y="15652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5715" y="1270"/>
                  </a:moveTo>
                  <a:lnTo>
                    <a:pt x="9525" y="0"/>
                  </a:lnTo>
                  <a:cubicBezTo>
                    <a:pt x="2857" y="635"/>
                    <a:pt x="0" y="1270"/>
                    <a:pt x="571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zcAAF0JAABxNwAAaAkAAAAAAAAmAAAACAAAAP//////////"/>
                </a:ext>
              </a:extLst>
            </p:cNvSpPr>
            <p:nvPr/>
          </p:nvSpPr>
          <p:spPr>
            <a:xfrm>
              <a:off x="8950325" y="1522095"/>
              <a:ext cx="62230" cy="6985"/>
            </a:xfrm>
            <a:custGeom>
              <a:avLst/>
              <a:gdLst/>
              <a:ahLst/>
              <a:cxnLst/>
              <a:rect l="0" t="0" r="62230" b="6985"/>
              <a:pathLst>
                <a:path w="62230" h="6985">
                  <a:moveTo>
                    <a:pt x="62230" y="6985"/>
                  </a:moveTo>
                  <a:cubicBezTo>
                    <a:pt x="32551" y="3880"/>
                    <a:pt x="0" y="0"/>
                    <a:pt x="3830" y="3104"/>
                  </a:cubicBezTo>
                  <a:lnTo>
                    <a:pt x="12446" y="6208"/>
                  </a:lnTo>
                  <a:cubicBezTo>
                    <a:pt x="33508" y="5432"/>
                    <a:pt x="48827" y="6208"/>
                    <a:pt x="62230" y="6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i4AAIQJAACLLgAAiQkAAAAAAAAmAAAACAAAAP//////////"/>
                </a:ext>
              </a:extLst>
            </p:cNvSpPr>
            <p:nvPr/>
          </p:nvSpPr>
          <p:spPr>
            <a:xfrm>
              <a:off x="7537450" y="1546860"/>
              <a:ext cx="28575" cy="3175"/>
            </a:xfrm>
            <a:custGeom>
              <a:avLst/>
              <a:gdLst/>
              <a:ahLst/>
              <a:cxnLst/>
              <a:rect l="0" t="0" r="28575" b="3175"/>
              <a:pathLst>
                <a:path w="28575" h="3175">
                  <a:moveTo>
                    <a:pt x="0" y="2381"/>
                  </a:moveTo>
                  <a:lnTo>
                    <a:pt x="8868" y="3175"/>
                  </a:lnTo>
                  <a:lnTo>
                    <a:pt x="28575" y="0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i4AAJ0JAAA+LgAAoQkAAAAAAAAmAAAACAAAAP//////////"/>
                </a:ext>
              </a:extLst>
            </p:cNvSpPr>
            <p:nvPr/>
          </p:nvSpPr>
          <p:spPr>
            <a:xfrm>
              <a:off x="7479030" y="1562735"/>
              <a:ext cx="38100" cy="2540"/>
            </a:xfrm>
            <a:custGeom>
              <a:avLst/>
              <a:gdLst/>
              <a:ahLst/>
              <a:cxnLst/>
              <a:rect l="0" t="0" r="38100" b="2540"/>
              <a:pathLst>
                <a:path w="38100" h="2540">
                  <a:moveTo>
                    <a:pt x="38100" y="2540"/>
                  </a:moveTo>
                  <a:lnTo>
                    <a:pt x="0" y="0"/>
                  </a:lnTo>
                  <a:cubicBezTo>
                    <a:pt x="8573" y="847"/>
                    <a:pt x="20955" y="1693"/>
                    <a:pt x="3810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CEAAKYJAACCIQAArAkAAAAAAAAmAAAACAAAAP//////////"/>
                </a:ext>
              </a:extLst>
            </p:cNvSpPr>
            <p:nvPr/>
          </p:nvSpPr>
          <p:spPr>
            <a:xfrm>
              <a:off x="5410200" y="1568450"/>
              <a:ext cx="36830" cy="3810"/>
            </a:xfrm>
            <a:custGeom>
              <a:avLst/>
              <a:gdLst/>
              <a:ahLst/>
              <a:cxnLst/>
              <a:rect l="0" t="0" r="36830" b="3810"/>
              <a:pathLst>
                <a:path w="36830" h="3810">
                  <a:moveTo>
                    <a:pt x="23261" y="0"/>
                  </a:moveTo>
                  <a:lnTo>
                    <a:pt x="0" y="3810"/>
                  </a:lnTo>
                  <a:cubicBezTo>
                    <a:pt x="36830" y="3810"/>
                    <a:pt x="20353" y="2286"/>
                    <a:pt x="2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T4AAGoJAAAqPwAAcgkAAAAAAAAmAAAACAAAAP//////////"/>
                </a:ext>
              </a:extLst>
            </p:cNvSpPr>
            <p:nvPr/>
          </p:nvSpPr>
          <p:spPr>
            <a:xfrm>
              <a:off x="10206355" y="1530350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2540"/>
                  </a:moveTo>
                  <a:cubicBezTo>
                    <a:pt x="36957" y="847"/>
                    <a:pt x="17057" y="0"/>
                    <a:pt x="0" y="0"/>
                  </a:cubicBezTo>
                  <a:cubicBezTo>
                    <a:pt x="30323" y="1693"/>
                    <a:pt x="54014" y="5080"/>
                    <a:pt x="61595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yYAAGIJAACdJgAAZgkAAAAAAAAmAAAACAAAAP//////////"/>
                </a:ext>
              </a:extLst>
            </p:cNvSpPr>
            <p:nvPr/>
          </p:nvSpPr>
          <p:spPr>
            <a:xfrm>
              <a:off x="6257925" y="1525270"/>
              <a:ext cx="19050" cy="2540"/>
            </a:xfrm>
            <a:custGeom>
              <a:avLst/>
              <a:gdLst/>
              <a:ahLst/>
              <a:cxnLst/>
              <a:rect l="0" t="0" r="19050" b="2540"/>
              <a:pathLst>
                <a:path w="19050" h="2540">
                  <a:moveTo>
                    <a:pt x="16329" y="0"/>
                  </a:moveTo>
                  <a:cubicBezTo>
                    <a:pt x="4536" y="1270"/>
                    <a:pt x="0" y="2540"/>
                    <a:pt x="0" y="2540"/>
                  </a:cubicBezTo>
                  <a:cubicBezTo>
                    <a:pt x="11793" y="2540"/>
                    <a:pt x="19050" y="1270"/>
                    <a:pt x="16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D4AAGYJAADJPgAAbAkAAAAAAAAmAAAACAAAAP//////////"/>
                </a:ext>
              </a:extLst>
            </p:cNvSpPr>
            <p:nvPr/>
          </p:nvSpPr>
          <p:spPr>
            <a:xfrm>
              <a:off x="10134600" y="1527810"/>
              <a:ext cx="71755" cy="3810"/>
            </a:xfrm>
            <a:custGeom>
              <a:avLst/>
              <a:gdLst/>
              <a:ahLst/>
              <a:cxnLst/>
              <a:rect l="0" t="0" r="71755" b="3810"/>
              <a:pathLst>
                <a:path w="71755" h="3810">
                  <a:moveTo>
                    <a:pt x="0" y="2858"/>
                  </a:moveTo>
                  <a:lnTo>
                    <a:pt x="12437" y="3810"/>
                  </a:lnTo>
                  <a:cubicBezTo>
                    <a:pt x="30615" y="2858"/>
                    <a:pt x="49750" y="1905"/>
                    <a:pt x="71755" y="2858"/>
                  </a:cubicBezTo>
                  <a:cubicBezTo>
                    <a:pt x="49750" y="953"/>
                    <a:pt x="23918" y="0"/>
                    <a:pt x="0" y="2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8AAJkJAADwDwAAmwkAAAAAAAAmAAAACAAAAP//////////"/>
                </a:ext>
              </a:extLst>
            </p:cNvSpPr>
            <p:nvPr/>
          </p:nvSpPr>
          <p:spPr>
            <a:xfrm>
              <a:off x="2583180" y="1560195"/>
              <a:ext cx="7620" cy="1270"/>
            </a:xfrm>
            <a:custGeom>
              <a:avLst/>
              <a:gdLst/>
              <a:ahLst/>
              <a:cxnLst/>
              <a:rect l="0" t="0" r="7620" b="1270"/>
              <a:pathLst>
                <a:path w="7620" h="1270">
                  <a:moveTo>
                    <a:pt x="7620" y="1270"/>
                  </a:moveTo>
                  <a:lnTo>
                    <a:pt x="953" y="0"/>
                  </a:lnTo>
                  <a:cubicBezTo>
                    <a:pt x="0" y="1270"/>
                    <a:pt x="2858" y="1270"/>
                    <a:pt x="762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oAAF0JAAAOCwAAXwkAAAAAAAAmAAAACAAAAP//////////"/>
                </a:ext>
              </a:extLst>
            </p:cNvSpPr>
            <p:nvPr/>
          </p:nvSpPr>
          <p:spPr>
            <a:xfrm>
              <a:off x="1762125" y="1522095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0" y="1270"/>
                  </a:moveTo>
                  <a:cubicBezTo>
                    <a:pt x="8731" y="1270"/>
                    <a:pt x="22313" y="1270"/>
                    <a:pt x="34925" y="1270"/>
                  </a:cubicBezTo>
                  <a:cubicBezTo>
                    <a:pt x="28134" y="0"/>
                    <a:pt x="18432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IAAGgJAACiQgAAagkAAAAAAAAmAAAACAAAAP//////////"/>
                </a:ext>
              </a:extLst>
            </p:cNvSpPr>
            <p:nvPr/>
          </p:nvSpPr>
          <p:spPr>
            <a:xfrm>
              <a:off x="10812780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cubicBezTo>
                    <a:pt x="19050" y="1270"/>
                    <a:pt x="285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MAAIIJAAAVQwAAhQkAAAAAAAAmAAAACAAAAP//////////"/>
                </a:ext>
              </a:extLst>
            </p:cNvSpPr>
            <p:nvPr/>
          </p:nvSpPr>
          <p:spPr>
            <a:xfrm>
              <a:off x="10896600" y="1545590"/>
              <a:ext cx="8255" cy="1905"/>
            </a:xfrm>
            <a:custGeom>
              <a:avLst/>
              <a:gdLst/>
              <a:ahLst/>
              <a:cxnLst/>
              <a:rect l="0" t="0" r="8255" b="1905"/>
              <a:pathLst>
                <a:path w="8255" h="1905">
                  <a:moveTo>
                    <a:pt x="8255" y="0"/>
                  </a:moveTo>
                  <a:cubicBezTo>
                    <a:pt x="4127" y="635"/>
                    <a:pt x="1031" y="1270"/>
                    <a:pt x="0" y="1905"/>
                  </a:cubicBezTo>
                  <a:cubicBezTo>
                    <a:pt x="2063" y="1270"/>
                    <a:pt x="4127" y="635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0AAI8JAAA5PQAAkQkAAAAAAAAmAAAACAAAAP//////////"/>
                </a:ext>
              </a:extLst>
            </p:cNvSpPr>
            <p:nvPr/>
          </p:nvSpPr>
          <p:spPr>
            <a:xfrm>
              <a:off x="9947275" y="1553845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1016" y="0"/>
                  </a:moveTo>
                  <a:lnTo>
                    <a:pt x="0" y="0"/>
                  </a:lnTo>
                  <a:cubicBezTo>
                    <a:pt x="5080" y="1270"/>
                    <a:pt x="4064" y="0"/>
                    <a:pt x="1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0IAAGwJAACxQgAAbAkAAAAAAAAmAAAACAAAAP//////////"/>
                </a:ext>
              </a:extLst>
            </p:cNvSpPr>
            <p:nvPr/>
          </p:nvSpPr>
          <p:spPr>
            <a:xfrm>
              <a:off x="10817225" y="1531620"/>
              <a:ext cx="24130" cy="0"/>
            </a:xfrm>
            <a:custGeom>
              <a:avLst/>
              <a:gdLst/>
              <a:ahLst/>
              <a:cxnLst/>
              <a:rect l="0" t="0" r="24130" b="0"/>
              <a:pathLst>
                <a:path w="24130">
                  <a:moveTo>
                    <a:pt x="24130" y="0"/>
                  </a:moveTo>
                  <a:cubicBezTo>
                    <a:pt x="17374" y="0"/>
                    <a:pt x="9652" y="0"/>
                    <a:pt x="0" y="0"/>
                  </a:cubicBezTo>
                  <a:cubicBezTo>
                    <a:pt x="4826" y="0"/>
                    <a:pt x="11582" y="0"/>
                    <a:pt x="24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UIAAGgJAADHQgAAagkAAAAAAAAmAAAACAAAAP//////////"/>
                </a:ext>
              </a:extLst>
            </p:cNvSpPr>
            <p:nvPr/>
          </p:nvSpPr>
          <p:spPr>
            <a:xfrm>
              <a:off x="10836275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7145" y="1270"/>
                  </a:lnTo>
                  <a:cubicBezTo>
                    <a:pt x="19050" y="1270"/>
                    <a:pt x="1714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EIAAGoJAACLQgAAbAkAAAAAAAAmAAAACAAAAP//////////"/>
                </a:ext>
              </a:extLst>
            </p:cNvSpPr>
            <p:nvPr/>
          </p:nvSpPr>
          <p:spPr>
            <a:xfrm>
              <a:off x="10787380" y="1530350"/>
              <a:ext cx="29845" cy="1270"/>
            </a:xfrm>
            <a:custGeom>
              <a:avLst/>
              <a:gdLst/>
              <a:ahLst/>
              <a:cxnLst/>
              <a:rect l="0" t="0" r="29845" b="1270"/>
              <a:pathLst>
                <a:path w="29845" h="1270">
                  <a:moveTo>
                    <a:pt x="0" y="0"/>
                  </a:moveTo>
                  <a:cubicBezTo>
                    <a:pt x="10590" y="0"/>
                    <a:pt x="20217" y="0"/>
                    <a:pt x="29845" y="1270"/>
                  </a:cubicBezTo>
                  <a:cubicBezTo>
                    <a:pt x="26956" y="0"/>
                    <a:pt x="25031" y="0"/>
                    <a:pt x="2599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RkAAI0JAABOGQAAkQkAAAAAAAAmAAAACAAAAP//////////"/>
                </a:ext>
              </a:extLst>
            </p:cNvSpPr>
            <p:nvPr/>
          </p:nvSpPr>
          <p:spPr>
            <a:xfrm>
              <a:off x="4092575" y="1552575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20955" y="0"/>
                  </a:moveTo>
                  <a:lnTo>
                    <a:pt x="17310" y="0"/>
                  </a:lnTo>
                  <a:cubicBezTo>
                    <a:pt x="0" y="2540"/>
                    <a:pt x="7288" y="127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jQAAKUJAAB7NAAApgkAAAAAAAAmAAAACAAAAP//////////"/>
                </a:ext>
              </a:extLst>
            </p:cNvSpPr>
            <p:nvPr/>
          </p:nvSpPr>
          <p:spPr>
            <a:xfrm>
              <a:off x="8528050" y="156781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1058" y="635"/>
                  </a:moveTo>
                  <a:lnTo>
                    <a:pt x="3175" y="0"/>
                  </a:lnTo>
                  <a:lnTo>
                    <a:pt x="0" y="0"/>
                  </a:lnTo>
                  <a:lnTo>
                    <a:pt x="1058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TQAAJMJAAB2NAAAqgkAAAAAAAAmAAAACAAAAP//////////"/>
                </a:ext>
              </a:extLst>
            </p:cNvSpPr>
            <p:nvPr/>
          </p:nvSpPr>
          <p:spPr>
            <a:xfrm>
              <a:off x="8461375" y="1556385"/>
              <a:ext cx="66675" cy="14605"/>
            </a:xfrm>
            <a:custGeom>
              <a:avLst/>
              <a:gdLst/>
              <a:ahLst/>
              <a:cxnLst/>
              <a:rect l="0" t="0" r="66675" b="14605"/>
              <a:pathLst>
                <a:path w="66675" h="14605">
                  <a:moveTo>
                    <a:pt x="0" y="14605"/>
                  </a:moveTo>
                  <a:cubicBezTo>
                    <a:pt x="28989" y="9450"/>
                    <a:pt x="45416" y="10309"/>
                    <a:pt x="66675" y="11168"/>
                  </a:cubicBezTo>
                  <a:lnTo>
                    <a:pt x="44450" y="0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kAAFEJAABwRAAAtgkAAAAAAAAmAAAACAAAAP//////////"/>
                </a:ext>
              </a:extLst>
            </p:cNvSpPr>
            <p:nvPr/>
          </p:nvSpPr>
          <p:spPr>
            <a:xfrm>
              <a:off x="1562100" y="1514475"/>
              <a:ext cx="9563100" cy="64135"/>
            </a:xfrm>
            <a:custGeom>
              <a:avLst/>
              <a:gdLst/>
              <a:ahLst/>
              <a:cxnLst/>
              <a:rect l="0" t="0" r="9563100" b="64135"/>
              <a:pathLst>
                <a:path w="9563100" h="64135">
                  <a:moveTo>
                    <a:pt x="2354067" y="10261"/>
                  </a:moveTo>
                  <a:lnTo>
                    <a:pt x="2366462" y="11116"/>
                  </a:lnTo>
                  <a:cubicBezTo>
                    <a:pt x="2338812" y="12827"/>
                    <a:pt x="2346440" y="11116"/>
                    <a:pt x="2354067" y="10261"/>
                  </a:cubicBezTo>
                  <a:close/>
                  <a:moveTo>
                    <a:pt x="9110211" y="21378"/>
                  </a:moveTo>
                  <a:cubicBezTo>
                    <a:pt x="9116886" y="20523"/>
                    <a:pt x="9115932" y="19668"/>
                    <a:pt x="9114025" y="19668"/>
                  </a:cubicBezTo>
                  <a:cubicBezTo>
                    <a:pt x="9109258" y="20523"/>
                    <a:pt x="9094956" y="20523"/>
                    <a:pt x="9078748" y="20523"/>
                  </a:cubicBezTo>
                  <a:cubicBezTo>
                    <a:pt x="9083515" y="21378"/>
                    <a:pt x="9092096" y="22233"/>
                    <a:pt x="9110211" y="21378"/>
                  </a:cubicBezTo>
                  <a:close/>
                  <a:moveTo>
                    <a:pt x="9047284" y="19668"/>
                  </a:moveTo>
                  <a:lnTo>
                    <a:pt x="9046330" y="19668"/>
                  </a:lnTo>
                  <a:cubicBezTo>
                    <a:pt x="9015820" y="17957"/>
                    <a:pt x="9026308" y="18812"/>
                    <a:pt x="9047284" y="19668"/>
                  </a:cubicBezTo>
                  <a:close/>
                  <a:moveTo>
                    <a:pt x="6079195" y="42756"/>
                  </a:moveTo>
                  <a:cubicBezTo>
                    <a:pt x="6068707" y="44466"/>
                    <a:pt x="6053452" y="43611"/>
                    <a:pt x="6035336" y="41901"/>
                  </a:cubicBezTo>
                  <a:cubicBezTo>
                    <a:pt x="6048685" y="41901"/>
                    <a:pt x="6062986" y="41901"/>
                    <a:pt x="6079195" y="42756"/>
                  </a:cubicBezTo>
                  <a:close/>
                  <a:moveTo>
                    <a:pt x="5013238" y="51308"/>
                  </a:moveTo>
                  <a:cubicBezTo>
                    <a:pt x="4999890" y="52163"/>
                    <a:pt x="4973193" y="54728"/>
                    <a:pt x="4962705" y="52163"/>
                  </a:cubicBezTo>
                  <a:cubicBezTo>
                    <a:pt x="4978914" y="47032"/>
                    <a:pt x="4990355" y="49597"/>
                    <a:pt x="5013238" y="51308"/>
                  </a:cubicBezTo>
                  <a:close/>
                  <a:moveTo>
                    <a:pt x="4312453" y="52163"/>
                  </a:moveTo>
                  <a:lnTo>
                    <a:pt x="4359172" y="55583"/>
                  </a:lnTo>
                  <a:cubicBezTo>
                    <a:pt x="4302918" y="60714"/>
                    <a:pt x="4261920" y="59004"/>
                    <a:pt x="4305779" y="64135"/>
                  </a:cubicBezTo>
                  <a:cubicBezTo>
                    <a:pt x="4312453" y="52163"/>
                    <a:pt x="4487888" y="63279"/>
                    <a:pt x="4494562" y="51308"/>
                  </a:cubicBezTo>
                  <a:lnTo>
                    <a:pt x="4526025" y="53873"/>
                  </a:lnTo>
                  <a:cubicBezTo>
                    <a:pt x="4516491" y="53873"/>
                    <a:pt x="4515538" y="54728"/>
                    <a:pt x="4506957" y="54728"/>
                  </a:cubicBezTo>
                  <a:cubicBezTo>
                    <a:pt x="4567024" y="59859"/>
                    <a:pt x="4551769" y="46177"/>
                    <a:pt x="4628998" y="47887"/>
                  </a:cubicBezTo>
                  <a:cubicBezTo>
                    <a:pt x="4655695" y="48742"/>
                    <a:pt x="4674764" y="50452"/>
                    <a:pt x="4656648" y="52163"/>
                  </a:cubicBezTo>
                  <a:lnTo>
                    <a:pt x="4716715" y="48742"/>
                  </a:lnTo>
                  <a:cubicBezTo>
                    <a:pt x="4733878" y="49597"/>
                    <a:pt x="4730064" y="51308"/>
                    <a:pt x="4711948" y="51308"/>
                  </a:cubicBezTo>
                  <a:lnTo>
                    <a:pt x="4804433" y="51308"/>
                  </a:lnTo>
                  <a:lnTo>
                    <a:pt x="4803479" y="50452"/>
                  </a:lnTo>
                  <a:cubicBezTo>
                    <a:pt x="4816828" y="48742"/>
                    <a:pt x="4846385" y="46177"/>
                    <a:pt x="4860686" y="44466"/>
                  </a:cubicBezTo>
                  <a:cubicBezTo>
                    <a:pt x="4883569" y="46177"/>
                    <a:pt x="4849245" y="46177"/>
                    <a:pt x="4854966" y="47887"/>
                  </a:cubicBezTo>
                  <a:lnTo>
                    <a:pt x="4905498" y="44466"/>
                  </a:lnTo>
                  <a:cubicBezTo>
                    <a:pt x="4926474" y="47887"/>
                    <a:pt x="4884523" y="50452"/>
                    <a:pt x="4849245" y="50452"/>
                  </a:cubicBezTo>
                  <a:cubicBezTo>
                    <a:pt x="4896917" y="62424"/>
                    <a:pt x="4891197" y="47032"/>
                    <a:pt x="4994169" y="54728"/>
                  </a:cubicBezTo>
                  <a:lnTo>
                    <a:pt x="4945543" y="55583"/>
                  </a:lnTo>
                  <a:cubicBezTo>
                    <a:pt x="4977007" y="62424"/>
                    <a:pt x="5014192" y="59859"/>
                    <a:pt x="5068538" y="64135"/>
                  </a:cubicBezTo>
                  <a:cubicBezTo>
                    <a:pt x="5055190" y="62424"/>
                    <a:pt x="4959845" y="53873"/>
                    <a:pt x="5015145" y="51308"/>
                  </a:cubicBezTo>
                  <a:cubicBezTo>
                    <a:pt x="5030400" y="52163"/>
                    <a:pt x="5051376" y="52163"/>
                    <a:pt x="5080933" y="50452"/>
                  </a:cubicBezTo>
                  <a:cubicBezTo>
                    <a:pt x="5080933" y="53873"/>
                    <a:pt x="5109537" y="53018"/>
                    <a:pt x="5146721" y="53018"/>
                  </a:cubicBezTo>
                  <a:lnTo>
                    <a:pt x="5143861" y="59004"/>
                  </a:lnTo>
                  <a:cubicBezTo>
                    <a:pt x="5182952" y="57293"/>
                    <a:pt x="5180092" y="54728"/>
                    <a:pt x="5202975" y="52163"/>
                  </a:cubicBezTo>
                  <a:cubicBezTo>
                    <a:pt x="5246833" y="52163"/>
                    <a:pt x="5256368" y="56438"/>
                    <a:pt x="5265902" y="60714"/>
                  </a:cubicBezTo>
                  <a:cubicBezTo>
                    <a:pt x="5336458" y="61569"/>
                    <a:pt x="5218230" y="53873"/>
                    <a:pt x="5301180" y="53018"/>
                  </a:cubicBezTo>
                  <a:cubicBezTo>
                    <a:pt x="5359340" y="54728"/>
                    <a:pt x="5400339" y="53018"/>
                    <a:pt x="5469941" y="49597"/>
                  </a:cubicBezTo>
                  <a:cubicBezTo>
                    <a:pt x="5510939" y="51308"/>
                    <a:pt x="5463267" y="53018"/>
                    <a:pt x="5477568" y="54728"/>
                  </a:cubicBezTo>
                  <a:lnTo>
                    <a:pt x="5513799" y="50452"/>
                  </a:lnTo>
                  <a:cubicBezTo>
                    <a:pt x="5522380" y="50452"/>
                    <a:pt x="5519520" y="51308"/>
                    <a:pt x="5518567" y="52163"/>
                  </a:cubicBezTo>
                  <a:cubicBezTo>
                    <a:pt x="5549077" y="50452"/>
                    <a:pt x="5520473" y="47032"/>
                    <a:pt x="5569099" y="45322"/>
                  </a:cubicBezTo>
                  <a:cubicBezTo>
                    <a:pt x="5581494" y="39336"/>
                    <a:pt x="5667305" y="54728"/>
                    <a:pt x="5726419" y="47887"/>
                  </a:cubicBezTo>
                  <a:cubicBezTo>
                    <a:pt x="5740720" y="49597"/>
                    <a:pt x="5719744" y="51308"/>
                    <a:pt x="5723558" y="53018"/>
                  </a:cubicBezTo>
                  <a:cubicBezTo>
                    <a:pt x="5805555" y="48742"/>
                    <a:pt x="5794114" y="50452"/>
                    <a:pt x="5860855" y="44466"/>
                  </a:cubicBezTo>
                  <a:lnTo>
                    <a:pt x="5917109" y="47887"/>
                  </a:lnTo>
                  <a:cubicBezTo>
                    <a:pt x="5876110" y="43611"/>
                    <a:pt x="5929503" y="38481"/>
                    <a:pt x="5976222" y="35060"/>
                  </a:cubicBezTo>
                  <a:cubicBezTo>
                    <a:pt x="5960967" y="32495"/>
                    <a:pt x="5948572" y="30784"/>
                    <a:pt x="5939991" y="29929"/>
                  </a:cubicBezTo>
                  <a:lnTo>
                    <a:pt x="6014360" y="27364"/>
                  </a:lnTo>
                  <a:cubicBezTo>
                    <a:pt x="6023895" y="28219"/>
                    <a:pt x="6016267" y="29929"/>
                    <a:pt x="6003872" y="32495"/>
                  </a:cubicBezTo>
                  <a:lnTo>
                    <a:pt x="6017221" y="30784"/>
                  </a:lnTo>
                  <a:cubicBezTo>
                    <a:pt x="6043917" y="33350"/>
                    <a:pt x="6030569" y="36770"/>
                    <a:pt x="6011500" y="39336"/>
                  </a:cubicBezTo>
                  <a:lnTo>
                    <a:pt x="5984803" y="35915"/>
                  </a:lnTo>
                  <a:cubicBezTo>
                    <a:pt x="5965734" y="39336"/>
                    <a:pt x="5948572" y="42756"/>
                    <a:pt x="5952386" y="46177"/>
                  </a:cubicBezTo>
                  <a:cubicBezTo>
                    <a:pt x="5957153" y="45322"/>
                    <a:pt x="5966688" y="45322"/>
                    <a:pt x="5977176" y="44466"/>
                  </a:cubicBezTo>
                  <a:cubicBezTo>
                    <a:pt x="5972409" y="45322"/>
                    <a:pt x="5969548" y="46177"/>
                    <a:pt x="5971455" y="47032"/>
                  </a:cubicBezTo>
                  <a:cubicBezTo>
                    <a:pt x="5974316" y="47887"/>
                    <a:pt x="5981943" y="46177"/>
                    <a:pt x="5994338" y="45322"/>
                  </a:cubicBezTo>
                  <a:lnTo>
                    <a:pt x="6010547" y="51308"/>
                  </a:lnTo>
                  <a:lnTo>
                    <a:pt x="6015314" y="48742"/>
                  </a:lnTo>
                  <a:lnTo>
                    <a:pt x="6112566" y="53018"/>
                  </a:lnTo>
                  <a:cubicBezTo>
                    <a:pt x="6183121" y="47032"/>
                    <a:pt x="6243188" y="37625"/>
                    <a:pt x="6354742" y="35060"/>
                  </a:cubicBezTo>
                  <a:cubicBezTo>
                    <a:pt x="6327092" y="40191"/>
                    <a:pt x="6349021" y="42756"/>
                    <a:pt x="6347114" y="47887"/>
                  </a:cubicBezTo>
                  <a:cubicBezTo>
                    <a:pt x="6316604" y="42756"/>
                    <a:pt x="6261304" y="50452"/>
                    <a:pt x="6204097" y="49597"/>
                  </a:cubicBezTo>
                  <a:cubicBezTo>
                    <a:pt x="6233654" y="49597"/>
                    <a:pt x="6226980" y="52163"/>
                    <a:pt x="6219352" y="53018"/>
                  </a:cubicBezTo>
                  <a:lnTo>
                    <a:pt x="6322325" y="48742"/>
                  </a:lnTo>
                  <a:cubicBezTo>
                    <a:pt x="6319464" y="53018"/>
                    <a:pt x="6344254" y="51308"/>
                    <a:pt x="6370951" y="53873"/>
                  </a:cubicBezTo>
                  <a:cubicBezTo>
                    <a:pt x="6349975" y="44466"/>
                    <a:pt x="6447227" y="47887"/>
                    <a:pt x="6489178" y="45322"/>
                  </a:cubicBezTo>
                  <a:cubicBezTo>
                    <a:pt x="6491085" y="47887"/>
                    <a:pt x="6481551" y="51308"/>
                    <a:pt x="6430064" y="50452"/>
                  </a:cubicBezTo>
                  <a:cubicBezTo>
                    <a:pt x="6486318" y="57293"/>
                    <a:pt x="6503480" y="40191"/>
                    <a:pt x="6558780" y="46177"/>
                  </a:cubicBezTo>
                  <a:cubicBezTo>
                    <a:pt x="6545432" y="46177"/>
                    <a:pt x="6538758" y="45322"/>
                    <a:pt x="6533990" y="47032"/>
                  </a:cubicBezTo>
                  <a:cubicBezTo>
                    <a:pt x="6563547" y="44466"/>
                    <a:pt x="6634103" y="47032"/>
                    <a:pt x="6617894" y="49597"/>
                  </a:cubicBezTo>
                  <a:lnTo>
                    <a:pt x="6605499" y="49597"/>
                  </a:lnTo>
                  <a:cubicBezTo>
                    <a:pt x="6687496" y="50452"/>
                    <a:pt x="6856256" y="49597"/>
                    <a:pt x="6868651" y="42756"/>
                  </a:cubicBezTo>
                  <a:cubicBezTo>
                    <a:pt x="6869605" y="43611"/>
                    <a:pt x="6858163" y="51308"/>
                    <a:pt x="6853396" y="53018"/>
                  </a:cubicBezTo>
                  <a:lnTo>
                    <a:pt x="7000227" y="28219"/>
                  </a:lnTo>
                  <a:cubicBezTo>
                    <a:pt x="6987832" y="35060"/>
                    <a:pt x="7037412" y="49597"/>
                    <a:pt x="6968763" y="53018"/>
                  </a:cubicBezTo>
                  <a:cubicBezTo>
                    <a:pt x="6988786" y="53873"/>
                    <a:pt x="7012622" y="55583"/>
                    <a:pt x="7054574" y="53018"/>
                  </a:cubicBezTo>
                  <a:cubicBezTo>
                    <a:pt x="7041226" y="52163"/>
                    <a:pt x="7021203" y="43611"/>
                    <a:pt x="7039319" y="43611"/>
                  </a:cubicBezTo>
                  <a:cubicBezTo>
                    <a:pt x="7089852" y="50452"/>
                    <a:pt x="7074596" y="47032"/>
                    <a:pt x="7136571" y="53018"/>
                  </a:cubicBezTo>
                  <a:cubicBezTo>
                    <a:pt x="7115595" y="52163"/>
                    <a:pt x="7138478" y="41901"/>
                    <a:pt x="7169941" y="42756"/>
                  </a:cubicBezTo>
                  <a:cubicBezTo>
                    <a:pt x="7165174" y="43611"/>
                    <a:pt x="7172802" y="52163"/>
                    <a:pt x="7161360" y="53018"/>
                  </a:cubicBezTo>
                  <a:lnTo>
                    <a:pt x="7240497" y="43611"/>
                  </a:lnTo>
                  <a:cubicBezTo>
                    <a:pt x="7220474" y="45322"/>
                    <a:pt x="7236683" y="52163"/>
                    <a:pt x="7254798" y="54728"/>
                  </a:cubicBezTo>
                  <a:cubicBezTo>
                    <a:pt x="7246217" y="53018"/>
                    <a:pt x="7322493" y="54728"/>
                    <a:pt x="7343469" y="53873"/>
                  </a:cubicBezTo>
                  <a:lnTo>
                    <a:pt x="7310098" y="52163"/>
                  </a:lnTo>
                  <a:cubicBezTo>
                    <a:pt x="7399723" y="53873"/>
                    <a:pt x="7398769" y="38481"/>
                    <a:pt x="7487440" y="39336"/>
                  </a:cubicBezTo>
                  <a:cubicBezTo>
                    <a:pt x="7476952" y="41046"/>
                    <a:pt x="7460744" y="51308"/>
                    <a:pt x="7505556" y="53018"/>
                  </a:cubicBezTo>
                  <a:cubicBezTo>
                    <a:pt x="7526532" y="47887"/>
                    <a:pt x="7597087" y="29074"/>
                    <a:pt x="7675270" y="24798"/>
                  </a:cubicBezTo>
                  <a:lnTo>
                    <a:pt x="7690525" y="28219"/>
                  </a:lnTo>
                  <a:lnTo>
                    <a:pt x="7750592" y="24798"/>
                  </a:lnTo>
                  <a:cubicBezTo>
                    <a:pt x="7713408" y="32495"/>
                    <a:pt x="7608528" y="47887"/>
                    <a:pt x="7550368" y="53873"/>
                  </a:cubicBezTo>
                  <a:cubicBezTo>
                    <a:pt x="7583739" y="56438"/>
                    <a:pt x="7559902" y="57293"/>
                    <a:pt x="7610435" y="57293"/>
                  </a:cubicBezTo>
                  <a:cubicBezTo>
                    <a:pt x="7627597" y="59859"/>
                    <a:pt x="7582785" y="61569"/>
                    <a:pt x="7568483" y="61569"/>
                  </a:cubicBezTo>
                  <a:lnTo>
                    <a:pt x="7684804" y="63279"/>
                  </a:lnTo>
                  <a:cubicBezTo>
                    <a:pt x="7679083" y="57293"/>
                    <a:pt x="7773475" y="57293"/>
                    <a:pt x="7769661" y="53018"/>
                  </a:cubicBezTo>
                  <a:lnTo>
                    <a:pt x="7642852" y="58149"/>
                  </a:lnTo>
                  <a:cubicBezTo>
                    <a:pt x="7638085" y="53018"/>
                    <a:pt x="7716268" y="41901"/>
                    <a:pt x="7798265" y="43611"/>
                  </a:cubicBezTo>
                  <a:cubicBezTo>
                    <a:pt x="7819241" y="45322"/>
                    <a:pt x="7783010" y="53873"/>
                    <a:pt x="7784916" y="55583"/>
                  </a:cubicBezTo>
                  <a:cubicBezTo>
                    <a:pt x="7795404" y="53873"/>
                    <a:pt x="7863099" y="52163"/>
                    <a:pt x="7870727" y="53018"/>
                  </a:cubicBezTo>
                  <a:lnTo>
                    <a:pt x="7835449" y="56438"/>
                  </a:lnTo>
                  <a:cubicBezTo>
                    <a:pt x="7881215" y="59004"/>
                    <a:pt x="7910772" y="48742"/>
                    <a:pt x="7966072" y="54728"/>
                  </a:cubicBezTo>
                  <a:cubicBezTo>
                    <a:pt x="7985141" y="54728"/>
                    <a:pt x="8022325" y="62424"/>
                    <a:pt x="8026139" y="59004"/>
                  </a:cubicBezTo>
                  <a:cubicBezTo>
                    <a:pt x="7994675" y="52163"/>
                    <a:pt x="7988955" y="31639"/>
                    <a:pt x="8009931" y="26509"/>
                  </a:cubicBezTo>
                  <a:cubicBezTo>
                    <a:pt x="8016605" y="26509"/>
                    <a:pt x="8109089" y="32495"/>
                    <a:pt x="8131019" y="35915"/>
                  </a:cubicBezTo>
                  <a:cubicBezTo>
                    <a:pt x="8162482" y="41046"/>
                    <a:pt x="8084300" y="48742"/>
                    <a:pt x="8110996" y="53018"/>
                  </a:cubicBezTo>
                  <a:cubicBezTo>
                    <a:pt x="8111950" y="51308"/>
                    <a:pt x="8129112" y="49597"/>
                    <a:pt x="8136739" y="48742"/>
                  </a:cubicBezTo>
                  <a:cubicBezTo>
                    <a:pt x="8156762" y="50452"/>
                    <a:pt x="8128158" y="53873"/>
                    <a:pt x="8172017" y="53018"/>
                  </a:cubicBezTo>
                  <a:cubicBezTo>
                    <a:pt x="8178691" y="47032"/>
                    <a:pt x="8260688" y="53873"/>
                    <a:pt x="8192039" y="47887"/>
                  </a:cubicBezTo>
                  <a:cubicBezTo>
                    <a:pt x="8234945" y="47032"/>
                    <a:pt x="8237805" y="49597"/>
                    <a:pt x="8287384" y="49597"/>
                  </a:cubicBezTo>
                  <a:cubicBezTo>
                    <a:pt x="8271176" y="45322"/>
                    <a:pt x="8332197" y="36770"/>
                    <a:pt x="8375102" y="35060"/>
                  </a:cubicBezTo>
                  <a:cubicBezTo>
                    <a:pt x="8372241" y="35915"/>
                    <a:pt x="8381776" y="38481"/>
                    <a:pt x="8386543" y="39336"/>
                  </a:cubicBezTo>
                  <a:cubicBezTo>
                    <a:pt x="8474260" y="40191"/>
                    <a:pt x="8520980" y="42756"/>
                    <a:pt x="8602023" y="42756"/>
                  </a:cubicBezTo>
                  <a:cubicBezTo>
                    <a:pt x="8609650" y="44466"/>
                    <a:pt x="8648742" y="46177"/>
                    <a:pt x="8632533" y="48742"/>
                  </a:cubicBezTo>
                  <a:cubicBezTo>
                    <a:pt x="8643975" y="47887"/>
                    <a:pt x="8654462" y="45322"/>
                    <a:pt x="8679252" y="45322"/>
                  </a:cubicBezTo>
                  <a:cubicBezTo>
                    <a:pt x="8727878" y="50452"/>
                    <a:pt x="8623952" y="46177"/>
                    <a:pt x="8661137" y="52163"/>
                  </a:cubicBezTo>
                  <a:cubicBezTo>
                    <a:pt x="8663997" y="48742"/>
                    <a:pt x="8725971" y="47887"/>
                    <a:pt x="8761249" y="45322"/>
                  </a:cubicBezTo>
                  <a:cubicBezTo>
                    <a:pt x="8750761" y="40191"/>
                    <a:pt x="8679252" y="44466"/>
                    <a:pt x="8643021" y="46177"/>
                  </a:cubicBezTo>
                  <a:cubicBezTo>
                    <a:pt x="8643021" y="39336"/>
                    <a:pt x="8704995" y="31639"/>
                    <a:pt x="8789852" y="28219"/>
                  </a:cubicBezTo>
                  <a:cubicBezTo>
                    <a:pt x="8857547" y="26509"/>
                    <a:pt x="8819409" y="33350"/>
                    <a:pt x="8830851" y="32495"/>
                  </a:cubicBezTo>
                  <a:cubicBezTo>
                    <a:pt x="8957659" y="33350"/>
                    <a:pt x="8939544" y="19668"/>
                    <a:pt x="9044423" y="24798"/>
                  </a:cubicBezTo>
                  <a:cubicBezTo>
                    <a:pt x="9086375" y="29929"/>
                    <a:pt x="9046330" y="34205"/>
                    <a:pt x="9055865" y="37625"/>
                  </a:cubicBezTo>
                  <a:cubicBezTo>
                    <a:pt x="9000565" y="39336"/>
                    <a:pt x="8971008" y="34205"/>
                    <a:pt x="8933823" y="34205"/>
                  </a:cubicBezTo>
                  <a:lnTo>
                    <a:pt x="8979589" y="36770"/>
                  </a:lnTo>
                  <a:cubicBezTo>
                    <a:pt x="8962427" y="38481"/>
                    <a:pt x="8925242" y="39336"/>
                    <a:pt x="8905220" y="38481"/>
                  </a:cubicBezTo>
                  <a:cubicBezTo>
                    <a:pt x="8940497" y="42756"/>
                    <a:pt x="9119746" y="39336"/>
                    <a:pt x="9217951" y="43611"/>
                  </a:cubicBezTo>
                  <a:cubicBezTo>
                    <a:pt x="9235113" y="41901"/>
                    <a:pt x="9265624" y="40191"/>
                    <a:pt x="9251322" y="38481"/>
                  </a:cubicBezTo>
                  <a:lnTo>
                    <a:pt x="9219858" y="38481"/>
                  </a:lnTo>
                  <a:cubicBezTo>
                    <a:pt x="9191255" y="35060"/>
                    <a:pt x="9278972" y="33350"/>
                    <a:pt x="9238927" y="31639"/>
                  </a:cubicBezTo>
                  <a:cubicBezTo>
                    <a:pt x="9280879" y="29074"/>
                    <a:pt x="9327598" y="24798"/>
                    <a:pt x="9385758" y="27364"/>
                  </a:cubicBezTo>
                  <a:lnTo>
                    <a:pt x="9397200" y="32495"/>
                  </a:lnTo>
                  <a:cubicBezTo>
                    <a:pt x="9395293" y="30784"/>
                    <a:pt x="9359062" y="29929"/>
                    <a:pt x="9341900" y="30784"/>
                  </a:cubicBezTo>
                  <a:cubicBezTo>
                    <a:pt x="9366689" y="29074"/>
                    <a:pt x="9431524" y="38481"/>
                    <a:pt x="9458221" y="31639"/>
                  </a:cubicBezTo>
                  <a:lnTo>
                    <a:pt x="9417222" y="27364"/>
                  </a:lnTo>
                  <a:cubicBezTo>
                    <a:pt x="9459174" y="24798"/>
                    <a:pt x="9510660" y="19668"/>
                    <a:pt x="9563100" y="21378"/>
                  </a:cubicBezTo>
                  <a:cubicBezTo>
                    <a:pt x="9539264" y="16247"/>
                    <a:pt x="9550705" y="22233"/>
                    <a:pt x="9514474" y="15392"/>
                  </a:cubicBezTo>
                  <a:cubicBezTo>
                    <a:pt x="9545938" y="23088"/>
                    <a:pt x="9380991" y="15392"/>
                    <a:pt x="9432477" y="23088"/>
                  </a:cubicBezTo>
                  <a:cubicBezTo>
                    <a:pt x="9395293" y="16247"/>
                    <a:pt x="9367643" y="20523"/>
                    <a:pt x="9318063" y="13682"/>
                  </a:cubicBezTo>
                  <a:cubicBezTo>
                    <a:pt x="9319017" y="15392"/>
                    <a:pt x="9335226" y="17102"/>
                    <a:pt x="9292320" y="16247"/>
                  </a:cubicBezTo>
                  <a:cubicBezTo>
                    <a:pt x="9289460" y="17102"/>
                    <a:pt x="9285646" y="17957"/>
                    <a:pt x="9281832" y="17957"/>
                  </a:cubicBezTo>
                  <a:lnTo>
                    <a:pt x="9278972" y="17957"/>
                  </a:lnTo>
                  <a:lnTo>
                    <a:pt x="9281832" y="17957"/>
                  </a:lnTo>
                  <a:cubicBezTo>
                    <a:pt x="9279925" y="17957"/>
                    <a:pt x="9279925" y="18812"/>
                    <a:pt x="9282786" y="17957"/>
                  </a:cubicBezTo>
                  <a:cubicBezTo>
                    <a:pt x="9293274" y="18812"/>
                    <a:pt x="9301855" y="19668"/>
                    <a:pt x="9304715" y="20523"/>
                  </a:cubicBezTo>
                  <a:cubicBezTo>
                    <a:pt x="9282786" y="24798"/>
                    <a:pt x="9214137" y="24798"/>
                    <a:pt x="9190301" y="26509"/>
                  </a:cubicBezTo>
                  <a:cubicBezTo>
                    <a:pt x="9164558" y="25654"/>
                    <a:pt x="9201743" y="24798"/>
                    <a:pt x="9187441" y="23088"/>
                  </a:cubicBezTo>
                  <a:lnTo>
                    <a:pt x="9152163" y="25654"/>
                  </a:lnTo>
                  <a:cubicBezTo>
                    <a:pt x="9149303" y="22233"/>
                    <a:pt x="9083515" y="19668"/>
                    <a:pt x="9144536" y="17102"/>
                  </a:cubicBezTo>
                  <a:lnTo>
                    <a:pt x="9090189" y="17102"/>
                  </a:lnTo>
                  <a:cubicBezTo>
                    <a:pt x="9057772" y="14537"/>
                    <a:pt x="9012960" y="13682"/>
                    <a:pt x="8986263" y="15392"/>
                  </a:cubicBezTo>
                  <a:cubicBezTo>
                    <a:pt x="8960520" y="14537"/>
                    <a:pt x="8920475" y="19668"/>
                    <a:pt x="8943358" y="16247"/>
                  </a:cubicBezTo>
                  <a:lnTo>
                    <a:pt x="8857547" y="18812"/>
                  </a:lnTo>
                  <a:lnTo>
                    <a:pt x="8856594" y="17957"/>
                  </a:lnTo>
                  <a:cubicBezTo>
                    <a:pt x="8771737" y="17102"/>
                    <a:pt x="8682113" y="23943"/>
                    <a:pt x="8584861" y="17102"/>
                  </a:cubicBezTo>
                  <a:cubicBezTo>
                    <a:pt x="8556257" y="17957"/>
                    <a:pt x="8527654" y="18812"/>
                    <a:pt x="8479028" y="17957"/>
                  </a:cubicBezTo>
                  <a:lnTo>
                    <a:pt x="8470447" y="14537"/>
                  </a:lnTo>
                  <a:cubicBezTo>
                    <a:pt x="8433262" y="15392"/>
                    <a:pt x="8359847" y="11116"/>
                    <a:pt x="8344591" y="14537"/>
                  </a:cubicBezTo>
                  <a:cubicBezTo>
                    <a:pt x="8304546" y="5985"/>
                    <a:pt x="8166296" y="11971"/>
                    <a:pt x="8102415" y="10261"/>
                  </a:cubicBezTo>
                  <a:lnTo>
                    <a:pt x="8099555" y="14537"/>
                  </a:lnTo>
                  <a:cubicBezTo>
                    <a:pt x="8055696" y="14537"/>
                    <a:pt x="8012791" y="15392"/>
                    <a:pt x="7957491" y="17102"/>
                  </a:cubicBezTo>
                  <a:lnTo>
                    <a:pt x="7961305" y="21378"/>
                  </a:lnTo>
                  <a:cubicBezTo>
                    <a:pt x="7913632" y="23943"/>
                    <a:pt x="7839263" y="17957"/>
                    <a:pt x="7763941" y="18812"/>
                  </a:cubicBezTo>
                  <a:cubicBezTo>
                    <a:pt x="7769661" y="17102"/>
                    <a:pt x="7788730" y="17102"/>
                    <a:pt x="7802078" y="17957"/>
                  </a:cubicBezTo>
                  <a:cubicBezTo>
                    <a:pt x="7712454" y="9406"/>
                    <a:pt x="7612342" y="23943"/>
                    <a:pt x="7531299" y="17957"/>
                  </a:cubicBezTo>
                  <a:cubicBezTo>
                    <a:pt x="7511276" y="18812"/>
                    <a:pt x="7496021" y="18812"/>
                    <a:pt x="7482673" y="17957"/>
                  </a:cubicBezTo>
                  <a:cubicBezTo>
                    <a:pt x="7484580" y="17957"/>
                    <a:pt x="7485533" y="17957"/>
                    <a:pt x="7487440" y="17102"/>
                  </a:cubicBezTo>
                  <a:lnTo>
                    <a:pt x="7478859" y="17102"/>
                  </a:lnTo>
                  <a:lnTo>
                    <a:pt x="7451209" y="15392"/>
                  </a:lnTo>
                  <a:cubicBezTo>
                    <a:pt x="7458837" y="16247"/>
                    <a:pt x="7467418" y="17102"/>
                    <a:pt x="7474092" y="17102"/>
                  </a:cubicBezTo>
                  <a:cubicBezTo>
                    <a:pt x="7458837" y="17102"/>
                    <a:pt x="7435000" y="17957"/>
                    <a:pt x="7412118" y="18812"/>
                  </a:cubicBezTo>
                  <a:lnTo>
                    <a:pt x="7401630" y="14537"/>
                  </a:lnTo>
                  <a:lnTo>
                    <a:pt x="7396862" y="14537"/>
                  </a:lnTo>
                  <a:cubicBezTo>
                    <a:pt x="7373980" y="12827"/>
                    <a:pt x="7378747" y="16247"/>
                    <a:pt x="7390188" y="19668"/>
                  </a:cubicBezTo>
                  <a:cubicBezTo>
                    <a:pt x="7378747" y="20523"/>
                    <a:pt x="7368259" y="21378"/>
                    <a:pt x="7359678" y="22233"/>
                  </a:cubicBezTo>
                  <a:cubicBezTo>
                    <a:pt x="7341562" y="15392"/>
                    <a:pt x="7298657" y="24798"/>
                    <a:pt x="7273867" y="17102"/>
                  </a:cubicBezTo>
                  <a:cubicBezTo>
                    <a:pt x="7257659" y="20523"/>
                    <a:pt x="7156593" y="19668"/>
                    <a:pt x="7144198" y="27364"/>
                  </a:cubicBezTo>
                  <a:cubicBezTo>
                    <a:pt x="7143245" y="25654"/>
                    <a:pt x="7136571" y="25654"/>
                    <a:pt x="7148965" y="25654"/>
                  </a:cubicBezTo>
                  <a:cubicBezTo>
                    <a:pt x="7123222" y="24798"/>
                    <a:pt x="7097479" y="23943"/>
                    <a:pt x="7074596" y="25654"/>
                  </a:cubicBezTo>
                  <a:lnTo>
                    <a:pt x="7063155" y="20523"/>
                  </a:lnTo>
                  <a:lnTo>
                    <a:pt x="7006901" y="27364"/>
                  </a:lnTo>
                  <a:cubicBezTo>
                    <a:pt x="6972577" y="23943"/>
                    <a:pt x="6958276" y="22233"/>
                    <a:pt x="6992600" y="17957"/>
                  </a:cubicBezTo>
                  <a:cubicBezTo>
                    <a:pt x="6909650" y="23943"/>
                    <a:pt x="6924905" y="20523"/>
                    <a:pt x="6855303" y="26509"/>
                  </a:cubicBezTo>
                  <a:lnTo>
                    <a:pt x="6859117" y="23088"/>
                  </a:lnTo>
                  <a:cubicBezTo>
                    <a:pt x="6833374" y="23088"/>
                    <a:pt x="6793329" y="27364"/>
                    <a:pt x="6778074" y="24798"/>
                  </a:cubicBezTo>
                  <a:cubicBezTo>
                    <a:pt x="6722773" y="17957"/>
                    <a:pt x="6501573" y="23088"/>
                    <a:pt x="6357602" y="17102"/>
                  </a:cubicBezTo>
                  <a:cubicBezTo>
                    <a:pt x="6385252" y="27364"/>
                    <a:pt x="6290861" y="11971"/>
                    <a:pt x="6285140" y="20523"/>
                  </a:cubicBezTo>
                  <a:cubicBezTo>
                    <a:pt x="6276559" y="17957"/>
                    <a:pt x="6256537" y="16247"/>
                    <a:pt x="6279419" y="14537"/>
                  </a:cubicBezTo>
                  <a:cubicBezTo>
                    <a:pt x="6206004" y="16247"/>
                    <a:pt x="6169773" y="10261"/>
                    <a:pt x="6119240" y="17102"/>
                  </a:cubicBezTo>
                  <a:cubicBezTo>
                    <a:pt x="6110659" y="14537"/>
                    <a:pt x="6134495" y="13682"/>
                    <a:pt x="6126867" y="11971"/>
                  </a:cubicBezTo>
                  <a:cubicBezTo>
                    <a:pt x="6121147" y="11971"/>
                    <a:pt x="6103985" y="13682"/>
                    <a:pt x="6096357" y="12827"/>
                  </a:cubicBezTo>
                  <a:cubicBezTo>
                    <a:pt x="6088729" y="11116"/>
                    <a:pt x="6106845" y="10261"/>
                    <a:pt x="6118286" y="9406"/>
                  </a:cubicBezTo>
                  <a:cubicBezTo>
                    <a:pt x="6043917" y="9406"/>
                    <a:pt x="6036290" y="17102"/>
                    <a:pt x="6030569" y="23943"/>
                  </a:cubicBezTo>
                  <a:cubicBezTo>
                    <a:pt x="5992431" y="20523"/>
                    <a:pt x="5973362" y="21378"/>
                    <a:pt x="5945712" y="25654"/>
                  </a:cubicBezTo>
                  <a:cubicBezTo>
                    <a:pt x="5933317" y="23088"/>
                    <a:pt x="5910434" y="20523"/>
                    <a:pt x="5957153" y="20523"/>
                  </a:cubicBezTo>
                  <a:cubicBezTo>
                    <a:pt x="5931410" y="19668"/>
                    <a:pt x="5796974" y="16247"/>
                    <a:pt x="5795067" y="22233"/>
                  </a:cubicBezTo>
                  <a:cubicBezTo>
                    <a:pt x="5786486" y="20523"/>
                    <a:pt x="5757882" y="21378"/>
                    <a:pt x="5751208" y="22233"/>
                  </a:cubicBezTo>
                  <a:cubicBezTo>
                    <a:pt x="5692094" y="21378"/>
                    <a:pt x="5687327" y="21378"/>
                    <a:pt x="5629167" y="21378"/>
                  </a:cubicBezTo>
                  <a:lnTo>
                    <a:pt x="5645375" y="22233"/>
                  </a:lnTo>
                  <a:cubicBezTo>
                    <a:pt x="5622493" y="29074"/>
                    <a:pt x="5597703" y="23943"/>
                    <a:pt x="5550984" y="24798"/>
                  </a:cubicBezTo>
                  <a:lnTo>
                    <a:pt x="5551937" y="23943"/>
                  </a:lnTo>
                  <a:cubicBezTo>
                    <a:pt x="5445151" y="18812"/>
                    <a:pt x="5506172" y="26509"/>
                    <a:pt x="5401292" y="20523"/>
                  </a:cubicBezTo>
                  <a:lnTo>
                    <a:pt x="5407013" y="24798"/>
                  </a:lnTo>
                  <a:cubicBezTo>
                    <a:pt x="5396525" y="33350"/>
                    <a:pt x="5313575" y="18812"/>
                    <a:pt x="5252554" y="22233"/>
                  </a:cubicBezTo>
                  <a:lnTo>
                    <a:pt x="5274483" y="24798"/>
                  </a:lnTo>
                  <a:cubicBezTo>
                    <a:pt x="5241113" y="28219"/>
                    <a:pt x="5181045" y="12827"/>
                    <a:pt x="5147675" y="11116"/>
                  </a:cubicBezTo>
                  <a:cubicBezTo>
                    <a:pt x="5140047" y="10261"/>
                    <a:pt x="5159116" y="10261"/>
                    <a:pt x="5169604" y="9406"/>
                  </a:cubicBezTo>
                  <a:cubicBezTo>
                    <a:pt x="5081887" y="5130"/>
                    <a:pt x="5158163" y="14537"/>
                    <a:pt x="5092375" y="16247"/>
                  </a:cubicBezTo>
                  <a:cubicBezTo>
                    <a:pt x="5079980" y="12827"/>
                    <a:pt x="5107630" y="8551"/>
                    <a:pt x="5063771" y="7696"/>
                  </a:cubicBezTo>
                  <a:cubicBezTo>
                    <a:pt x="5041842" y="5985"/>
                    <a:pt x="4936009" y="17102"/>
                    <a:pt x="4875942" y="11116"/>
                  </a:cubicBezTo>
                  <a:cubicBezTo>
                    <a:pt x="4889290" y="13682"/>
                    <a:pt x="4902638" y="16247"/>
                    <a:pt x="4872128" y="17957"/>
                  </a:cubicBezTo>
                  <a:cubicBezTo>
                    <a:pt x="4825409" y="17957"/>
                    <a:pt x="4746272" y="8551"/>
                    <a:pt x="4704321" y="16247"/>
                  </a:cubicBezTo>
                  <a:cubicBezTo>
                    <a:pt x="4698600" y="15392"/>
                    <a:pt x="4695740" y="14537"/>
                    <a:pt x="4695740" y="13682"/>
                  </a:cubicBezTo>
                  <a:cubicBezTo>
                    <a:pt x="4660462" y="16247"/>
                    <a:pt x="4580372" y="17102"/>
                    <a:pt x="4558443" y="20523"/>
                  </a:cubicBezTo>
                  <a:cubicBezTo>
                    <a:pt x="4526025" y="6841"/>
                    <a:pt x="4337242" y="27364"/>
                    <a:pt x="4338196" y="13682"/>
                  </a:cubicBezTo>
                  <a:lnTo>
                    <a:pt x="4228549" y="13682"/>
                  </a:lnTo>
                  <a:lnTo>
                    <a:pt x="4231410" y="12827"/>
                  </a:lnTo>
                  <a:cubicBezTo>
                    <a:pt x="4161808" y="11971"/>
                    <a:pt x="4137018" y="15392"/>
                    <a:pt x="4112228" y="18812"/>
                  </a:cubicBezTo>
                  <a:cubicBezTo>
                    <a:pt x="4096020" y="17102"/>
                    <a:pt x="4108415" y="16247"/>
                    <a:pt x="4109368" y="15392"/>
                  </a:cubicBezTo>
                  <a:cubicBezTo>
                    <a:pt x="4007349" y="12827"/>
                    <a:pt x="3996861" y="12827"/>
                    <a:pt x="3911050" y="19668"/>
                  </a:cubicBezTo>
                  <a:lnTo>
                    <a:pt x="3902469" y="15392"/>
                  </a:lnTo>
                  <a:cubicBezTo>
                    <a:pt x="3878633" y="17957"/>
                    <a:pt x="3754685" y="8551"/>
                    <a:pt x="3654573" y="12827"/>
                  </a:cubicBezTo>
                  <a:cubicBezTo>
                    <a:pt x="3655526" y="12827"/>
                    <a:pt x="3657433" y="11971"/>
                    <a:pt x="3665060" y="11116"/>
                  </a:cubicBezTo>
                  <a:cubicBezTo>
                    <a:pt x="3552553" y="16247"/>
                    <a:pt x="3395234" y="0"/>
                    <a:pt x="3354236" y="14537"/>
                  </a:cubicBezTo>
                  <a:lnTo>
                    <a:pt x="3278913" y="17957"/>
                  </a:lnTo>
                  <a:cubicBezTo>
                    <a:pt x="3375212" y="19668"/>
                    <a:pt x="3264612" y="24798"/>
                    <a:pt x="3304656" y="27364"/>
                  </a:cubicBezTo>
                  <a:cubicBezTo>
                    <a:pt x="3266519" y="28219"/>
                    <a:pt x="3206451" y="23088"/>
                    <a:pt x="3253170" y="22233"/>
                  </a:cubicBezTo>
                  <a:lnTo>
                    <a:pt x="3260798" y="23088"/>
                  </a:lnTo>
                  <a:cubicBezTo>
                    <a:pt x="3277960" y="14537"/>
                    <a:pt x="3140663" y="19668"/>
                    <a:pt x="3143523" y="13682"/>
                  </a:cubicBezTo>
                  <a:cubicBezTo>
                    <a:pt x="2953787" y="14537"/>
                    <a:pt x="2768818" y="9406"/>
                    <a:pt x="2591476" y="8551"/>
                  </a:cubicBezTo>
                  <a:lnTo>
                    <a:pt x="2612452" y="15392"/>
                  </a:lnTo>
                  <a:lnTo>
                    <a:pt x="2550478" y="14537"/>
                  </a:lnTo>
                  <a:cubicBezTo>
                    <a:pt x="2534269" y="12827"/>
                    <a:pt x="2528548" y="9406"/>
                    <a:pt x="2572407" y="10261"/>
                  </a:cubicBezTo>
                  <a:cubicBezTo>
                    <a:pt x="2549524" y="6841"/>
                    <a:pt x="2498038" y="12827"/>
                    <a:pt x="2497085" y="14537"/>
                  </a:cubicBezTo>
                  <a:cubicBezTo>
                    <a:pt x="2410321" y="11971"/>
                    <a:pt x="2531409" y="7696"/>
                    <a:pt x="2504712" y="7696"/>
                  </a:cubicBezTo>
                  <a:lnTo>
                    <a:pt x="2468481" y="7696"/>
                  </a:lnTo>
                  <a:lnTo>
                    <a:pt x="2476109" y="7696"/>
                  </a:lnTo>
                  <a:cubicBezTo>
                    <a:pt x="2447505" y="10261"/>
                    <a:pt x="2444645" y="12827"/>
                    <a:pt x="2391252" y="12827"/>
                  </a:cubicBezTo>
                  <a:cubicBezTo>
                    <a:pt x="2357881" y="11116"/>
                    <a:pt x="2374090" y="8551"/>
                    <a:pt x="2360741" y="8551"/>
                  </a:cubicBezTo>
                  <a:cubicBezTo>
                    <a:pt x="2361695" y="8551"/>
                    <a:pt x="2356928" y="7696"/>
                    <a:pt x="2340719" y="8551"/>
                  </a:cubicBezTo>
                  <a:lnTo>
                    <a:pt x="2262536" y="7696"/>
                  </a:lnTo>
                  <a:lnTo>
                    <a:pt x="2294000" y="12827"/>
                  </a:lnTo>
                  <a:cubicBezTo>
                    <a:pt x="2259676" y="15392"/>
                    <a:pt x="2220584" y="12827"/>
                    <a:pt x="2256815" y="17957"/>
                  </a:cubicBezTo>
                  <a:cubicBezTo>
                    <a:pt x="2203422" y="9406"/>
                    <a:pt x="1966013" y="14537"/>
                    <a:pt x="1933596" y="11971"/>
                  </a:cubicBezTo>
                  <a:cubicBezTo>
                    <a:pt x="1884970" y="15392"/>
                    <a:pt x="1837297" y="15392"/>
                    <a:pt x="1777230" y="14537"/>
                  </a:cubicBezTo>
                  <a:cubicBezTo>
                    <a:pt x="1792485" y="16247"/>
                    <a:pt x="1801066" y="21378"/>
                    <a:pt x="1750534" y="20523"/>
                  </a:cubicBezTo>
                  <a:cubicBezTo>
                    <a:pt x="1768649" y="9406"/>
                    <a:pt x="1656142" y="15392"/>
                    <a:pt x="1615144" y="7696"/>
                  </a:cubicBezTo>
                  <a:cubicBezTo>
                    <a:pt x="1652328" y="12827"/>
                    <a:pt x="1470219" y="8551"/>
                    <a:pt x="1528380" y="16247"/>
                  </a:cubicBezTo>
                  <a:cubicBezTo>
                    <a:pt x="1485475" y="15392"/>
                    <a:pt x="1525519" y="11971"/>
                    <a:pt x="1493102" y="9406"/>
                  </a:cubicBezTo>
                  <a:cubicBezTo>
                    <a:pt x="1392036" y="13682"/>
                    <a:pt x="1269041" y="6841"/>
                    <a:pt x="1144140" y="7696"/>
                  </a:cubicBezTo>
                  <a:cubicBezTo>
                    <a:pt x="1142233" y="9406"/>
                    <a:pt x="1163209" y="11116"/>
                    <a:pt x="1136512" y="13682"/>
                  </a:cubicBezTo>
                  <a:lnTo>
                    <a:pt x="1069771" y="6841"/>
                  </a:lnTo>
                  <a:cubicBezTo>
                    <a:pt x="1044981" y="7696"/>
                    <a:pt x="1046888" y="14537"/>
                    <a:pt x="1002076" y="9406"/>
                  </a:cubicBezTo>
                  <a:cubicBezTo>
                    <a:pt x="1008750" y="11116"/>
                    <a:pt x="1018284" y="12827"/>
                    <a:pt x="1001122" y="12827"/>
                  </a:cubicBezTo>
                  <a:cubicBezTo>
                    <a:pt x="755132" y="5985"/>
                    <a:pt x="499608" y="18812"/>
                    <a:pt x="249804" y="5985"/>
                  </a:cubicBezTo>
                  <a:cubicBezTo>
                    <a:pt x="283175" y="7696"/>
                    <a:pt x="261245" y="8551"/>
                    <a:pt x="235502" y="8551"/>
                  </a:cubicBezTo>
                  <a:cubicBezTo>
                    <a:pt x="251711" y="9406"/>
                    <a:pt x="234549" y="11971"/>
                    <a:pt x="238362" y="14537"/>
                  </a:cubicBezTo>
                  <a:lnTo>
                    <a:pt x="133483" y="8551"/>
                  </a:lnTo>
                  <a:cubicBezTo>
                    <a:pt x="114414" y="14537"/>
                    <a:pt x="21929" y="8551"/>
                    <a:pt x="10488" y="14537"/>
                  </a:cubicBezTo>
                  <a:lnTo>
                    <a:pt x="43859" y="12827"/>
                  </a:lnTo>
                  <a:cubicBezTo>
                    <a:pt x="0" y="19668"/>
                    <a:pt x="105833" y="27364"/>
                    <a:pt x="99159" y="35915"/>
                  </a:cubicBezTo>
                  <a:cubicBezTo>
                    <a:pt x="148738" y="28219"/>
                    <a:pt x="228828" y="47032"/>
                    <a:pt x="309871" y="36770"/>
                  </a:cubicBezTo>
                  <a:cubicBezTo>
                    <a:pt x="327987" y="38481"/>
                    <a:pt x="294616" y="39336"/>
                    <a:pt x="304150" y="41046"/>
                  </a:cubicBezTo>
                  <a:cubicBezTo>
                    <a:pt x="324173" y="37625"/>
                    <a:pt x="348963" y="36770"/>
                    <a:pt x="394728" y="38481"/>
                  </a:cubicBezTo>
                  <a:lnTo>
                    <a:pt x="389961" y="39336"/>
                  </a:lnTo>
                  <a:cubicBezTo>
                    <a:pt x="518677" y="38481"/>
                    <a:pt x="573977" y="41901"/>
                    <a:pt x="718901" y="44466"/>
                  </a:cubicBezTo>
                  <a:lnTo>
                    <a:pt x="707460" y="40191"/>
                  </a:lnTo>
                  <a:cubicBezTo>
                    <a:pt x="738923" y="41046"/>
                    <a:pt x="745598" y="41901"/>
                    <a:pt x="759899" y="42756"/>
                  </a:cubicBezTo>
                  <a:cubicBezTo>
                    <a:pt x="796130" y="36770"/>
                    <a:pt x="673135" y="42756"/>
                    <a:pt x="705553" y="35915"/>
                  </a:cubicBezTo>
                  <a:cubicBezTo>
                    <a:pt x="746551" y="44466"/>
                    <a:pt x="924846" y="35915"/>
                    <a:pt x="952496" y="45322"/>
                  </a:cubicBezTo>
                  <a:cubicBezTo>
                    <a:pt x="1000169" y="46177"/>
                    <a:pt x="938194" y="41046"/>
                    <a:pt x="985867" y="41046"/>
                  </a:cubicBezTo>
                  <a:lnTo>
                    <a:pt x="999215" y="43611"/>
                  </a:lnTo>
                  <a:lnTo>
                    <a:pt x="1010657" y="40191"/>
                  </a:lnTo>
                  <a:cubicBezTo>
                    <a:pt x="1042120" y="41046"/>
                    <a:pt x="1058329" y="44466"/>
                    <a:pt x="1059283" y="46177"/>
                  </a:cubicBezTo>
                  <a:cubicBezTo>
                    <a:pt x="1051655" y="46177"/>
                    <a:pt x="1037353" y="47032"/>
                    <a:pt x="1029726" y="47032"/>
                  </a:cubicBezTo>
                  <a:cubicBezTo>
                    <a:pt x="1069771" y="50452"/>
                    <a:pt x="1144140" y="46177"/>
                    <a:pt x="1158441" y="47032"/>
                  </a:cubicBezTo>
                  <a:lnTo>
                    <a:pt x="1111722" y="45322"/>
                  </a:lnTo>
                  <a:cubicBezTo>
                    <a:pt x="1242345" y="42756"/>
                    <a:pt x="1401571" y="47032"/>
                    <a:pt x="1528380" y="41901"/>
                  </a:cubicBezTo>
                  <a:lnTo>
                    <a:pt x="1518845" y="39336"/>
                  </a:lnTo>
                  <a:cubicBezTo>
                    <a:pt x="1615144" y="35915"/>
                    <a:pt x="1596075" y="41901"/>
                    <a:pt x="1700954" y="40191"/>
                  </a:cubicBezTo>
                  <a:lnTo>
                    <a:pt x="1697140" y="41046"/>
                  </a:lnTo>
                  <a:cubicBezTo>
                    <a:pt x="1719070" y="38481"/>
                    <a:pt x="1746720" y="37625"/>
                    <a:pt x="1776277" y="38481"/>
                  </a:cubicBezTo>
                  <a:cubicBezTo>
                    <a:pt x="1749580" y="40191"/>
                    <a:pt x="1825856" y="42756"/>
                    <a:pt x="1791532" y="45322"/>
                  </a:cubicBezTo>
                  <a:cubicBezTo>
                    <a:pt x="1895458" y="41046"/>
                    <a:pt x="1843018" y="41901"/>
                    <a:pt x="1911667" y="35060"/>
                  </a:cubicBezTo>
                  <a:lnTo>
                    <a:pt x="1927875" y="38481"/>
                  </a:lnTo>
                  <a:cubicBezTo>
                    <a:pt x="1950758" y="35060"/>
                    <a:pt x="1952665" y="34205"/>
                    <a:pt x="2006058" y="33350"/>
                  </a:cubicBezTo>
                  <a:cubicBezTo>
                    <a:pt x="1962199" y="35915"/>
                    <a:pt x="2039429" y="37625"/>
                    <a:pt x="1990803" y="41901"/>
                  </a:cubicBezTo>
                  <a:cubicBezTo>
                    <a:pt x="2102356" y="48742"/>
                    <a:pt x="2155750" y="35060"/>
                    <a:pt x="2206282" y="45322"/>
                  </a:cubicBezTo>
                  <a:cubicBezTo>
                    <a:pt x="2257769" y="35915"/>
                    <a:pt x="2110938" y="40191"/>
                    <a:pt x="2139541" y="38481"/>
                  </a:cubicBezTo>
                  <a:cubicBezTo>
                    <a:pt x="2115705" y="35060"/>
                    <a:pt x="2181493" y="31639"/>
                    <a:pt x="2215817" y="32495"/>
                  </a:cubicBezTo>
                  <a:cubicBezTo>
                    <a:pt x="2251095" y="32495"/>
                    <a:pt x="2275884" y="43611"/>
                    <a:pt x="2365509" y="43611"/>
                  </a:cubicBezTo>
                  <a:cubicBezTo>
                    <a:pt x="2355974" y="43611"/>
                    <a:pt x="2355974" y="44466"/>
                    <a:pt x="2346440" y="44466"/>
                  </a:cubicBezTo>
                  <a:cubicBezTo>
                    <a:pt x="2379810" y="47032"/>
                    <a:pt x="2412228" y="41046"/>
                    <a:pt x="2453226" y="45322"/>
                  </a:cubicBezTo>
                  <a:cubicBezTo>
                    <a:pt x="2476109" y="40191"/>
                    <a:pt x="2505666" y="45322"/>
                    <a:pt x="2512340" y="38481"/>
                  </a:cubicBezTo>
                  <a:lnTo>
                    <a:pt x="2431297" y="40191"/>
                  </a:lnTo>
                  <a:cubicBezTo>
                    <a:pt x="2477062" y="38481"/>
                    <a:pt x="2520921" y="30784"/>
                    <a:pt x="2597197" y="34205"/>
                  </a:cubicBezTo>
                  <a:cubicBezTo>
                    <a:pt x="2591476" y="35915"/>
                    <a:pt x="2568593" y="37625"/>
                    <a:pt x="2552385" y="38481"/>
                  </a:cubicBezTo>
                  <a:cubicBezTo>
                    <a:pt x="2575268" y="41046"/>
                    <a:pt x="2595290" y="37625"/>
                    <a:pt x="2619126" y="39336"/>
                  </a:cubicBezTo>
                  <a:cubicBezTo>
                    <a:pt x="2612452" y="46177"/>
                    <a:pt x="2519967" y="41046"/>
                    <a:pt x="2470388" y="46177"/>
                  </a:cubicBezTo>
                  <a:cubicBezTo>
                    <a:pt x="2494224" y="48742"/>
                    <a:pt x="2563826" y="41046"/>
                    <a:pt x="2539036" y="48742"/>
                  </a:cubicBezTo>
                  <a:cubicBezTo>
                    <a:pt x="2574314" y="39336"/>
                    <a:pt x="2626754" y="49597"/>
                    <a:pt x="2686821" y="42756"/>
                  </a:cubicBezTo>
                  <a:lnTo>
                    <a:pt x="2683007" y="47032"/>
                  </a:lnTo>
                  <a:cubicBezTo>
                    <a:pt x="2692542" y="46177"/>
                    <a:pt x="2712564" y="44466"/>
                    <a:pt x="2729726" y="44466"/>
                  </a:cubicBezTo>
                  <a:lnTo>
                    <a:pt x="2698263" y="49597"/>
                  </a:lnTo>
                  <a:cubicBezTo>
                    <a:pt x="2746888" y="45322"/>
                    <a:pt x="2791701" y="53873"/>
                    <a:pt x="2838420" y="51308"/>
                  </a:cubicBezTo>
                  <a:cubicBezTo>
                    <a:pt x="2741168" y="51308"/>
                    <a:pt x="2816490" y="46177"/>
                    <a:pt x="2775492" y="43611"/>
                  </a:cubicBezTo>
                  <a:cubicBezTo>
                    <a:pt x="2896580" y="38481"/>
                    <a:pt x="2845094" y="54728"/>
                    <a:pt x="2980484" y="53018"/>
                  </a:cubicBezTo>
                  <a:cubicBezTo>
                    <a:pt x="2962368" y="53018"/>
                    <a:pt x="2911835" y="49597"/>
                    <a:pt x="2940439" y="47887"/>
                  </a:cubicBezTo>
                  <a:cubicBezTo>
                    <a:pt x="2966182" y="48742"/>
                    <a:pt x="2999553" y="50452"/>
                    <a:pt x="3015761" y="53018"/>
                  </a:cubicBezTo>
                  <a:cubicBezTo>
                    <a:pt x="3105386" y="52163"/>
                    <a:pt x="3002413" y="48742"/>
                    <a:pt x="3040551" y="46177"/>
                  </a:cubicBezTo>
                  <a:cubicBezTo>
                    <a:pt x="3071061" y="51308"/>
                    <a:pt x="3084410" y="44466"/>
                    <a:pt x="3123501" y="42756"/>
                  </a:cubicBezTo>
                  <a:lnTo>
                    <a:pt x="3123501" y="47032"/>
                  </a:lnTo>
                  <a:cubicBezTo>
                    <a:pt x="3226474" y="49597"/>
                    <a:pt x="3151151" y="38481"/>
                    <a:pt x="3242682" y="41901"/>
                  </a:cubicBezTo>
                  <a:lnTo>
                    <a:pt x="3204544" y="47032"/>
                  </a:lnTo>
                  <a:lnTo>
                    <a:pt x="3252217" y="46177"/>
                  </a:lnTo>
                  <a:lnTo>
                    <a:pt x="3241729" y="50452"/>
                  </a:lnTo>
                  <a:cubicBezTo>
                    <a:pt x="3294169" y="47032"/>
                    <a:pt x="3310377" y="47887"/>
                    <a:pt x="3361863" y="49597"/>
                  </a:cubicBezTo>
                  <a:cubicBezTo>
                    <a:pt x="3349469" y="46177"/>
                    <a:pt x="3368538" y="41901"/>
                    <a:pt x="3413350" y="41901"/>
                  </a:cubicBezTo>
                  <a:cubicBezTo>
                    <a:pt x="3444814" y="44466"/>
                    <a:pt x="3396188" y="46177"/>
                    <a:pt x="3461022" y="45322"/>
                  </a:cubicBezTo>
                  <a:cubicBezTo>
                    <a:pt x="3445767" y="47887"/>
                    <a:pt x="3430512" y="51308"/>
                    <a:pt x="3401908" y="47032"/>
                  </a:cubicBezTo>
                  <a:cubicBezTo>
                    <a:pt x="3399048" y="48742"/>
                    <a:pt x="3387607" y="49597"/>
                    <a:pt x="3384746" y="51308"/>
                  </a:cubicBezTo>
                  <a:cubicBezTo>
                    <a:pt x="3418117" y="53873"/>
                    <a:pt x="3468650" y="52163"/>
                    <a:pt x="3491533" y="52163"/>
                  </a:cubicBezTo>
                  <a:cubicBezTo>
                    <a:pt x="3482952" y="52163"/>
                    <a:pt x="3472464" y="51308"/>
                    <a:pt x="3466743" y="51308"/>
                  </a:cubicBezTo>
                  <a:lnTo>
                    <a:pt x="3560181" y="45322"/>
                  </a:lnTo>
                  <a:cubicBezTo>
                    <a:pt x="3574483" y="47032"/>
                    <a:pt x="3563041" y="47887"/>
                    <a:pt x="3551600" y="49597"/>
                  </a:cubicBezTo>
                  <a:cubicBezTo>
                    <a:pt x="3569715" y="48742"/>
                    <a:pt x="3583064" y="47032"/>
                    <a:pt x="3610714" y="47032"/>
                  </a:cubicBezTo>
                  <a:cubicBezTo>
                    <a:pt x="3604040" y="50452"/>
                    <a:pt x="3604993" y="53873"/>
                    <a:pt x="3565902" y="55583"/>
                  </a:cubicBezTo>
                  <a:lnTo>
                    <a:pt x="3654573" y="51308"/>
                  </a:lnTo>
                  <a:cubicBezTo>
                    <a:pt x="3660293" y="53018"/>
                    <a:pt x="3700338" y="55583"/>
                    <a:pt x="3688897" y="57293"/>
                  </a:cubicBezTo>
                  <a:cubicBezTo>
                    <a:pt x="3737523" y="59004"/>
                    <a:pt x="3809031" y="50452"/>
                    <a:pt x="3874819" y="53018"/>
                  </a:cubicBezTo>
                  <a:cubicBezTo>
                    <a:pt x="3877680" y="53018"/>
                    <a:pt x="3884354" y="52163"/>
                    <a:pt x="3898656" y="51308"/>
                  </a:cubicBezTo>
                  <a:cubicBezTo>
                    <a:pt x="3959676" y="53018"/>
                    <a:pt x="4014023" y="57293"/>
                    <a:pt x="4086485" y="52163"/>
                  </a:cubicBezTo>
                  <a:lnTo>
                    <a:pt x="4127484" y="58149"/>
                  </a:lnTo>
                  <a:cubicBezTo>
                    <a:pt x="4184691" y="57293"/>
                    <a:pt x="4072183" y="50452"/>
                    <a:pt x="4166575" y="48742"/>
                  </a:cubicBezTo>
                  <a:cubicBezTo>
                    <a:pt x="4233316" y="47032"/>
                    <a:pt x="4191365" y="53873"/>
                    <a:pt x="4215201" y="55583"/>
                  </a:cubicBezTo>
                  <a:cubicBezTo>
                    <a:pt x="4248572" y="53018"/>
                    <a:pt x="4306732" y="46177"/>
                    <a:pt x="4367753" y="51308"/>
                  </a:cubicBezTo>
                  <a:cubicBezTo>
                    <a:pt x="4347730" y="53018"/>
                    <a:pt x="4331522" y="51308"/>
                    <a:pt x="4312453" y="521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S4AAJkJAABDLgAAnwkAAAAAAAAmAAAACAAAAP//////////"/>
                </a:ext>
              </a:extLst>
            </p:cNvSpPr>
            <p:nvPr/>
          </p:nvSpPr>
          <p:spPr>
            <a:xfrm>
              <a:off x="7508875" y="1560195"/>
              <a:ext cx="11430" cy="3810"/>
            </a:xfrm>
            <a:custGeom>
              <a:avLst/>
              <a:gdLst/>
              <a:ahLst/>
              <a:cxnLst/>
              <a:rect l="0" t="0" r="11430" b="3810"/>
              <a:pathLst>
                <a:path w="11430" h="3810">
                  <a:moveTo>
                    <a:pt x="11430" y="3810"/>
                  </a:moveTo>
                  <a:cubicBezTo>
                    <a:pt x="7620" y="2540"/>
                    <a:pt x="6668" y="1270"/>
                    <a:pt x="5715" y="0"/>
                  </a:cubicBezTo>
                  <a:cubicBezTo>
                    <a:pt x="953" y="1270"/>
                    <a:pt x="0" y="2540"/>
                    <a:pt x="1143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iEAAKUJAAB1IQAApgkAAAAAAAAmAAAACAAAAP//////////"/>
                </a:ext>
              </a:extLst>
            </p:cNvSpPr>
            <p:nvPr/>
          </p:nvSpPr>
          <p:spPr>
            <a:xfrm>
              <a:off x="5434330" y="1567815"/>
              <a:ext cx="4445" cy="635"/>
            </a:xfrm>
            <a:custGeom>
              <a:avLst/>
              <a:gdLst/>
              <a:ahLst/>
              <a:cxnLst/>
              <a:rect l="0" t="0" r="4445" b="635"/>
              <a:pathLst>
                <a:path w="4445" h="635">
                  <a:moveTo>
                    <a:pt x="4445" y="635"/>
                  </a:moveTo>
                  <a:lnTo>
                    <a:pt x="2667" y="0"/>
                  </a:lnTo>
                  <a:cubicBezTo>
                    <a:pt x="889" y="635"/>
                    <a:pt x="889" y="635"/>
                    <a:pt x="0" y="635"/>
                  </a:cubicBezTo>
                  <a:lnTo>
                    <a:pt x="4445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TsAAKUJAACpOwAAqAkAAAAAAAAmAAAACAAAAP//////////"/>
                </a:ext>
              </a:extLst>
            </p:cNvSpPr>
            <p:nvPr/>
          </p:nvSpPr>
          <p:spPr>
            <a:xfrm>
              <a:off x="9672955" y="1567815"/>
              <a:ext cx="25400" cy="1905"/>
            </a:xfrm>
            <a:custGeom>
              <a:avLst/>
              <a:gdLst/>
              <a:ahLst/>
              <a:cxnLst/>
              <a:rect l="0" t="0" r="25400" b="1905"/>
              <a:pathLst>
                <a:path w="25400" h="1905">
                  <a:moveTo>
                    <a:pt x="25400" y="1905"/>
                  </a:moveTo>
                  <a:cubicBezTo>
                    <a:pt x="12230" y="1270"/>
                    <a:pt x="5644" y="635"/>
                    <a:pt x="941" y="0"/>
                  </a:cubicBezTo>
                  <a:cubicBezTo>
                    <a:pt x="0" y="635"/>
                    <a:pt x="5644" y="1270"/>
                    <a:pt x="2540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kMAAGgJAAC1QwAAbAkAAAAAAAAmAAAACAAAAP//////////"/>
                </a:ext>
              </a:extLst>
            </p:cNvSpPr>
            <p:nvPr/>
          </p:nvSpPr>
          <p:spPr>
            <a:xfrm>
              <a:off x="10966450" y="1529080"/>
              <a:ext cx="40005" cy="2540"/>
            </a:xfrm>
            <a:custGeom>
              <a:avLst/>
              <a:gdLst/>
              <a:ahLst/>
              <a:cxnLst/>
              <a:rect l="0" t="0" r="40005" b="2540"/>
              <a:pathLst>
                <a:path w="40005" h="2540">
                  <a:moveTo>
                    <a:pt x="40005" y="0"/>
                  </a:moveTo>
                  <a:lnTo>
                    <a:pt x="0" y="847"/>
                  </a:lnTo>
                  <a:cubicBezTo>
                    <a:pt x="19050" y="847"/>
                    <a:pt x="25717" y="1693"/>
                    <a:pt x="36195" y="2540"/>
                  </a:cubicBezTo>
                  <a:cubicBezTo>
                    <a:pt x="35242" y="1693"/>
                    <a:pt x="27622" y="0"/>
                    <a:pt x="40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UAAI0JAAD5RQAAkQkAAAAAAAAmAAAACAAAAP//////////"/>
                </a:ext>
              </a:extLst>
            </p:cNvSpPr>
            <p:nvPr/>
          </p:nvSpPr>
          <p:spPr>
            <a:xfrm>
              <a:off x="11330305" y="1552575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26090" y="2540"/>
                  </a:moveTo>
                  <a:cubicBezTo>
                    <a:pt x="31888" y="1693"/>
                    <a:pt x="38652" y="2540"/>
                    <a:pt x="44450" y="1693"/>
                  </a:cubicBezTo>
                  <a:lnTo>
                    <a:pt x="42517" y="0"/>
                  </a:lnTo>
                  <a:cubicBezTo>
                    <a:pt x="17393" y="0"/>
                    <a:pt x="0" y="1693"/>
                    <a:pt x="2609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kMAAHoJAABNRAAAhAkAAAAAAAAmAAAACAAAAP//////////"/>
                </a:ext>
              </a:extLst>
            </p:cNvSpPr>
            <p:nvPr/>
          </p:nvSpPr>
          <p:spPr>
            <a:xfrm>
              <a:off x="11042650" y="154051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0" y="2721"/>
                  </a:moveTo>
                  <a:cubicBezTo>
                    <a:pt x="2872" y="6350"/>
                    <a:pt x="28726" y="5443"/>
                    <a:pt x="57452" y="4536"/>
                  </a:cubicBezTo>
                  <a:lnTo>
                    <a:pt x="51707" y="4536"/>
                  </a:lnTo>
                  <a:cubicBezTo>
                    <a:pt x="60325" y="0"/>
                    <a:pt x="29683" y="907"/>
                    <a:pt x="0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kQAAH4JAAB/RAAAgAkAAAAAAAAmAAAACAAAAP//////////"/>
                </a:ext>
              </a:extLst>
            </p:cNvSpPr>
            <p:nvPr/>
          </p:nvSpPr>
          <p:spPr>
            <a:xfrm>
              <a:off x="11106150" y="1543050"/>
              <a:ext cx="28575" cy="1270"/>
            </a:xfrm>
            <a:custGeom>
              <a:avLst/>
              <a:gdLst/>
              <a:ahLst/>
              <a:cxnLst/>
              <a:rect l="0" t="0" r="28575" b="1270"/>
              <a:pathLst>
                <a:path w="28575" h="1270">
                  <a:moveTo>
                    <a:pt x="0" y="1270"/>
                  </a:moveTo>
                  <a:cubicBezTo>
                    <a:pt x="9217" y="1270"/>
                    <a:pt x="17513" y="1270"/>
                    <a:pt x="25809" y="1270"/>
                  </a:cubicBezTo>
                  <a:cubicBezTo>
                    <a:pt x="28575" y="0"/>
                    <a:pt x="15670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kEAAGIJAABUQgAAcgkAAAAAAAAmAAAACAAAAP//////////"/>
                </a:ext>
              </a:extLst>
            </p:cNvSpPr>
            <p:nvPr/>
          </p:nvSpPr>
          <p:spPr>
            <a:xfrm>
              <a:off x="10679430" y="1525270"/>
              <a:ext cx="102870" cy="10160"/>
            </a:xfrm>
            <a:custGeom>
              <a:avLst/>
              <a:gdLst/>
              <a:ahLst/>
              <a:cxnLst/>
              <a:rect l="0" t="0" r="102870" b="10160"/>
              <a:pathLst>
                <a:path w="102870" h="10160">
                  <a:moveTo>
                    <a:pt x="72670" y="7620"/>
                  </a:moveTo>
                  <a:cubicBezTo>
                    <a:pt x="85882" y="8467"/>
                    <a:pt x="81163" y="3387"/>
                    <a:pt x="88714" y="5080"/>
                  </a:cubicBezTo>
                  <a:cubicBezTo>
                    <a:pt x="102870" y="0"/>
                    <a:pt x="0" y="10160"/>
                    <a:pt x="72670" y="7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UMAAIkJAAAURAAAkQkAAAAAAAAmAAAACAAAAP//////////"/>
                </a:ext>
              </a:extLst>
            </p:cNvSpPr>
            <p:nvPr/>
          </p:nvSpPr>
          <p:spPr>
            <a:xfrm>
              <a:off x="11039475" y="1550035"/>
              <a:ext cx="27305" cy="5080"/>
            </a:xfrm>
            <a:custGeom>
              <a:avLst/>
              <a:gdLst/>
              <a:ahLst/>
              <a:cxnLst/>
              <a:rect l="0" t="0" r="27305" b="5080"/>
              <a:pathLst>
                <a:path w="27305" h="5080">
                  <a:moveTo>
                    <a:pt x="27305" y="5080"/>
                  </a:moveTo>
                  <a:lnTo>
                    <a:pt x="16180" y="0"/>
                  </a:lnTo>
                  <a:lnTo>
                    <a:pt x="0" y="4064"/>
                  </a:lnTo>
                  <a:lnTo>
                    <a:pt x="273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UIAAIcJAAANQwAAiwkAAAAAAAAmAAAACAAAAP//////////"/>
                </a:ext>
              </a:extLst>
            </p:cNvSpPr>
            <p:nvPr/>
          </p:nvSpPr>
          <p:spPr>
            <a:xfrm>
              <a:off x="10841355" y="1548765"/>
              <a:ext cx="58420" cy="2540"/>
            </a:xfrm>
            <a:custGeom>
              <a:avLst/>
              <a:gdLst/>
              <a:ahLst/>
              <a:cxnLst/>
              <a:rect l="0" t="0" r="58420" b="2540"/>
              <a:pathLst>
                <a:path w="58420" h="2540">
                  <a:moveTo>
                    <a:pt x="958" y="1693"/>
                  </a:moveTo>
                  <a:lnTo>
                    <a:pt x="46928" y="2540"/>
                  </a:lnTo>
                  <a:cubicBezTo>
                    <a:pt x="45970" y="1693"/>
                    <a:pt x="51716" y="1693"/>
                    <a:pt x="58420" y="1693"/>
                  </a:cubicBezTo>
                  <a:cubicBezTo>
                    <a:pt x="30647" y="847"/>
                    <a:pt x="0" y="0"/>
                    <a:pt x="958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UMAAIkJAABHQwAAiwkAAAAAAAAmAAAACAAAAP//////////"/>
                </a:ext>
              </a:extLst>
            </p:cNvSpPr>
            <p:nvPr/>
          </p:nvSpPr>
          <p:spPr>
            <a:xfrm>
              <a:off x="10899775" y="1550035"/>
              <a:ext cx="36830" cy="1270"/>
            </a:xfrm>
            <a:custGeom>
              <a:avLst/>
              <a:gdLst/>
              <a:ahLst/>
              <a:cxnLst/>
              <a:rect l="0" t="0" r="36830" b="1270"/>
              <a:pathLst>
                <a:path w="36830" h="1270">
                  <a:moveTo>
                    <a:pt x="0" y="1270"/>
                  </a:moveTo>
                  <a:cubicBezTo>
                    <a:pt x="14538" y="1270"/>
                    <a:pt x="29076" y="1270"/>
                    <a:pt x="36830" y="0"/>
                  </a:cubicBezTo>
                  <a:cubicBezTo>
                    <a:pt x="29076" y="0"/>
                    <a:pt x="11631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kMAAJEJAACyQwAAkQkAAAAAAAAmAAAACAAAAP//////////"/>
                </a:ext>
              </a:extLst>
            </p:cNvSpPr>
            <p:nvPr/>
          </p:nvSpPr>
          <p:spPr>
            <a:xfrm>
              <a:off x="10958830" y="1555115"/>
              <a:ext cx="45720" cy="0"/>
            </a:xfrm>
            <a:custGeom>
              <a:avLst/>
              <a:gdLst/>
              <a:ahLst/>
              <a:cxnLst/>
              <a:rect l="0" t="0" r="45720" b="0"/>
              <a:pathLst>
                <a:path w="45720">
                  <a:moveTo>
                    <a:pt x="45720" y="0"/>
                  </a:moveTo>
                  <a:lnTo>
                    <a:pt x="32101" y="0"/>
                  </a:lnTo>
                  <a:lnTo>
                    <a:pt x="0" y="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D8AAIcJAADFPwAAjQkAAAAAAAAmAAAACAAAAP//////////"/>
                </a:ext>
              </a:extLst>
            </p:cNvSpPr>
            <p:nvPr/>
          </p:nvSpPr>
          <p:spPr>
            <a:xfrm>
              <a:off x="10304780" y="1548765"/>
              <a:ext cx="61595" cy="3810"/>
            </a:xfrm>
            <a:custGeom>
              <a:avLst/>
              <a:gdLst/>
              <a:ahLst/>
              <a:cxnLst/>
              <a:rect l="0" t="0" r="61595" b="3810"/>
              <a:pathLst>
                <a:path w="61595" h="3810">
                  <a:moveTo>
                    <a:pt x="54014" y="0"/>
                  </a:moveTo>
                  <a:lnTo>
                    <a:pt x="4738" y="953"/>
                  </a:lnTo>
                  <a:cubicBezTo>
                    <a:pt x="0" y="2858"/>
                    <a:pt x="13266" y="3810"/>
                    <a:pt x="31271" y="3810"/>
                  </a:cubicBezTo>
                  <a:cubicBezTo>
                    <a:pt x="42642" y="1905"/>
                    <a:pt x="61595" y="1905"/>
                    <a:pt x="54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AAAJUJAACkQAAAnwkAAAAAAAAmAAAACAAAAP//////////"/>
                </a:ext>
              </a:extLst>
            </p:cNvSpPr>
            <p:nvPr/>
          </p:nvSpPr>
          <p:spPr>
            <a:xfrm>
              <a:off x="10483850" y="1557655"/>
              <a:ext cx="24130" cy="6350"/>
            </a:xfrm>
            <a:custGeom>
              <a:avLst/>
              <a:gdLst/>
              <a:ahLst/>
              <a:cxnLst/>
              <a:rect l="0" t="0" r="24130" b="6350"/>
              <a:pathLst>
                <a:path w="24130" h="6350">
                  <a:moveTo>
                    <a:pt x="24130" y="3629"/>
                  </a:moveTo>
                  <a:cubicBezTo>
                    <a:pt x="10617" y="2721"/>
                    <a:pt x="9652" y="1814"/>
                    <a:pt x="1930" y="0"/>
                  </a:cubicBezTo>
                  <a:lnTo>
                    <a:pt x="0" y="6350"/>
                  </a:lnTo>
                  <a:lnTo>
                    <a:pt x="24130" y="3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D8AAJ8JAAAJQAAAowkAAAAAAAAmAAAACAAAAP//////////"/>
                </a:ext>
              </a:extLst>
            </p:cNvSpPr>
            <p:nvPr/>
          </p:nvSpPr>
          <p:spPr>
            <a:xfrm>
              <a:off x="10292080" y="1564005"/>
              <a:ext cx="117475" cy="2540"/>
            </a:xfrm>
            <a:custGeom>
              <a:avLst/>
              <a:gdLst/>
              <a:ahLst/>
              <a:cxnLst/>
              <a:rect l="0" t="0" r="117475" b="2540"/>
              <a:pathLst>
                <a:path w="117475" h="2540">
                  <a:moveTo>
                    <a:pt x="71631" y="0"/>
                  </a:moveTo>
                  <a:cubicBezTo>
                    <a:pt x="66855" y="635"/>
                    <a:pt x="0" y="2540"/>
                    <a:pt x="63035" y="2540"/>
                  </a:cubicBezTo>
                  <a:cubicBezTo>
                    <a:pt x="67810" y="1270"/>
                    <a:pt x="117475" y="635"/>
                    <a:pt x="71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sAAIQJAABCOwAAkQkAAAAAAAAmAAAACAAAAP//////////"/>
                </a:ext>
              </a:extLst>
            </p:cNvSpPr>
            <p:nvPr/>
          </p:nvSpPr>
          <p:spPr>
            <a:xfrm>
              <a:off x="9622155" y="1546860"/>
              <a:ext cx="10795" cy="8255"/>
            </a:xfrm>
            <a:custGeom>
              <a:avLst/>
              <a:gdLst/>
              <a:ahLst/>
              <a:cxnLst/>
              <a:rect l="0" t="0" r="10795" b="8255"/>
              <a:pathLst>
                <a:path w="10795" h="8255">
                  <a:moveTo>
                    <a:pt x="0" y="8255"/>
                  </a:moveTo>
                  <a:lnTo>
                    <a:pt x="10795" y="8255"/>
                  </a:lnTo>
                  <a:lnTo>
                    <a:pt x="9964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jcAAKYJAACqNwAAtAkAAAAAAAAmAAAACAAAAP//////////"/>
                </a:ext>
              </a:extLst>
            </p:cNvSpPr>
            <p:nvPr/>
          </p:nvSpPr>
          <p:spPr>
            <a:xfrm>
              <a:off x="8952230" y="1568450"/>
              <a:ext cx="96520" cy="8890"/>
            </a:xfrm>
            <a:custGeom>
              <a:avLst/>
              <a:gdLst/>
              <a:ahLst/>
              <a:cxnLst/>
              <a:rect l="0" t="0" r="96520" b="8890"/>
              <a:pathLst>
                <a:path w="96520" h="8890">
                  <a:moveTo>
                    <a:pt x="15290" y="7112"/>
                  </a:moveTo>
                  <a:cubicBezTo>
                    <a:pt x="74540" y="8890"/>
                    <a:pt x="29625" y="889"/>
                    <a:pt x="82185" y="3556"/>
                  </a:cubicBezTo>
                  <a:cubicBezTo>
                    <a:pt x="96520" y="1778"/>
                    <a:pt x="39181" y="1778"/>
                    <a:pt x="53516" y="0"/>
                  </a:cubicBezTo>
                  <a:cubicBezTo>
                    <a:pt x="18157" y="1778"/>
                    <a:pt x="0" y="889"/>
                    <a:pt x="15290" y="7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zcAAKMJAACCNwAApgkAAAAAAAAmAAAACAAAAP//////////"/>
                </a:ext>
              </a:extLst>
            </p:cNvSpPr>
            <p:nvPr/>
          </p:nvSpPr>
          <p:spPr>
            <a:xfrm>
              <a:off x="9006205" y="1566545"/>
              <a:ext cx="17145" cy="1905"/>
            </a:xfrm>
            <a:custGeom>
              <a:avLst/>
              <a:gdLst/>
              <a:ahLst/>
              <a:cxnLst/>
              <a:rect l="0" t="0" r="17145" b="1905"/>
              <a:pathLst>
                <a:path w="17145" h="1905">
                  <a:moveTo>
                    <a:pt x="0" y="1905"/>
                  </a:moveTo>
                  <a:lnTo>
                    <a:pt x="17145" y="0"/>
                  </a:lnTo>
                  <a:cubicBezTo>
                    <a:pt x="7218" y="952"/>
                    <a:pt x="2707" y="952"/>
                    <a:pt x="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AkAAFUJAAAACgAAWwkAAAAAAAAmAAAACAAAAP//////////"/>
                </a:ext>
              </a:extLst>
            </p:cNvSpPr>
            <p:nvPr/>
          </p:nvSpPr>
          <p:spPr>
            <a:xfrm>
              <a:off x="1587500" y="1517015"/>
              <a:ext cx="38100" cy="3810"/>
            </a:xfrm>
            <a:custGeom>
              <a:avLst/>
              <a:gdLst/>
              <a:ahLst/>
              <a:cxnLst/>
              <a:rect l="0" t="0" r="38100" b="3810"/>
              <a:pathLst>
                <a:path w="38100" h="3810">
                  <a:moveTo>
                    <a:pt x="38100" y="1905"/>
                  </a:moveTo>
                  <a:lnTo>
                    <a:pt x="0" y="0"/>
                  </a:lnTo>
                  <a:lnTo>
                    <a:pt x="24423" y="3810"/>
                  </a:lnTo>
                  <a:lnTo>
                    <a:pt x="3810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FkJAACNCQAAYQkAAAAAAAAmAAAACAAAAP//////////"/>
                </a:ext>
              </a:extLst>
            </p:cNvSpPr>
            <p:nvPr/>
          </p:nvSpPr>
          <p:spPr>
            <a:xfrm>
              <a:off x="1522730" y="1519555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lnTo>
                    <a:pt x="21451" y="0"/>
                  </a:lnTo>
                  <a:lnTo>
                    <a:pt x="0" y="4233"/>
                  </a:lnTo>
                  <a:cubicBezTo>
                    <a:pt x="7461" y="4233"/>
                    <a:pt x="24249" y="4233"/>
                    <a:pt x="29845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gAAK4JAAAdKQAAtAkAAAAAAAAmAAAACAAAAP//////////"/>
                </a:ext>
              </a:extLst>
            </p:cNvSpPr>
            <p:nvPr/>
          </p:nvSpPr>
          <p:spPr>
            <a:xfrm>
              <a:off x="6650355" y="1573530"/>
              <a:ext cx="33020" cy="3810"/>
            </a:xfrm>
            <a:custGeom>
              <a:avLst/>
              <a:gdLst/>
              <a:ahLst/>
              <a:cxnLst/>
              <a:rect l="0" t="0" r="33020" b="3810"/>
              <a:pathLst>
                <a:path w="33020" h="3810">
                  <a:moveTo>
                    <a:pt x="30106" y="3810"/>
                  </a:moveTo>
                  <a:lnTo>
                    <a:pt x="33020" y="1905"/>
                  </a:lnTo>
                  <a:cubicBezTo>
                    <a:pt x="27193" y="953"/>
                    <a:pt x="17481" y="953"/>
                    <a:pt x="0" y="0"/>
                  </a:cubicBezTo>
                  <a:lnTo>
                    <a:pt x="30106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UAAKMJAAACJgAAqgkAAAAAAAAmAAAACAAAAP//////////"/>
                </a:ext>
              </a:extLst>
            </p:cNvSpPr>
            <p:nvPr/>
          </p:nvSpPr>
          <p:spPr>
            <a:xfrm>
              <a:off x="6162675" y="1566545"/>
              <a:ext cx="15875" cy="4445"/>
            </a:xfrm>
            <a:custGeom>
              <a:avLst/>
              <a:gdLst/>
              <a:ahLst/>
              <a:cxnLst/>
              <a:rect l="0" t="0" r="15875" b="4445"/>
              <a:pathLst>
                <a:path w="15875" h="4445">
                  <a:moveTo>
                    <a:pt x="7470" y="4445"/>
                  </a:moveTo>
                  <a:lnTo>
                    <a:pt x="15875" y="4445"/>
                  </a:lnTo>
                  <a:lnTo>
                    <a:pt x="0" y="0"/>
                  </a:lnTo>
                  <a:lnTo>
                    <a:pt x="747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iMAAKoJAACtIwAAtAkAAAAAAAAmAAAACAAAAP//////////"/>
                </a:ext>
              </a:extLst>
            </p:cNvSpPr>
            <p:nvPr/>
          </p:nvSpPr>
          <p:spPr>
            <a:xfrm>
              <a:off x="5739130" y="157099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4787" y="5556"/>
                  </a:moveTo>
                  <a:cubicBezTo>
                    <a:pt x="22023" y="6350"/>
                    <a:pt x="43089" y="4763"/>
                    <a:pt x="60325" y="5556"/>
                  </a:cubicBezTo>
                  <a:cubicBezTo>
                    <a:pt x="22023" y="6350"/>
                    <a:pt x="0" y="0"/>
                    <a:pt x="4787" y="55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GAY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날짜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1696-D8E7-5BE0-A9B6-2EB558F85F7B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79" name="바닥글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80" name="슬라이드 번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67F4-BAE7-5B91-A9B6-4CC429F85F19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6C78-36E7-5B9A-A9B6-C0CF22F85F95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3" name="바닥글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4" name="슬라이드 번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2BC3-8DE7-5BDD-A9B6-7B8865F85F2E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프레임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FYAAAAfAAAAVAAAAAAAAAAAAAAAAAAAAAAAAAAAAAAAAAAAAAAAAAAAAAAAAAAAAAAAAAAAAAAAAAAAAAAAAAAAAAAAAAAAAAAAAAAAAAAAAAAAAAAAAAAAAAAAAAAAACEAAAAYAAAAFAAAAC0bAAAICgAA4EEAAC4mAAAQAAAAJgAAAAgAAAD/////AAAAAA=="/>
              </a:ext>
            </a:extLst>
          </p:cNvGrpSpPr>
          <p:nvPr/>
        </p:nvGrpSpPr>
        <p:grpSpPr>
          <a:xfrm>
            <a:off x="4417695" y="1630680"/>
            <a:ext cx="6290945" cy="4575810"/>
            <a:chOff x="4417695" y="1630680"/>
            <a:chExt cx="6290945" cy="4575810"/>
          </a:xfrm>
        </p:grpSpPr>
        <p:grpSp>
          <p:nvGrpSpPr>
            <p:cNvPr id="154" name="그룹 615"/>
            <p:cNvGrp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D+6gkfAAAAVAAAAAAAAAAAAAAAAAAAAAAAAAAAAAAAAAAAAAAAAAAAAAAAAAAAAAAAAAAAAAAAAAAAAAAAAAAAAAAAAAAAAAAAAAAAAAAAAAAAAAAAAAAAAAAAAAAAACEAAAAYAAAAFAAAAE8hAAAICgAA4EEAAFgjAAAAAAAAJgAAAAgAAAD/////AAAAAA=="/>
                </a:ext>
              </a:extLst>
            </p:cNvGrpSpPr>
            <p:nvPr/>
          </p:nvGrpSpPr>
          <p:grpSpPr>
            <a:xfrm>
              <a:off x="5414645" y="1630680"/>
              <a:ext cx="5293995" cy="4114800"/>
              <a:chOff x="5414645" y="1630680"/>
              <a:chExt cx="5293995" cy="4114800"/>
            </a:xfrm>
          </p:grpSpPr>
          <p:grpSp>
            <p:nvGrpSpPr>
              <p:cNvPr id="230" name="그룹 767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BACAAAfAAAAVAAAAAAAAAAAAAAAAAAAAAAAAAAAAAAAAAAAAAAAAAAAAAAAAAAAAAAAAAAAAAAAAAAAAAAAAAAAAAAAAAAAAAAAAAAAAAAAAAAAAAAAAAAAAAAAAAAAACEAAAAYAAAAFAAAAE8hAAAqCgAA4EEAAIAKAAAAAAAAJgAAAAgAAAD/////AAAAAA=="/>
                  </a:ext>
                </a:extLst>
              </p:cNvGrpSpPr>
              <p:nvPr/>
            </p:nvGrpSpPr>
            <p:grpSpPr>
              <a:xfrm flipH="1">
                <a:off x="5414645" y="1652270"/>
                <a:ext cx="5293995" cy="54610"/>
                <a:chOff x="5414645" y="1652270"/>
                <a:chExt cx="5293995" cy="54610"/>
              </a:xfrm>
            </p:grpSpPr>
            <p:sp>
              <p:nvSpPr>
                <p:cNvPr id="304" name="자유형 8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kEAADkKAADgQQAAQAoAAAAAAAAmAAAACAAAAP//////////"/>
                    </a:ext>
                  </a:extLst>
                </p:cNvSpPr>
                <p:nvPr/>
              </p:nvSpPr>
              <p:spPr>
                <a:xfrm>
                  <a:off x="10676890" y="1661795"/>
                  <a:ext cx="31750" cy="4445"/>
                </a:xfrm>
                <a:custGeom>
                  <a:avLst/>
                  <a:gdLst/>
                  <a:ahLst/>
                  <a:cxnLst/>
                  <a:rect l="0" t="0" r="31750" b="4445"/>
                  <a:pathLst>
                    <a:path w="31750" h="4445">
                      <a:moveTo>
                        <a:pt x="14216" y="4445"/>
                      </a:moveTo>
                      <a:lnTo>
                        <a:pt x="31750" y="2222"/>
                      </a:lnTo>
                      <a:cubicBezTo>
                        <a:pt x="28433" y="1481"/>
                        <a:pt x="12321" y="740"/>
                        <a:pt x="18481" y="0"/>
                      </a:cubicBezTo>
                      <a:cubicBezTo>
                        <a:pt x="0" y="740"/>
                        <a:pt x="3791" y="2222"/>
                        <a:pt x="14216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3" name="자유형 8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UEAAEMKAAC4QQAARAoAAAAAAAAmAAAACAAAAP//////////"/>
                    </a:ext>
                  </a:extLst>
                </p:cNvSpPr>
                <p:nvPr/>
              </p:nvSpPr>
              <p:spPr>
                <a:xfrm>
                  <a:off x="10673715" y="1668145"/>
                  <a:ext cx="9525" cy="635"/>
                </a:xfrm>
                <a:custGeom>
                  <a:avLst/>
                  <a:gdLst/>
                  <a:ahLst/>
                  <a:cxnLst/>
                  <a:rect l="0" t="0" r="9525" b="635"/>
                  <a:pathLst>
                    <a:path w="9525" h="635">
                      <a:moveTo>
                        <a:pt x="0" y="635"/>
                      </a:moveTo>
                      <a:lnTo>
                        <a:pt x="9525" y="317"/>
                      </a:lnTo>
                      <a:cubicBezTo>
                        <a:pt x="7620" y="0"/>
                        <a:pt x="5238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2" name="자유형 8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EEAAEEKAADXQQAASQoAAAAAAAAmAAAACAAAAP//////////"/>
                    </a:ext>
                  </a:extLst>
                </p:cNvSpPr>
                <p:nvPr/>
              </p:nvSpPr>
              <p:spPr>
                <a:xfrm>
                  <a:off x="10683240" y="1666875"/>
                  <a:ext cx="19685" cy="5080"/>
                </a:xfrm>
                <a:custGeom>
                  <a:avLst/>
                  <a:gdLst/>
                  <a:ahLst/>
                  <a:cxnLst/>
                  <a:rect l="0" t="0" r="19685" b="5080"/>
                  <a:pathLst>
                    <a:path w="19685" h="5080">
                      <a:moveTo>
                        <a:pt x="19685" y="0"/>
                      </a:moveTo>
                      <a:lnTo>
                        <a:pt x="0" y="1693"/>
                      </a:lnTo>
                      <a:cubicBezTo>
                        <a:pt x="2400" y="2540"/>
                        <a:pt x="2880" y="5080"/>
                        <a:pt x="9122" y="847"/>
                      </a:cubicBezTo>
                      <a:cubicBezTo>
                        <a:pt x="7201" y="2540"/>
                        <a:pt x="11042" y="847"/>
                        <a:pt x="196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1" name="자유형 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0EAADsKAAA0QQAAQQoAAAAAAAAmAAAACAAAAP//////////"/>
                    </a:ext>
                  </a:extLst>
                </p:cNvSpPr>
                <p:nvPr/>
              </p:nvSpPr>
              <p:spPr>
                <a:xfrm>
                  <a:off x="10578465" y="1663065"/>
                  <a:ext cx="20955" cy="3810"/>
                </a:xfrm>
                <a:custGeom>
                  <a:avLst/>
                  <a:gdLst/>
                  <a:ahLst/>
                  <a:cxnLst/>
                  <a:rect l="0" t="0" r="20955" b="3810"/>
                  <a:pathLst>
                    <a:path w="20955" h="3810">
                      <a:moveTo>
                        <a:pt x="931" y="0"/>
                      </a:moveTo>
                      <a:cubicBezTo>
                        <a:pt x="0" y="635"/>
                        <a:pt x="6985" y="2540"/>
                        <a:pt x="8382" y="3810"/>
                      </a:cubicBezTo>
                      <a:lnTo>
                        <a:pt x="20955" y="2540"/>
                      </a:lnTo>
                      <a:cubicBezTo>
                        <a:pt x="14435" y="1905"/>
                        <a:pt x="1862" y="1270"/>
                        <a:pt x="9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0" name="자유형 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UEAAEEKAAAiQQAARAoAAAAAAAAmAAAACAAAAP//////////"/>
                    </a:ext>
                  </a:extLst>
                </p:cNvSpPr>
                <p:nvPr/>
              </p:nvSpPr>
              <p:spPr>
                <a:xfrm>
                  <a:off x="10567035" y="1666875"/>
                  <a:ext cx="20955" cy="1905"/>
                </a:xfrm>
                <a:custGeom>
                  <a:avLst/>
                  <a:gdLst/>
                  <a:ahLst/>
                  <a:cxnLst/>
                  <a:rect l="0" t="0" r="20955" b="1905"/>
                  <a:pathLst>
                    <a:path w="20955" h="1905">
                      <a:moveTo>
                        <a:pt x="20002" y="0"/>
                      </a:moveTo>
                      <a:lnTo>
                        <a:pt x="0" y="1905"/>
                      </a:lnTo>
                      <a:cubicBezTo>
                        <a:pt x="17621" y="1905"/>
                        <a:pt x="20955" y="1270"/>
                        <a:pt x="200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9" name="자유형 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kEAAEkKAADXQQAATgoAAAAAAAAmAAAACAAAAP//////////"/>
                    </a:ext>
                  </a:extLst>
                </p:cNvSpPr>
                <p:nvPr/>
              </p:nvSpPr>
              <p:spPr>
                <a:xfrm>
                  <a:off x="10664190" y="1671955"/>
                  <a:ext cx="38735" cy="3175"/>
                </a:xfrm>
                <a:custGeom>
                  <a:avLst/>
                  <a:gdLst/>
                  <a:ahLst/>
                  <a:cxnLst/>
                  <a:rect l="0" t="0" r="38735" b="3175"/>
                  <a:pathLst>
                    <a:path w="38735" h="3175">
                      <a:moveTo>
                        <a:pt x="6613" y="3175"/>
                      </a:moveTo>
                      <a:lnTo>
                        <a:pt x="38735" y="0"/>
                      </a:lnTo>
                      <a:lnTo>
                        <a:pt x="0" y="3175"/>
                      </a:lnTo>
                      <a:lnTo>
                        <a:pt x="661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8" name="자유형 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0AAADYKAACuQAAAPAoAAAAAAAAmAAAACAAAAP//////////"/>
                    </a:ext>
                  </a:extLst>
                </p:cNvSpPr>
                <p:nvPr/>
              </p:nvSpPr>
              <p:spPr>
                <a:xfrm>
                  <a:off x="10494645" y="1659890"/>
                  <a:ext cx="19685" cy="3810"/>
                </a:xfrm>
                <a:custGeom>
                  <a:avLst/>
                  <a:gdLst/>
                  <a:ahLst/>
                  <a:cxnLst/>
                  <a:rect l="0" t="0" r="19685" b="3810"/>
                  <a:pathLst>
                    <a:path w="19685" h="3810">
                      <a:moveTo>
                        <a:pt x="8905" y="3048"/>
                      </a:moveTo>
                      <a:lnTo>
                        <a:pt x="19685" y="0"/>
                      </a:lnTo>
                      <a:lnTo>
                        <a:pt x="0" y="3810"/>
                      </a:lnTo>
                      <a:lnTo>
                        <a:pt x="8905" y="30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7" name="자유형 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kAAADQKAABbQAAAOwoAAAAAAAAmAAAACAAAAP//////////"/>
                    </a:ext>
                  </a:extLst>
                </p:cNvSpPr>
                <p:nvPr/>
              </p:nvSpPr>
              <p:spPr>
                <a:xfrm>
                  <a:off x="10415270" y="1658620"/>
                  <a:ext cx="46355" cy="4445"/>
                </a:xfrm>
                <a:custGeom>
                  <a:avLst/>
                  <a:gdLst/>
                  <a:ahLst/>
                  <a:cxnLst/>
                  <a:rect l="0" t="0" r="46355" b="4445"/>
                  <a:pathLst>
                    <a:path w="46355" h="4445">
                      <a:moveTo>
                        <a:pt x="38313" y="4445"/>
                      </a:moveTo>
                      <a:cubicBezTo>
                        <a:pt x="46355" y="2222"/>
                        <a:pt x="26961" y="740"/>
                        <a:pt x="35475" y="0"/>
                      </a:cubicBezTo>
                      <a:cubicBezTo>
                        <a:pt x="22231" y="0"/>
                        <a:pt x="10406" y="1481"/>
                        <a:pt x="0" y="3704"/>
                      </a:cubicBezTo>
                      <a:cubicBezTo>
                        <a:pt x="11352" y="2222"/>
                        <a:pt x="23177" y="2963"/>
                        <a:pt x="38313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6" name="자유형 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j8AADkKAAASQAAAPgoAAAAAAAAmAAAACAAAAP//////////"/>
                    </a:ext>
                  </a:extLst>
                </p:cNvSpPr>
                <p:nvPr/>
              </p:nvSpPr>
              <p:spPr>
                <a:xfrm>
                  <a:off x="10397490" y="166179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0" y="3175"/>
                      </a:moveTo>
                      <a:cubicBezTo>
                        <a:pt x="5433" y="2116"/>
                        <a:pt x="11359" y="1058"/>
                        <a:pt x="17780" y="0"/>
                      </a:cubicBezTo>
                      <a:cubicBezTo>
                        <a:pt x="11853" y="0"/>
                        <a:pt x="5927" y="1058"/>
                        <a:pt x="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5" name="자유형 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0AAAD4KAADLQAAARAoAAAAAAAAmAAAACAAAAP//////////"/>
                    </a:ext>
                  </a:extLst>
                </p:cNvSpPr>
                <p:nvPr/>
              </p:nvSpPr>
              <p:spPr>
                <a:xfrm>
                  <a:off x="10517505" y="1664970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cubicBezTo>
                        <a:pt x="13811" y="3048"/>
                        <a:pt x="10954" y="762"/>
                        <a:pt x="0" y="0"/>
                      </a:cubicBezTo>
                      <a:lnTo>
                        <a:pt x="7620" y="3810"/>
                      </a:lnTo>
                      <a:lnTo>
                        <a:pt x="15240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4" name="자유형 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EAAAEMKAADAQAAARAoAAAAAAAAmAAAACAAAAP//////////"/>
                    </a:ext>
                  </a:extLst>
                </p:cNvSpPr>
                <p:nvPr/>
              </p:nvSpPr>
              <p:spPr>
                <a:xfrm>
                  <a:off x="10507980" y="1668145"/>
                  <a:ext cx="17780" cy="635"/>
                </a:xfrm>
                <a:custGeom>
                  <a:avLst/>
                  <a:gdLst/>
                  <a:ahLst/>
                  <a:cxnLst/>
                  <a:rect l="0" t="0" r="17780" b="635"/>
                  <a:pathLst>
                    <a:path w="17780" h="635">
                      <a:moveTo>
                        <a:pt x="17780" y="635"/>
                      </a:moveTo>
                      <a:lnTo>
                        <a:pt x="17286" y="635"/>
                      </a:lnTo>
                      <a:lnTo>
                        <a:pt x="0" y="0"/>
                      </a:lnTo>
                      <a:lnTo>
                        <a:pt x="17780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3" name="곡선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0AAAEQKAADPQAAARAoAAAAAAAAmAAAACAAAAP//////////"/>
                    </a:ext>
                  </a:extLst>
                </p:cNvSpPr>
                <p:nvPr/>
              </p:nvSpPr>
              <p:spPr>
                <a:xfrm>
                  <a:off x="10532745" y="166878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2540" y="0"/>
                      </a:moveTo>
                      <a:lnTo>
                        <a:pt x="0" y="0"/>
                      </a:lnTo>
                      <a:cubicBezTo>
                        <a:pt x="1016" y="0"/>
                        <a:pt x="1524" y="0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2" name="곡선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kEAAEkKAABTQQAAVQoAAAAAAAAmAAAACAAAAP//////////"/>
                    </a:ext>
                  </a:extLst>
                </p:cNvSpPr>
                <p:nvPr/>
              </p:nvSpPr>
              <p:spPr>
                <a:xfrm>
                  <a:off x="10582910" y="1671955"/>
                  <a:ext cx="36195" cy="7620"/>
                </a:xfrm>
                <a:custGeom>
                  <a:avLst/>
                  <a:gdLst/>
                  <a:ahLst/>
                  <a:cxnLst/>
                  <a:rect l="0" t="0" r="36195" b="7620"/>
                  <a:pathLst>
                    <a:path w="36195" h="7620">
                      <a:moveTo>
                        <a:pt x="36195" y="0"/>
                      </a:moveTo>
                      <a:cubicBezTo>
                        <a:pt x="24612" y="2540"/>
                        <a:pt x="0" y="4233"/>
                        <a:pt x="23647" y="7620"/>
                      </a:cubicBezTo>
                      <a:cubicBezTo>
                        <a:pt x="31851" y="5080"/>
                        <a:pt x="18338" y="3387"/>
                        <a:pt x="36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1" name="곡선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kAAAEYKAAABQQAASwoAAAAAAAAmAAAACAAAAP//////////"/>
                    </a:ext>
                  </a:extLst>
                </p:cNvSpPr>
                <p:nvPr/>
              </p:nvSpPr>
              <p:spPr>
                <a:xfrm>
                  <a:off x="10544810" y="1670050"/>
                  <a:ext cx="22225" cy="3175"/>
                </a:xfrm>
                <a:custGeom>
                  <a:avLst/>
                  <a:gdLst/>
                  <a:ahLst/>
                  <a:cxnLst/>
                  <a:rect l="0" t="0" r="22225" b="3175"/>
                  <a:pathLst>
                    <a:path w="22225" h="3175">
                      <a:moveTo>
                        <a:pt x="0" y="2381"/>
                      </a:moveTo>
                      <a:lnTo>
                        <a:pt x="20806" y="3175"/>
                      </a:lnTo>
                      <a:cubicBezTo>
                        <a:pt x="20333" y="2381"/>
                        <a:pt x="16550" y="793"/>
                        <a:pt x="22225" y="0"/>
                      </a:cubicBez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0" name="자유형 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kAAAEkKAADeQAAATQoAAAAAAAAmAAAACAAAAP//////////"/>
                    </a:ext>
                  </a:extLst>
                </p:cNvSpPr>
                <p:nvPr/>
              </p:nvSpPr>
              <p:spPr>
                <a:xfrm>
                  <a:off x="10534650" y="1671955"/>
                  <a:ext cx="10160" cy="2540"/>
                </a:xfrm>
                <a:custGeom>
                  <a:avLst/>
                  <a:gdLst/>
                  <a:ahLst/>
                  <a:cxnLst/>
                  <a:rect l="0" t="0" r="10160" b="2540"/>
                  <a:pathLst>
                    <a:path w="10160" h="2540">
                      <a:moveTo>
                        <a:pt x="0" y="2540"/>
                      </a:moveTo>
                      <a:lnTo>
                        <a:pt x="10160" y="0"/>
                      </a:lnTo>
                      <a:lnTo>
                        <a:pt x="2309" y="0"/>
                      </a:lnTo>
                      <a:lnTo>
                        <a:pt x="0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9" name="자유형 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z8AAEEKAABDQAAARgoAAAAAAAAmAAAACAAAAP//////////"/>
                    </a:ext>
                  </a:extLst>
                </p:cNvSpPr>
                <p:nvPr/>
              </p:nvSpPr>
              <p:spPr>
                <a:xfrm>
                  <a:off x="10403205" y="1666875"/>
                  <a:ext cx="43180" cy="3175"/>
                </a:xfrm>
                <a:custGeom>
                  <a:avLst/>
                  <a:gdLst/>
                  <a:ahLst/>
                  <a:cxnLst/>
                  <a:rect l="0" t="0" r="43180" b="3175"/>
                  <a:pathLst>
                    <a:path w="43180" h="3175">
                      <a:moveTo>
                        <a:pt x="30226" y="0"/>
                      </a:moveTo>
                      <a:cubicBezTo>
                        <a:pt x="21110" y="1587"/>
                        <a:pt x="11035" y="1587"/>
                        <a:pt x="0" y="1587"/>
                      </a:cubicBezTo>
                      <a:cubicBezTo>
                        <a:pt x="11994" y="2381"/>
                        <a:pt x="24469" y="3175"/>
                        <a:pt x="36463" y="3175"/>
                      </a:cubicBezTo>
                      <a:cubicBezTo>
                        <a:pt x="37902" y="1587"/>
                        <a:pt x="43180" y="0"/>
                        <a:pt x="302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8" name="자유형 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UAAAEMKAAB1QAAARAoAAAAAAAAmAAAACAAAAP//////////"/>
                    </a:ext>
                  </a:extLst>
                </p:cNvSpPr>
                <p:nvPr/>
              </p:nvSpPr>
              <p:spPr>
                <a:xfrm>
                  <a:off x="10475595" y="1668145"/>
                  <a:ext cx="2540" cy="635"/>
                </a:xfrm>
                <a:custGeom>
                  <a:avLst/>
                  <a:gdLst/>
                  <a:ahLst/>
                  <a:cxnLst/>
                  <a:rect l="0" t="0" r="2540" b="635"/>
                  <a:pathLst>
                    <a:path w="2540" h="635">
                      <a:moveTo>
                        <a:pt x="2540" y="0"/>
                      </a:moveTo>
                      <a:lnTo>
                        <a:pt x="0" y="635"/>
                      </a:lnTo>
                      <a:cubicBezTo>
                        <a:pt x="1524" y="635"/>
                        <a:pt x="2540" y="635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7" name="곡선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T8AAEQKAABVPwAARAoAAAAAAAAmAAAACAAAAP//////////"/>
                    </a:ext>
                  </a:extLst>
                </p:cNvSpPr>
                <p:nvPr/>
              </p:nvSpPr>
              <p:spPr>
                <a:xfrm>
                  <a:off x="10292715" y="166878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0" y="0"/>
                      </a:moveTo>
                      <a:lnTo>
                        <a:pt x="2032" y="0"/>
                      </a:lnTo>
                      <a:cubicBezTo>
                        <a:pt x="2032" y="0"/>
                        <a:pt x="2032" y="0"/>
                        <a:pt x="254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6" name="자유형 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EAAAEQKAABbQAAASAoAAAAAAAAmAAAACAAAAP//////////"/>
                    </a:ext>
                  </a:extLst>
                </p:cNvSpPr>
                <p:nvPr/>
              </p:nvSpPr>
              <p:spPr>
                <a:xfrm>
                  <a:off x="10439400" y="1668780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2837" y="2540"/>
                      </a:moveTo>
                      <a:cubicBezTo>
                        <a:pt x="11821" y="2540"/>
                        <a:pt x="17023" y="1270"/>
                        <a:pt x="22225" y="0"/>
                      </a:cubicBezTo>
                      <a:cubicBezTo>
                        <a:pt x="15604" y="0"/>
                        <a:pt x="8511" y="1270"/>
                        <a:pt x="945" y="1270"/>
                      </a:cubicBezTo>
                      <a:cubicBezTo>
                        <a:pt x="0" y="1270"/>
                        <a:pt x="0" y="2540"/>
                        <a:pt x="2837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5" name="곡선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j8AAD4KAADfPwAAQQoAAAAAAAAmAAAACAAAAP//////////"/>
                    </a:ext>
                  </a:extLst>
                </p:cNvSpPr>
                <p:nvPr/>
              </p:nvSpPr>
              <p:spPr>
                <a:xfrm>
                  <a:off x="10367010" y="1664970"/>
                  <a:ext cx="15875" cy="1905"/>
                </a:xfrm>
                <a:custGeom>
                  <a:avLst/>
                  <a:gdLst/>
                  <a:ahLst/>
                  <a:cxnLst/>
                  <a:rect l="0" t="0" r="15875" b="1905"/>
                  <a:pathLst>
                    <a:path w="15875" h="1905">
                      <a:moveTo>
                        <a:pt x="0" y="635"/>
                      </a:moveTo>
                      <a:cubicBezTo>
                        <a:pt x="4810" y="1270"/>
                        <a:pt x="10102" y="1905"/>
                        <a:pt x="15875" y="1905"/>
                      </a:cubicBezTo>
                      <a:cubicBezTo>
                        <a:pt x="11064" y="1270"/>
                        <a:pt x="1443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4" name="자유형 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0AAAEEKAABwQAAAQQoAAAAAAAAmAAAACAAAAP//////////"/>
                    </a:ext>
                  </a:extLst>
                </p:cNvSpPr>
                <p:nvPr/>
              </p:nvSpPr>
              <p:spPr>
                <a:xfrm>
                  <a:off x="10471785" y="1666875"/>
                  <a:ext cx="3175" cy="0"/>
                </a:xfrm>
                <a:custGeom>
                  <a:avLst/>
                  <a:gdLst/>
                  <a:ahLst/>
                  <a:cxnLst/>
                  <a:rect l="0" t="0" r="3175" b="0"/>
                  <a:pathLst>
                    <a:path w="3175">
                      <a:moveTo>
                        <a:pt x="1587" y="0"/>
                      </a:moveTo>
                      <a:lnTo>
                        <a:pt x="3175" y="0"/>
                      </a:lnTo>
                      <a:cubicBezTo>
                        <a:pt x="0" y="0"/>
                        <a:pt x="0" y="0"/>
                        <a:pt x="15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3" name="자유형 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0AAAEEKAABxQAAARAoAAAAAAAAmAAAACAAAAP//////////"/>
                    </a:ext>
                  </a:extLst>
                </p:cNvSpPr>
                <p:nvPr/>
              </p:nvSpPr>
              <p:spPr>
                <a:xfrm>
                  <a:off x="10461625" y="166687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11266" y="0"/>
                      </a:moveTo>
                      <a:cubicBezTo>
                        <a:pt x="6760" y="635"/>
                        <a:pt x="3605" y="1270"/>
                        <a:pt x="0" y="1905"/>
                      </a:cubicBezTo>
                      <a:cubicBezTo>
                        <a:pt x="4957" y="1905"/>
                        <a:pt x="9914" y="1270"/>
                        <a:pt x="13970" y="1270"/>
                      </a:cubicBezTo>
                      <a:cubicBezTo>
                        <a:pt x="13069" y="635"/>
                        <a:pt x="12167" y="635"/>
                        <a:pt x="112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2" name="곡선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z4AAEQKAACEPwAAZAoAAAAAAAAmAAAACAAAAP//////////"/>
                    </a:ext>
                  </a:extLst>
                </p:cNvSpPr>
                <p:nvPr/>
              </p:nvSpPr>
              <p:spPr>
                <a:xfrm>
                  <a:off x="10230485" y="1668780"/>
                  <a:ext cx="94615" cy="20320"/>
                </a:xfrm>
                <a:custGeom>
                  <a:avLst/>
                  <a:gdLst/>
                  <a:ahLst/>
                  <a:cxnLst/>
                  <a:rect l="0" t="0" r="94615" b="20320"/>
                  <a:pathLst>
                    <a:path w="94615" h="20320">
                      <a:moveTo>
                        <a:pt x="28671" y="20320"/>
                      </a:moveTo>
                      <a:cubicBezTo>
                        <a:pt x="30104" y="17310"/>
                        <a:pt x="53997" y="14299"/>
                        <a:pt x="74545" y="18062"/>
                      </a:cubicBezTo>
                      <a:cubicBezTo>
                        <a:pt x="94615" y="15804"/>
                        <a:pt x="81712" y="5268"/>
                        <a:pt x="64032" y="0"/>
                      </a:cubicBezTo>
                      <a:cubicBezTo>
                        <a:pt x="63554" y="1505"/>
                        <a:pt x="63554" y="2258"/>
                        <a:pt x="42528" y="4516"/>
                      </a:cubicBezTo>
                      <a:cubicBezTo>
                        <a:pt x="49696" y="6021"/>
                        <a:pt x="88880" y="8279"/>
                        <a:pt x="71200" y="10536"/>
                      </a:cubicBezTo>
                      <a:cubicBezTo>
                        <a:pt x="43484" y="12041"/>
                        <a:pt x="48741" y="9784"/>
                        <a:pt x="35361" y="8279"/>
                      </a:cubicBezTo>
                      <a:cubicBezTo>
                        <a:pt x="46351" y="12041"/>
                        <a:pt x="0" y="13547"/>
                        <a:pt x="6212" y="18815"/>
                      </a:cubicBezTo>
                      <a:lnTo>
                        <a:pt x="30104" y="17310"/>
                      </a:lnTo>
                      <a:cubicBezTo>
                        <a:pt x="30582" y="18062"/>
                        <a:pt x="21981" y="19567"/>
                        <a:pt x="28671" y="20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1" name="자유형 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T8AAD4KAACgPwAARAoAAAAAAAAmAAAACAAAAP//////////"/>
                    </a:ext>
                  </a:extLst>
                </p:cNvSpPr>
                <p:nvPr/>
              </p:nvSpPr>
              <p:spPr>
                <a:xfrm>
                  <a:off x="10295255" y="1664970"/>
                  <a:ext cx="47625" cy="3810"/>
                </a:xfrm>
                <a:custGeom>
                  <a:avLst/>
                  <a:gdLst/>
                  <a:ahLst/>
                  <a:cxnLst/>
                  <a:rect l="0" t="0" r="47625" b="3810"/>
                  <a:pathLst>
                    <a:path w="47625" h="3810">
                      <a:moveTo>
                        <a:pt x="39052" y="3810"/>
                      </a:moveTo>
                      <a:lnTo>
                        <a:pt x="47625" y="3810"/>
                      </a:lnTo>
                      <a:cubicBezTo>
                        <a:pt x="37623" y="3175"/>
                        <a:pt x="30956" y="2540"/>
                        <a:pt x="18097" y="0"/>
                      </a:cubicBezTo>
                      <a:cubicBezTo>
                        <a:pt x="3810" y="1270"/>
                        <a:pt x="952" y="2540"/>
                        <a:pt x="0" y="3175"/>
                      </a:cubicBezTo>
                      <a:lnTo>
                        <a:pt x="41910" y="3810"/>
                      </a:lnTo>
                      <a:lnTo>
                        <a:pt x="39052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0" name="자유형 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D8AAEEKAAAKQAAAUgoAAAAAAAAmAAAACAAAAP//////////"/>
                    </a:ext>
                  </a:extLst>
                </p:cNvSpPr>
                <p:nvPr/>
              </p:nvSpPr>
              <p:spPr>
                <a:xfrm>
                  <a:off x="10342880" y="1666875"/>
                  <a:ext cx="67310" cy="10795"/>
                </a:xfrm>
                <a:custGeom>
                  <a:avLst/>
                  <a:gdLst/>
                  <a:ahLst/>
                  <a:cxnLst/>
                  <a:rect l="0" t="0" r="67310" b="10795"/>
                  <a:pathLst>
                    <a:path w="67310" h="10795">
                      <a:moveTo>
                        <a:pt x="37921" y="2313"/>
                      </a:moveTo>
                      <a:cubicBezTo>
                        <a:pt x="31285" y="5397"/>
                        <a:pt x="10902" y="6939"/>
                        <a:pt x="23227" y="10795"/>
                      </a:cubicBezTo>
                      <a:cubicBezTo>
                        <a:pt x="48349" y="10795"/>
                        <a:pt x="40765" y="7710"/>
                        <a:pt x="55934" y="6168"/>
                      </a:cubicBezTo>
                      <a:cubicBezTo>
                        <a:pt x="15642" y="6939"/>
                        <a:pt x="67310" y="4626"/>
                        <a:pt x="38395" y="2313"/>
                      </a:cubicBezTo>
                      <a:cubicBezTo>
                        <a:pt x="45979" y="2313"/>
                        <a:pt x="53090" y="1542"/>
                        <a:pt x="60200" y="1542"/>
                      </a:cubicBezTo>
                      <a:cubicBezTo>
                        <a:pt x="52616" y="1542"/>
                        <a:pt x="45979" y="771"/>
                        <a:pt x="39343" y="0"/>
                      </a:cubicBezTo>
                      <a:lnTo>
                        <a:pt x="40291" y="771"/>
                      </a:lnTo>
                      <a:cubicBezTo>
                        <a:pt x="40291" y="771"/>
                        <a:pt x="40291" y="771"/>
                        <a:pt x="40291" y="771"/>
                      </a:cubicBezTo>
                      <a:cubicBezTo>
                        <a:pt x="42187" y="771"/>
                        <a:pt x="42661" y="771"/>
                        <a:pt x="40765" y="771"/>
                      </a:cubicBezTo>
                      <a:lnTo>
                        <a:pt x="39817" y="771"/>
                      </a:lnTo>
                      <a:cubicBezTo>
                        <a:pt x="39343" y="1542"/>
                        <a:pt x="38869" y="1542"/>
                        <a:pt x="37921" y="2313"/>
                      </a:cubicBezTo>
                      <a:cubicBezTo>
                        <a:pt x="26545" y="1542"/>
                        <a:pt x="36025" y="1542"/>
                        <a:pt x="39817" y="771"/>
                      </a:cubicBezTo>
                      <a:cubicBezTo>
                        <a:pt x="39817" y="771"/>
                        <a:pt x="40291" y="771"/>
                        <a:pt x="40291" y="771"/>
                      </a:cubicBezTo>
                      <a:lnTo>
                        <a:pt x="0" y="2313"/>
                      </a:lnTo>
                      <a:cubicBezTo>
                        <a:pt x="8532" y="2313"/>
                        <a:pt x="18961" y="2313"/>
                        <a:pt x="37921" y="23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9" name="곡선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UEAAF0KAAAdQQAAXwoAAAAAAAAmAAAACAAAAP//////////"/>
                    </a:ext>
                  </a:extLst>
                </p:cNvSpPr>
                <p:nvPr/>
              </p:nvSpPr>
              <p:spPr>
                <a:xfrm>
                  <a:off x="10579735" y="1684655"/>
                  <a:ext cx="5080" cy="1270"/>
                </a:xfrm>
                <a:custGeom>
                  <a:avLst/>
                  <a:gdLst/>
                  <a:ahLst/>
                  <a:cxnLst/>
                  <a:rect l="0" t="0" r="5080" b="1270"/>
                  <a:pathLst>
                    <a:path w="5080" h="1270">
                      <a:moveTo>
                        <a:pt x="5080" y="1270"/>
                      </a:moveTo>
                      <a:cubicBezTo>
                        <a:pt x="3695" y="1270"/>
                        <a:pt x="3695" y="1270"/>
                        <a:pt x="3695" y="0"/>
                      </a:cubicBezTo>
                      <a:cubicBezTo>
                        <a:pt x="924" y="1270"/>
                        <a:pt x="0" y="1270"/>
                        <a:pt x="508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8" name="자유형 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kAAAFAKAAA7QQAAXQoAAAAAAAAmAAAACAAAAP//////////"/>
                    </a:ext>
                  </a:extLst>
                </p:cNvSpPr>
                <p:nvPr/>
              </p:nvSpPr>
              <p:spPr>
                <a:xfrm>
                  <a:off x="10544810" y="1676400"/>
                  <a:ext cx="59055" cy="8255"/>
                </a:xfrm>
                <a:custGeom>
                  <a:avLst/>
                  <a:gdLst/>
                  <a:ahLst/>
                  <a:cxnLst/>
                  <a:rect l="0" t="0" r="59055" b="8255"/>
                  <a:pathLst>
                    <a:path w="59055" h="8255">
                      <a:moveTo>
                        <a:pt x="23234" y="7567"/>
                      </a:moveTo>
                      <a:cubicBezTo>
                        <a:pt x="26139" y="6879"/>
                        <a:pt x="28559" y="5503"/>
                        <a:pt x="38240" y="6191"/>
                      </a:cubicBezTo>
                      <a:cubicBezTo>
                        <a:pt x="46469" y="6879"/>
                        <a:pt x="38240" y="7567"/>
                        <a:pt x="38724" y="8255"/>
                      </a:cubicBezTo>
                      <a:cubicBezTo>
                        <a:pt x="44533" y="7567"/>
                        <a:pt x="59055" y="6191"/>
                        <a:pt x="40660" y="4815"/>
                      </a:cubicBezTo>
                      <a:lnTo>
                        <a:pt x="37756" y="5503"/>
                      </a:lnTo>
                      <a:cubicBezTo>
                        <a:pt x="21298" y="4127"/>
                        <a:pt x="0" y="687"/>
                        <a:pt x="2904" y="0"/>
                      </a:cubicBezTo>
                      <a:cubicBezTo>
                        <a:pt x="7744" y="2751"/>
                        <a:pt x="12101" y="4815"/>
                        <a:pt x="23234" y="75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7" name="자유형 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UAAAFIKAABwQAAAWAoAAAAAAAAmAAAACAAAAP//////////"/>
                    </a:ext>
                  </a:extLst>
                </p:cNvSpPr>
                <p:nvPr/>
              </p:nvSpPr>
              <p:spPr>
                <a:xfrm>
                  <a:off x="10440035" y="1677670"/>
                  <a:ext cx="34925" cy="3810"/>
                </a:xfrm>
                <a:custGeom>
                  <a:avLst/>
                  <a:gdLst/>
                  <a:ahLst/>
                  <a:cxnLst/>
                  <a:rect l="0" t="0" r="34925" b="3810"/>
                  <a:pathLst>
                    <a:path w="34925" h="3810">
                      <a:moveTo>
                        <a:pt x="33037" y="0"/>
                      </a:moveTo>
                      <a:lnTo>
                        <a:pt x="0" y="1270"/>
                      </a:lnTo>
                      <a:lnTo>
                        <a:pt x="16990" y="3810"/>
                      </a:lnTo>
                      <a:lnTo>
                        <a:pt x="16046" y="2540"/>
                      </a:lnTo>
                      <a:cubicBezTo>
                        <a:pt x="34925" y="2540"/>
                        <a:pt x="30677" y="1270"/>
                        <a:pt x="330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6" name="곡선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z8AADwKAABRPwAARAoAAAAAAAAmAAAACAAAAP//////////"/>
                    </a:ext>
                  </a:extLst>
                </p:cNvSpPr>
                <p:nvPr/>
              </p:nvSpPr>
              <p:spPr>
                <a:xfrm>
                  <a:off x="10273665" y="1663700"/>
                  <a:ext cx="19050" cy="5080"/>
                </a:xfrm>
                <a:custGeom>
                  <a:avLst/>
                  <a:gdLst/>
                  <a:ahLst/>
                  <a:cxnLst/>
                  <a:rect l="0" t="0" r="19050" b="5080"/>
                  <a:pathLst>
                    <a:path w="19050" h="5080">
                      <a:moveTo>
                        <a:pt x="14764" y="3629"/>
                      </a:moveTo>
                      <a:lnTo>
                        <a:pt x="19050" y="0"/>
                      </a:lnTo>
                      <a:lnTo>
                        <a:pt x="0" y="5080"/>
                      </a:lnTo>
                      <a:lnTo>
                        <a:pt x="14764" y="362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5" name="곡선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j4AAD4KAAAHPwAAQQoAAAAAAAAmAAAACAAAAP//////////"/>
                    </a:ext>
                  </a:extLst>
                </p:cNvSpPr>
                <p:nvPr/>
              </p:nvSpPr>
              <p:spPr>
                <a:xfrm>
                  <a:off x="10234930" y="166497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9445" y="1905"/>
                      </a:moveTo>
                      <a:lnTo>
                        <a:pt x="10795" y="0"/>
                      </a:lnTo>
                      <a:lnTo>
                        <a:pt x="0" y="1428"/>
                      </a:lnTo>
                      <a:lnTo>
                        <a:pt x="9445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4" name="자유형 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y8AAG8KAADHLwAAcQoAAAAAAAAmAAAACAAAAP//////////"/>
                    </a:ext>
                  </a:extLst>
                </p:cNvSpPr>
                <p:nvPr/>
              </p:nvSpPr>
              <p:spPr>
                <a:xfrm>
                  <a:off x="7756525" y="1696085"/>
                  <a:ext cx="10160" cy="1270"/>
                </a:xfrm>
                <a:custGeom>
                  <a:avLst/>
                  <a:gdLst/>
                  <a:ahLst/>
                  <a:cxnLst/>
                  <a:rect l="0" t="0" r="10160" b="1270"/>
                  <a:pathLst>
                    <a:path w="10160" h="1270">
                      <a:moveTo>
                        <a:pt x="10160" y="0"/>
                      </a:moveTo>
                      <a:lnTo>
                        <a:pt x="0" y="1270"/>
                      </a:lnTo>
                      <a:cubicBezTo>
                        <a:pt x="4838" y="0"/>
                        <a:pt x="7741" y="0"/>
                        <a:pt x="10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3" name="자유형 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DAAAG4KAAA7MAAAbwoAAAAAAAAmAAAACAAAAP//////////"/>
                    </a:ext>
                  </a:extLst>
                </p:cNvSpPr>
                <p:nvPr/>
              </p:nvSpPr>
              <p:spPr>
                <a:xfrm>
                  <a:off x="7835900" y="1695450"/>
                  <a:ext cx="4445" cy="635"/>
                </a:xfrm>
                <a:custGeom>
                  <a:avLst/>
                  <a:gdLst/>
                  <a:ahLst/>
                  <a:cxnLst/>
                  <a:rect l="0" t="0" r="4445" b="635"/>
                  <a:pathLst>
                    <a:path w="4445" h="635">
                      <a:moveTo>
                        <a:pt x="2667" y="635"/>
                      </a:moveTo>
                      <a:lnTo>
                        <a:pt x="4445" y="0"/>
                      </a:lnTo>
                      <a:cubicBezTo>
                        <a:pt x="1333" y="317"/>
                        <a:pt x="0" y="635"/>
                        <a:pt x="2667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2" name="자유형 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jgAADQKAABjOAAAPgoAAAAAAAAmAAAACAAAAP//////////"/>
                    </a:ext>
                  </a:extLst>
                </p:cNvSpPr>
                <p:nvPr/>
              </p:nvSpPr>
              <p:spPr>
                <a:xfrm>
                  <a:off x="9135110" y="1658620"/>
                  <a:ext cx="31115" cy="6350"/>
                </a:xfrm>
                <a:custGeom>
                  <a:avLst/>
                  <a:gdLst/>
                  <a:ahLst/>
                  <a:cxnLst/>
                  <a:rect l="0" t="0" r="31115" b="6350"/>
                  <a:pathLst>
                    <a:path w="31115" h="6350">
                      <a:moveTo>
                        <a:pt x="31115" y="6350"/>
                      </a:moveTo>
                      <a:cubicBezTo>
                        <a:pt x="16275" y="3528"/>
                        <a:pt x="0" y="0"/>
                        <a:pt x="1914" y="2822"/>
                      </a:cubicBezTo>
                      <a:lnTo>
                        <a:pt x="6223" y="5644"/>
                      </a:lnTo>
                      <a:cubicBezTo>
                        <a:pt x="16754" y="4939"/>
                        <a:pt x="24413" y="5644"/>
                        <a:pt x="31115" y="63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1" name="곡선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DMAAFUKAADuMwAAWgoAAAAAAAAmAAAACAAAAP//////////"/>
                    </a:ext>
                  </a:extLst>
                </p:cNvSpPr>
                <p:nvPr/>
              </p:nvSpPr>
              <p:spPr>
                <a:xfrm>
                  <a:off x="8427720" y="1679575"/>
                  <a:ext cx="13970" cy="3175"/>
                </a:xfrm>
                <a:custGeom>
                  <a:avLst/>
                  <a:gdLst/>
                  <a:ahLst/>
                  <a:cxnLst/>
                  <a:rect l="0" t="0" r="13970" b="3175"/>
                  <a:pathLst>
                    <a:path w="13970" h="3175">
                      <a:moveTo>
                        <a:pt x="0" y="2381"/>
                      </a:moveTo>
                      <a:lnTo>
                        <a:pt x="4336" y="3175"/>
                      </a:lnTo>
                      <a:lnTo>
                        <a:pt x="13970" y="0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0" name="곡선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TMAAGsKAADHMwAAbgoAAAAAAAAmAAAACAAAAP//////////"/>
                    </a:ext>
                  </a:extLst>
                </p:cNvSpPr>
                <p:nvPr/>
              </p:nvSpPr>
              <p:spPr>
                <a:xfrm>
                  <a:off x="8397875" y="1693545"/>
                  <a:ext cx="19050" cy="1905"/>
                </a:xfrm>
                <a:custGeom>
                  <a:avLst/>
                  <a:gdLst/>
                  <a:ahLst/>
                  <a:cxnLst/>
                  <a:rect l="0" t="0" r="19050" b="1905"/>
                  <a:pathLst>
                    <a:path w="19050" h="1905">
                      <a:moveTo>
                        <a:pt x="19050" y="1905"/>
                      </a:moveTo>
                      <a:lnTo>
                        <a:pt x="0" y="0"/>
                      </a:lnTo>
                      <a:cubicBezTo>
                        <a:pt x="4286" y="635"/>
                        <a:pt x="10478" y="1270"/>
                        <a:pt x="1905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9" name="곡선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i0AAHMKAABmLQAAeAoAAAAAAAAmAAAACAAAAP//////////"/>
                    </a:ext>
                  </a:extLst>
                </p:cNvSpPr>
                <p:nvPr/>
              </p:nvSpPr>
              <p:spPr>
                <a:xfrm>
                  <a:off x="7362190" y="169862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11229" y="0"/>
                      </a:moveTo>
                      <a:lnTo>
                        <a:pt x="0" y="3175"/>
                      </a:lnTo>
                      <a:cubicBezTo>
                        <a:pt x="17780" y="3175"/>
                        <a:pt x="9826" y="1905"/>
                        <a:pt x="11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8" name="곡선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DwAAEAKAABBPAAARgoAAAAAAAAmAAAACAAAAP//////////"/>
                    </a:ext>
                  </a:extLst>
                </p:cNvSpPr>
                <p:nvPr/>
              </p:nvSpPr>
              <p:spPr>
                <a:xfrm>
                  <a:off x="9763760" y="1666240"/>
                  <a:ext cx="31115" cy="3810"/>
                </a:xfrm>
                <a:custGeom>
                  <a:avLst/>
                  <a:gdLst/>
                  <a:ahLst/>
                  <a:cxnLst/>
                  <a:rect l="0" t="0" r="31115" b="3810"/>
                  <a:pathLst>
                    <a:path w="31115" h="3810">
                      <a:moveTo>
                        <a:pt x="31115" y="1905"/>
                      </a:moveTo>
                      <a:cubicBezTo>
                        <a:pt x="18669" y="635"/>
                        <a:pt x="8616" y="0"/>
                        <a:pt x="0" y="0"/>
                      </a:cubicBezTo>
                      <a:cubicBezTo>
                        <a:pt x="15318" y="1270"/>
                        <a:pt x="27285" y="3810"/>
                        <a:pt x="31115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7" name="곡선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i8AADkKAAD1LwAAPAoAAAAAAAAmAAAACAAAAP//////////"/>
                    </a:ext>
                  </a:extLst>
                </p:cNvSpPr>
                <p:nvPr/>
              </p:nvSpPr>
              <p:spPr>
                <a:xfrm>
                  <a:off x="7786370" y="1661795"/>
                  <a:ext cx="9525" cy="1905"/>
                </a:xfrm>
                <a:custGeom>
                  <a:avLst/>
                  <a:gdLst/>
                  <a:ahLst/>
                  <a:cxnLst/>
                  <a:rect l="0" t="0" r="9525" b="1905"/>
                  <a:pathLst>
                    <a:path w="9525" h="1905">
                      <a:moveTo>
                        <a:pt x="8164" y="0"/>
                      </a:moveTo>
                      <a:cubicBezTo>
                        <a:pt x="2267" y="952"/>
                        <a:pt x="0" y="1905"/>
                        <a:pt x="0" y="1905"/>
                      </a:cubicBezTo>
                      <a:cubicBezTo>
                        <a:pt x="5896" y="1905"/>
                        <a:pt x="9525" y="952"/>
                        <a:pt x="81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6" name="곡선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DsAADwKAAAQPAAAQQoAAAAAAAAmAAAACAAAAP//////////"/>
                    </a:ext>
                  </a:extLst>
                </p:cNvSpPr>
                <p:nvPr/>
              </p:nvSpPr>
              <p:spPr>
                <a:xfrm>
                  <a:off x="9728200" y="1663700"/>
                  <a:ext cx="35560" cy="3175"/>
                </a:xfrm>
                <a:custGeom>
                  <a:avLst/>
                  <a:gdLst/>
                  <a:ahLst/>
                  <a:cxnLst/>
                  <a:rect l="0" t="0" r="35560" b="3175"/>
                  <a:pathLst>
                    <a:path w="35560" h="3175">
                      <a:moveTo>
                        <a:pt x="0" y="2381"/>
                      </a:moveTo>
                      <a:lnTo>
                        <a:pt x="6164" y="3175"/>
                      </a:lnTo>
                      <a:cubicBezTo>
                        <a:pt x="15172" y="2381"/>
                        <a:pt x="24655" y="1587"/>
                        <a:pt x="35560" y="2381"/>
                      </a:cubicBezTo>
                      <a:cubicBezTo>
                        <a:pt x="24655" y="793"/>
                        <a:pt x="11853" y="0"/>
                        <a:pt x="0" y="2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5" name="곡선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yQAAGcKAACaJAAAaQoAAAAAAAAmAAAACAAAAP//////////"/>
                    </a:ext>
                  </a:extLst>
                </p:cNvSpPr>
                <p:nvPr/>
              </p:nvSpPr>
              <p:spPr>
                <a:xfrm>
                  <a:off x="5945505" y="1691005"/>
                  <a:ext cx="4445" cy="1270"/>
                </a:xfrm>
                <a:custGeom>
                  <a:avLst/>
                  <a:gdLst/>
                  <a:ahLst/>
                  <a:cxnLst/>
                  <a:rect l="0" t="0" r="4445" b="1270"/>
                  <a:pathLst>
                    <a:path w="4445" h="1270">
                      <a:moveTo>
                        <a:pt x="4445" y="1270"/>
                      </a:moveTo>
                      <a:lnTo>
                        <a:pt x="555" y="0"/>
                      </a:lnTo>
                      <a:cubicBezTo>
                        <a:pt x="0" y="1270"/>
                        <a:pt x="1666" y="1270"/>
                        <a:pt x="444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4" name="자유형 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CIAADQKAAAoIgAANgoAAAAAAAAmAAAACAAAAP//////////"/>
                    </a:ext>
                  </a:extLst>
                </p:cNvSpPr>
                <p:nvPr/>
              </p:nvSpPr>
              <p:spPr>
                <a:xfrm>
                  <a:off x="5534660" y="165862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4445" y="1270"/>
                        <a:pt x="11359" y="1270"/>
                        <a:pt x="17780" y="1270"/>
                      </a:cubicBezTo>
                      <a:cubicBezTo>
                        <a:pt x="14323" y="0"/>
                        <a:pt x="9384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3" name="자유형 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z0AAD4KAAD+PQAAQAoAAAAAAAAmAAAACAAAAP//////////"/>
                    </a:ext>
                  </a:extLst>
                </p:cNvSpPr>
                <p:nvPr/>
              </p:nvSpPr>
              <p:spPr>
                <a:xfrm>
                  <a:off x="10067925" y="166497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cubicBezTo>
                        <a:pt x="9525" y="1270"/>
                        <a:pt x="142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2" name="곡선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T4AAFMKAAA3PgAAVwoAAAAAAAAmAAAACAAAAP//////////"/>
                    </a:ext>
                  </a:extLst>
                </p:cNvSpPr>
                <p:nvPr/>
              </p:nvSpPr>
              <p:spPr>
                <a:xfrm>
                  <a:off x="10109835" y="1678305"/>
                  <a:ext cx="3810" cy="2540"/>
                </a:xfrm>
                <a:custGeom>
                  <a:avLst/>
                  <a:gdLst/>
                  <a:ahLst/>
                  <a:cxnLst/>
                  <a:rect l="0" t="0" r="3810" b="2540"/>
                  <a:pathLst>
                    <a:path w="3810" h="2540">
                      <a:moveTo>
                        <a:pt x="3810" y="0"/>
                      </a:moveTo>
                      <a:cubicBezTo>
                        <a:pt x="1905" y="847"/>
                        <a:pt x="476" y="1693"/>
                        <a:pt x="0" y="2540"/>
                      </a:cubicBezTo>
                      <a:cubicBezTo>
                        <a:pt x="953" y="1693"/>
                        <a:pt x="1905" y="847"/>
                        <a:pt x="38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1" name="곡선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DsAAF8KAABIOwAAYQoAAAAAAAAmAAAACAAAAP//////////"/>
                    </a:ext>
                  </a:extLst>
                </p:cNvSpPr>
                <p:nvPr/>
              </p:nvSpPr>
              <p:spPr>
                <a:xfrm>
                  <a:off x="9634220" y="168592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508" y="0"/>
                      </a:moveTo>
                      <a:lnTo>
                        <a:pt x="0" y="0"/>
                      </a:lnTo>
                      <a:cubicBezTo>
                        <a:pt x="2540" y="1270"/>
                        <a:pt x="2032" y="0"/>
                        <a:pt x="5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0" name="자유형 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z0AAEEKAAAFPgAAQQoAAAAAAAAmAAAACAAAAP//////////"/>
                    </a:ext>
                  </a:extLst>
                </p:cNvSpPr>
                <p:nvPr/>
              </p:nvSpPr>
              <p:spPr>
                <a:xfrm>
                  <a:off x="10070465" y="1666875"/>
                  <a:ext cx="11430" cy="0"/>
                </a:xfrm>
                <a:custGeom>
                  <a:avLst/>
                  <a:gdLst/>
                  <a:ahLst/>
                  <a:cxnLst/>
                  <a:rect l="0" t="0" r="11430" b="0"/>
                  <a:pathLst>
                    <a:path w="11430">
                      <a:moveTo>
                        <a:pt x="11430" y="0"/>
                      </a:moveTo>
                      <a:cubicBezTo>
                        <a:pt x="8230" y="0"/>
                        <a:pt x="4572" y="0"/>
                        <a:pt x="0" y="0"/>
                      </a:cubicBezTo>
                      <a:cubicBezTo>
                        <a:pt x="2286" y="0"/>
                        <a:pt x="5486" y="0"/>
                        <a:pt x="11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9" name="자유형 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j4AAD4KAAARPgAAQAoAAAAAAAAmAAAACAAAAP//////////"/>
                    </a:ext>
                  </a:extLst>
                </p:cNvSpPr>
                <p:nvPr/>
              </p:nvSpPr>
              <p:spPr>
                <a:xfrm>
                  <a:off x="10079990" y="166497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lnTo>
                        <a:pt x="8572" y="1270"/>
                      </a:lnTo>
                      <a:cubicBezTo>
                        <a:pt x="9525" y="1270"/>
                        <a:pt x="8572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8" name="자유형 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z0AAEAKAADzPQAAQQoAAAAAAAAmAAAACAAAAP//////////"/>
                    </a:ext>
                  </a:extLst>
                </p:cNvSpPr>
                <p:nvPr/>
              </p:nvSpPr>
              <p:spPr>
                <a:xfrm>
                  <a:off x="10055225" y="1666240"/>
                  <a:ext cx="15240" cy="635"/>
                </a:xfrm>
                <a:custGeom>
                  <a:avLst/>
                  <a:gdLst/>
                  <a:ahLst/>
                  <a:cxnLst/>
                  <a:rect l="0" t="0" r="15240" b="635"/>
                  <a:pathLst>
                    <a:path w="15240" h="635">
                      <a:moveTo>
                        <a:pt x="0" y="0"/>
                      </a:moveTo>
                      <a:cubicBezTo>
                        <a:pt x="5408" y="0"/>
                        <a:pt x="10324" y="0"/>
                        <a:pt x="15240" y="635"/>
                      </a:cubicBezTo>
                      <a:cubicBezTo>
                        <a:pt x="13765" y="0"/>
                        <a:pt x="12782" y="0"/>
                        <a:pt x="1327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7" name="자유형 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ikAAF0KAABLKQAAYQoAAAAAAAAmAAAACAAAAP//////////"/>
                    </a:ext>
                  </a:extLst>
                </p:cNvSpPr>
                <p:nvPr/>
              </p:nvSpPr>
              <p:spPr>
                <a:xfrm>
                  <a:off x="6701790" y="1684655"/>
                  <a:ext cx="10795" cy="2540"/>
                </a:xfrm>
                <a:custGeom>
                  <a:avLst/>
                  <a:gdLst/>
                  <a:ahLst/>
                  <a:cxnLst/>
                  <a:rect l="0" t="0" r="10795" b="2540"/>
                  <a:pathLst>
                    <a:path w="10795" h="2540">
                      <a:moveTo>
                        <a:pt x="10795" y="0"/>
                      </a:moveTo>
                      <a:lnTo>
                        <a:pt x="8917" y="0"/>
                      </a:lnTo>
                      <a:cubicBezTo>
                        <a:pt x="0" y="2540"/>
                        <a:pt x="3754" y="1270"/>
                        <a:pt x="107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6" name="자유형 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TYAAHEKAADnNgAAcwoAAAAAAAAmAAAACAAAAP//////////"/>
                    </a:ext>
                  </a:extLst>
                </p:cNvSpPr>
                <p:nvPr/>
              </p:nvSpPr>
              <p:spPr>
                <a:xfrm>
                  <a:off x="8923655" y="1697355"/>
                  <a:ext cx="1270" cy="1270"/>
                </a:xfrm>
                <a:custGeom>
                  <a:avLst/>
                  <a:gdLst/>
                  <a:ahLst/>
                  <a:cxnLst/>
                  <a:rect l="0" t="0" r="1270" b="1270"/>
                  <a:pathLst>
                    <a:path w="1270" h="1270">
                      <a:moveTo>
                        <a:pt x="423" y="1270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5" name="곡선9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DYAAGIKAADlNgAAdgoAAAAAAAAmAAAACAAAAP//////////"/>
                    </a:ext>
                  </a:extLst>
                </p:cNvSpPr>
                <p:nvPr/>
              </p:nvSpPr>
              <p:spPr>
                <a:xfrm>
                  <a:off x="8890000" y="1687830"/>
                  <a:ext cx="33655" cy="12700"/>
                </a:xfrm>
                <a:custGeom>
                  <a:avLst/>
                  <a:gdLst/>
                  <a:ahLst/>
                  <a:cxnLst/>
                  <a:rect l="0" t="0" r="33655" b="12700"/>
                  <a:pathLst>
                    <a:path w="33655" h="12700">
                      <a:moveTo>
                        <a:pt x="0" y="12700"/>
                      </a:moveTo>
                      <a:cubicBezTo>
                        <a:pt x="14632" y="8218"/>
                        <a:pt x="22924" y="8965"/>
                        <a:pt x="33655" y="9712"/>
                      </a:cubicBezTo>
                      <a:lnTo>
                        <a:pt x="22436" y="0"/>
                      </a:lnTo>
                      <a:lnTo>
                        <a:pt x="0" y="127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4" name="자유형 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iEAACoKAADlPgAAgAoAAAAAAAAmAAAACAAAAP//////////"/>
                    </a:ext>
                  </a:extLst>
                </p:cNvSpPr>
                <p:nvPr/>
              </p:nvSpPr>
              <p:spPr>
                <a:xfrm>
                  <a:off x="5434330" y="1652270"/>
                  <a:ext cx="4789805" cy="54610"/>
                </a:xfrm>
                <a:custGeom>
                  <a:avLst/>
                  <a:gdLst/>
                  <a:ahLst/>
                  <a:cxnLst/>
                  <a:rect l="0" t="0" r="4789805" b="54610"/>
                  <a:pathLst>
                    <a:path w="4789805" h="54610">
                      <a:moveTo>
                        <a:pt x="1179065" y="8738"/>
                      </a:moveTo>
                      <a:lnTo>
                        <a:pt x="1185273" y="9466"/>
                      </a:lnTo>
                      <a:cubicBezTo>
                        <a:pt x="1171424" y="10922"/>
                        <a:pt x="1175245" y="9466"/>
                        <a:pt x="1179065" y="8738"/>
                      </a:cubicBezTo>
                      <a:close/>
                      <a:moveTo>
                        <a:pt x="4562969" y="18203"/>
                      </a:moveTo>
                      <a:cubicBezTo>
                        <a:pt x="4566312" y="17475"/>
                        <a:pt x="4565835" y="16747"/>
                        <a:pt x="4564879" y="16747"/>
                      </a:cubicBezTo>
                      <a:cubicBezTo>
                        <a:pt x="4562492" y="17475"/>
                        <a:pt x="4555329" y="17475"/>
                        <a:pt x="4547210" y="17475"/>
                      </a:cubicBezTo>
                      <a:cubicBezTo>
                        <a:pt x="4549598" y="18203"/>
                        <a:pt x="4553896" y="18931"/>
                        <a:pt x="4562969" y="18203"/>
                      </a:cubicBezTo>
                      <a:close/>
                      <a:moveTo>
                        <a:pt x="4531451" y="16747"/>
                      </a:moveTo>
                      <a:lnTo>
                        <a:pt x="4530974" y="16747"/>
                      </a:lnTo>
                      <a:cubicBezTo>
                        <a:pt x="4515692" y="15291"/>
                        <a:pt x="4520945" y="16019"/>
                        <a:pt x="4531451" y="16747"/>
                      </a:cubicBezTo>
                      <a:close/>
                      <a:moveTo>
                        <a:pt x="3044845" y="36407"/>
                      </a:moveTo>
                      <a:cubicBezTo>
                        <a:pt x="3039592" y="37863"/>
                        <a:pt x="3031951" y="37135"/>
                        <a:pt x="3022877" y="35679"/>
                      </a:cubicBezTo>
                      <a:cubicBezTo>
                        <a:pt x="3029563" y="35679"/>
                        <a:pt x="3036726" y="35679"/>
                        <a:pt x="3044845" y="36407"/>
                      </a:cubicBezTo>
                      <a:close/>
                      <a:moveTo>
                        <a:pt x="2510946" y="43688"/>
                      </a:moveTo>
                      <a:cubicBezTo>
                        <a:pt x="2504260" y="44416"/>
                        <a:pt x="2490889" y="46601"/>
                        <a:pt x="2485636" y="44416"/>
                      </a:cubicBezTo>
                      <a:cubicBezTo>
                        <a:pt x="2493754" y="40047"/>
                        <a:pt x="2499485" y="42232"/>
                        <a:pt x="2510946" y="43688"/>
                      </a:cubicBezTo>
                      <a:close/>
                      <a:moveTo>
                        <a:pt x="2159948" y="44416"/>
                      </a:moveTo>
                      <a:lnTo>
                        <a:pt x="2183348" y="47329"/>
                      </a:lnTo>
                      <a:cubicBezTo>
                        <a:pt x="2155173" y="51697"/>
                        <a:pt x="2134638" y="50241"/>
                        <a:pt x="2156606" y="54610"/>
                      </a:cubicBezTo>
                      <a:cubicBezTo>
                        <a:pt x="2159948" y="44416"/>
                        <a:pt x="2247817" y="53882"/>
                        <a:pt x="2251160" y="43688"/>
                      </a:cubicBezTo>
                      <a:lnTo>
                        <a:pt x="2266919" y="45872"/>
                      </a:lnTo>
                      <a:cubicBezTo>
                        <a:pt x="2262144" y="45872"/>
                        <a:pt x="2261666" y="46601"/>
                        <a:pt x="2257368" y="46601"/>
                      </a:cubicBezTo>
                      <a:cubicBezTo>
                        <a:pt x="2287454" y="50969"/>
                        <a:pt x="2279813" y="39319"/>
                        <a:pt x="2318494" y="40775"/>
                      </a:cubicBezTo>
                      <a:cubicBezTo>
                        <a:pt x="2331866" y="41504"/>
                        <a:pt x="2341417" y="42960"/>
                        <a:pt x="2332343" y="44416"/>
                      </a:cubicBezTo>
                      <a:lnTo>
                        <a:pt x="2362429" y="41504"/>
                      </a:lnTo>
                      <a:cubicBezTo>
                        <a:pt x="2371025" y="42232"/>
                        <a:pt x="2369114" y="43688"/>
                        <a:pt x="2360041" y="43688"/>
                      </a:cubicBezTo>
                      <a:lnTo>
                        <a:pt x="2406363" y="42960"/>
                      </a:lnTo>
                      <a:lnTo>
                        <a:pt x="2405886" y="42960"/>
                      </a:lnTo>
                      <a:cubicBezTo>
                        <a:pt x="2412571" y="41504"/>
                        <a:pt x="2427375" y="39319"/>
                        <a:pt x="2434538" y="37863"/>
                      </a:cubicBezTo>
                      <a:cubicBezTo>
                        <a:pt x="2446000" y="39319"/>
                        <a:pt x="2428808" y="39319"/>
                        <a:pt x="2431673" y="40775"/>
                      </a:cubicBezTo>
                      <a:lnTo>
                        <a:pt x="2456983" y="37863"/>
                      </a:lnTo>
                      <a:cubicBezTo>
                        <a:pt x="2467489" y="40775"/>
                        <a:pt x="2446477" y="42960"/>
                        <a:pt x="2428808" y="42960"/>
                      </a:cubicBezTo>
                      <a:cubicBezTo>
                        <a:pt x="2452685" y="53154"/>
                        <a:pt x="2449820" y="40047"/>
                        <a:pt x="2501395" y="46601"/>
                      </a:cubicBezTo>
                      <a:lnTo>
                        <a:pt x="2477040" y="47329"/>
                      </a:lnTo>
                      <a:cubicBezTo>
                        <a:pt x="2492799" y="53154"/>
                        <a:pt x="2511424" y="50969"/>
                        <a:pt x="2538644" y="54610"/>
                      </a:cubicBezTo>
                      <a:cubicBezTo>
                        <a:pt x="2531958" y="53154"/>
                        <a:pt x="2484203" y="45872"/>
                        <a:pt x="2511901" y="43688"/>
                      </a:cubicBezTo>
                      <a:cubicBezTo>
                        <a:pt x="2519542" y="44416"/>
                        <a:pt x="2530048" y="44416"/>
                        <a:pt x="2544852" y="42960"/>
                      </a:cubicBezTo>
                      <a:cubicBezTo>
                        <a:pt x="2544852" y="45872"/>
                        <a:pt x="2559178" y="45144"/>
                        <a:pt x="2577803" y="45144"/>
                      </a:cubicBezTo>
                      <a:lnTo>
                        <a:pt x="2576370" y="50241"/>
                      </a:lnTo>
                      <a:cubicBezTo>
                        <a:pt x="2595950" y="48785"/>
                        <a:pt x="2594517" y="46601"/>
                        <a:pt x="2605978" y="44416"/>
                      </a:cubicBezTo>
                      <a:cubicBezTo>
                        <a:pt x="2627945" y="44416"/>
                        <a:pt x="2632721" y="48057"/>
                        <a:pt x="2637496" y="51697"/>
                      </a:cubicBezTo>
                      <a:cubicBezTo>
                        <a:pt x="2672835" y="52426"/>
                        <a:pt x="2613619" y="45872"/>
                        <a:pt x="2655166" y="45144"/>
                      </a:cubicBezTo>
                      <a:cubicBezTo>
                        <a:pt x="2684296" y="46601"/>
                        <a:pt x="2704831" y="45144"/>
                        <a:pt x="2739692" y="42232"/>
                      </a:cubicBezTo>
                      <a:cubicBezTo>
                        <a:pt x="2760226" y="43688"/>
                        <a:pt x="2736349" y="45144"/>
                        <a:pt x="2743512" y="46601"/>
                      </a:cubicBezTo>
                      <a:lnTo>
                        <a:pt x="2761659" y="42960"/>
                      </a:lnTo>
                      <a:cubicBezTo>
                        <a:pt x="2765957" y="42960"/>
                        <a:pt x="2764524" y="43688"/>
                        <a:pt x="2764046" y="44416"/>
                      </a:cubicBezTo>
                      <a:cubicBezTo>
                        <a:pt x="2779328" y="42960"/>
                        <a:pt x="2765002" y="40047"/>
                        <a:pt x="2789357" y="38591"/>
                      </a:cubicBezTo>
                      <a:cubicBezTo>
                        <a:pt x="2795565" y="33494"/>
                        <a:pt x="2838544" y="46601"/>
                        <a:pt x="2868152" y="40775"/>
                      </a:cubicBezTo>
                      <a:cubicBezTo>
                        <a:pt x="2875315" y="42232"/>
                        <a:pt x="2864809" y="43688"/>
                        <a:pt x="2866719" y="45144"/>
                      </a:cubicBezTo>
                      <a:cubicBezTo>
                        <a:pt x="2907788" y="41504"/>
                        <a:pt x="2902058" y="42960"/>
                        <a:pt x="2935486" y="37863"/>
                      </a:cubicBezTo>
                      <a:lnTo>
                        <a:pt x="2963661" y="40775"/>
                      </a:lnTo>
                      <a:cubicBezTo>
                        <a:pt x="2943127" y="37135"/>
                        <a:pt x="2969870" y="32766"/>
                        <a:pt x="2993269" y="29853"/>
                      </a:cubicBezTo>
                      <a:cubicBezTo>
                        <a:pt x="2985629" y="27669"/>
                        <a:pt x="2979421" y="26213"/>
                        <a:pt x="2975123" y="25485"/>
                      </a:cubicBezTo>
                      <a:lnTo>
                        <a:pt x="3012371" y="23300"/>
                      </a:lnTo>
                      <a:cubicBezTo>
                        <a:pt x="3017147" y="24028"/>
                        <a:pt x="3013326" y="25485"/>
                        <a:pt x="3007118" y="27669"/>
                      </a:cubicBezTo>
                      <a:lnTo>
                        <a:pt x="3013804" y="26213"/>
                      </a:lnTo>
                      <a:cubicBezTo>
                        <a:pt x="3027175" y="28397"/>
                        <a:pt x="3020490" y="31310"/>
                        <a:pt x="3010939" y="33494"/>
                      </a:cubicBezTo>
                      <a:lnTo>
                        <a:pt x="2997567" y="30582"/>
                      </a:lnTo>
                      <a:cubicBezTo>
                        <a:pt x="2988016" y="33494"/>
                        <a:pt x="2979421" y="36407"/>
                        <a:pt x="2981331" y="39319"/>
                      </a:cubicBezTo>
                      <a:cubicBezTo>
                        <a:pt x="2983719" y="38591"/>
                        <a:pt x="2988494" y="38591"/>
                        <a:pt x="2993747" y="37863"/>
                      </a:cubicBezTo>
                      <a:cubicBezTo>
                        <a:pt x="2991359" y="38591"/>
                        <a:pt x="2989927" y="39319"/>
                        <a:pt x="2990882" y="40047"/>
                      </a:cubicBezTo>
                      <a:cubicBezTo>
                        <a:pt x="2992314" y="40775"/>
                        <a:pt x="2996135" y="39319"/>
                        <a:pt x="3002343" y="38591"/>
                      </a:cubicBezTo>
                      <a:lnTo>
                        <a:pt x="3010461" y="43688"/>
                      </a:lnTo>
                      <a:lnTo>
                        <a:pt x="3012849" y="41504"/>
                      </a:lnTo>
                      <a:lnTo>
                        <a:pt x="3061559" y="45144"/>
                      </a:lnTo>
                      <a:cubicBezTo>
                        <a:pt x="3096897" y="40047"/>
                        <a:pt x="3126983" y="32038"/>
                        <a:pt x="3182856" y="29853"/>
                      </a:cubicBezTo>
                      <a:cubicBezTo>
                        <a:pt x="3169007" y="34222"/>
                        <a:pt x="3179991" y="36407"/>
                        <a:pt x="3179036" y="40775"/>
                      </a:cubicBezTo>
                      <a:cubicBezTo>
                        <a:pt x="3163754" y="36407"/>
                        <a:pt x="3136056" y="42960"/>
                        <a:pt x="3107403" y="42232"/>
                      </a:cubicBezTo>
                      <a:cubicBezTo>
                        <a:pt x="3122207" y="42232"/>
                        <a:pt x="3118865" y="44416"/>
                        <a:pt x="3115044" y="45144"/>
                      </a:cubicBezTo>
                      <a:lnTo>
                        <a:pt x="3166619" y="41504"/>
                      </a:lnTo>
                      <a:cubicBezTo>
                        <a:pt x="3165187" y="45144"/>
                        <a:pt x="3177603" y="43688"/>
                        <a:pt x="3190974" y="45872"/>
                      </a:cubicBezTo>
                      <a:cubicBezTo>
                        <a:pt x="3180468" y="37863"/>
                        <a:pt x="3229178" y="40775"/>
                        <a:pt x="3250190" y="38591"/>
                      </a:cubicBezTo>
                      <a:cubicBezTo>
                        <a:pt x="3251145" y="40775"/>
                        <a:pt x="3246370" y="43688"/>
                        <a:pt x="3220582" y="42960"/>
                      </a:cubicBezTo>
                      <a:cubicBezTo>
                        <a:pt x="3248758" y="48785"/>
                        <a:pt x="3257353" y="34222"/>
                        <a:pt x="3285051" y="39319"/>
                      </a:cubicBezTo>
                      <a:cubicBezTo>
                        <a:pt x="3278366" y="39319"/>
                        <a:pt x="3275023" y="38591"/>
                        <a:pt x="3272635" y="40047"/>
                      </a:cubicBezTo>
                      <a:cubicBezTo>
                        <a:pt x="3287439" y="37863"/>
                        <a:pt x="3322777" y="40047"/>
                        <a:pt x="3314659" y="42232"/>
                      </a:cubicBezTo>
                      <a:lnTo>
                        <a:pt x="3308451" y="42232"/>
                      </a:lnTo>
                      <a:cubicBezTo>
                        <a:pt x="3349520" y="42960"/>
                        <a:pt x="3434046" y="42232"/>
                        <a:pt x="3440254" y="36407"/>
                      </a:cubicBezTo>
                      <a:cubicBezTo>
                        <a:pt x="3440732" y="37135"/>
                        <a:pt x="3435001" y="43688"/>
                        <a:pt x="3432613" y="45144"/>
                      </a:cubicBezTo>
                      <a:lnTo>
                        <a:pt x="3506156" y="24028"/>
                      </a:lnTo>
                      <a:cubicBezTo>
                        <a:pt x="3499948" y="29853"/>
                        <a:pt x="3524780" y="42232"/>
                        <a:pt x="3490397" y="45144"/>
                      </a:cubicBezTo>
                      <a:cubicBezTo>
                        <a:pt x="3500425" y="45872"/>
                        <a:pt x="3512364" y="47329"/>
                        <a:pt x="3533376" y="45144"/>
                      </a:cubicBezTo>
                      <a:cubicBezTo>
                        <a:pt x="3526690" y="44416"/>
                        <a:pt x="3516662" y="37135"/>
                        <a:pt x="3525735" y="37135"/>
                      </a:cubicBezTo>
                      <a:cubicBezTo>
                        <a:pt x="3551045" y="42960"/>
                        <a:pt x="3543405" y="40047"/>
                        <a:pt x="3574445" y="45144"/>
                      </a:cubicBezTo>
                      <a:cubicBezTo>
                        <a:pt x="3563939" y="44416"/>
                        <a:pt x="3575400" y="35679"/>
                        <a:pt x="3591159" y="36407"/>
                      </a:cubicBezTo>
                      <a:cubicBezTo>
                        <a:pt x="3588772" y="37135"/>
                        <a:pt x="3592592" y="44416"/>
                        <a:pt x="3586861" y="45144"/>
                      </a:cubicBezTo>
                      <a:lnTo>
                        <a:pt x="3626498" y="37135"/>
                      </a:lnTo>
                      <a:cubicBezTo>
                        <a:pt x="3616469" y="38591"/>
                        <a:pt x="3624588" y="44416"/>
                        <a:pt x="3633661" y="46601"/>
                      </a:cubicBezTo>
                      <a:cubicBezTo>
                        <a:pt x="3629363" y="45144"/>
                        <a:pt x="3667567" y="46601"/>
                        <a:pt x="3678073" y="45872"/>
                      </a:cubicBezTo>
                      <a:lnTo>
                        <a:pt x="3661359" y="44416"/>
                      </a:lnTo>
                      <a:cubicBezTo>
                        <a:pt x="3706248" y="45872"/>
                        <a:pt x="3705771" y="32766"/>
                        <a:pt x="3750183" y="33494"/>
                      </a:cubicBezTo>
                      <a:cubicBezTo>
                        <a:pt x="3744930" y="34950"/>
                        <a:pt x="3736811" y="43688"/>
                        <a:pt x="3759256" y="45144"/>
                      </a:cubicBezTo>
                      <a:cubicBezTo>
                        <a:pt x="3769762" y="40775"/>
                        <a:pt x="3805101" y="24757"/>
                        <a:pt x="3844260" y="21116"/>
                      </a:cubicBezTo>
                      <a:lnTo>
                        <a:pt x="3851901" y="24028"/>
                      </a:lnTo>
                      <a:lnTo>
                        <a:pt x="3881986" y="21116"/>
                      </a:lnTo>
                      <a:cubicBezTo>
                        <a:pt x="3863362" y="27669"/>
                        <a:pt x="3810831" y="40775"/>
                        <a:pt x="3781701" y="45872"/>
                      </a:cubicBezTo>
                      <a:cubicBezTo>
                        <a:pt x="3798415" y="48057"/>
                        <a:pt x="3786476" y="48785"/>
                        <a:pt x="3811786" y="48785"/>
                      </a:cubicBezTo>
                      <a:cubicBezTo>
                        <a:pt x="3820382" y="50969"/>
                        <a:pt x="3797938" y="52426"/>
                        <a:pt x="3790774" y="52426"/>
                      </a:cubicBezTo>
                      <a:lnTo>
                        <a:pt x="3849035" y="53882"/>
                      </a:lnTo>
                      <a:cubicBezTo>
                        <a:pt x="3846170" y="48785"/>
                        <a:pt x="3893447" y="48785"/>
                        <a:pt x="3891537" y="45144"/>
                      </a:cubicBezTo>
                      <a:lnTo>
                        <a:pt x="3828023" y="49513"/>
                      </a:lnTo>
                      <a:cubicBezTo>
                        <a:pt x="3825635" y="45144"/>
                        <a:pt x="3864794" y="35679"/>
                        <a:pt x="3905863" y="37135"/>
                      </a:cubicBezTo>
                      <a:cubicBezTo>
                        <a:pt x="3916369" y="38591"/>
                        <a:pt x="3898223" y="45872"/>
                        <a:pt x="3899178" y="47329"/>
                      </a:cubicBezTo>
                      <a:cubicBezTo>
                        <a:pt x="3904431" y="45872"/>
                        <a:pt x="3938337" y="44416"/>
                        <a:pt x="3942157" y="45144"/>
                      </a:cubicBezTo>
                      <a:lnTo>
                        <a:pt x="3924488" y="48057"/>
                      </a:lnTo>
                      <a:cubicBezTo>
                        <a:pt x="3947410" y="50241"/>
                        <a:pt x="3962214" y="41504"/>
                        <a:pt x="3989912" y="46601"/>
                      </a:cubicBezTo>
                      <a:cubicBezTo>
                        <a:pt x="3999463" y="46601"/>
                        <a:pt x="4018087" y="53154"/>
                        <a:pt x="4019997" y="50241"/>
                      </a:cubicBezTo>
                      <a:cubicBezTo>
                        <a:pt x="4004238" y="44416"/>
                        <a:pt x="4001373" y="26941"/>
                        <a:pt x="4011879" y="22572"/>
                      </a:cubicBezTo>
                      <a:cubicBezTo>
                        <a:pt x="4015222" y="22572"/>
                        <a:pt x="4061544" y="27669"/>
                        <a:pt x="4072528" y="30582"/>
                      </a:cubicBezTo>
                      <a:cubicBezTo>
                        <a:pt x="4088287" y="34950"/>
                        <a:pt x="4049128" y="41504"/>
                        <a:pt x="4062499" y="45144"/>
                      </a:cubicBezTo>
                      <a:cubicBezTo>
                        <a:pt x="4062977" y="43688"/>
                        <a:pt x="4071573" y="42232"/>
                        <a:pt x="4075393" y="41504"/>
                      </a:cubicBezTo>
                      <a:cubicBezTo>
                        <a:pt x="4085421" y="42960"/>
                        <a:pt x="4071095" y="45872"/>
                        <a:pt x="4093062" y="45144"/>
                      </a:cubicBezTo>
                      <a:cubicBezTo>
                        <a:pt x="4096405" y="40047"/>
                        <a:pt x="4137474" y="45872"/>
                        <a:pt x="4103091" y="40775"/>
                      </a:cubicBezTo>
                      <a:cubicBezTo>
                        <a:pt x="4124580" y="40047"/>
                        <a:pt x="4126013" y="42232"/>
                        <a:pt x="4150845" y="42232"/>
                      </a:cubicBezTo>
                      <a:cubicBezTo>
                        <a:pt x="4142727" y="38591"/>
                        <a:pt x="4173290" y="31310"/>
                        <a:pt x="4194780" y="29853"/>
                      </a:cubicBezTo>
                      <a:cubicBezTo>
                        <a:pt x="4193347" y="30582"/>
                        <a:pt x="4198123" y="32766"/>
                        <a:pt x="4200510" y="33494"/>
                      </a:cubicBezTo>
                      <a:cubicBezTo>
                        <a:pt x="4244445" y="34222"/>
                        <a:pt x="4267845" y="36407"/>
                        <a:pt x="4308436" y="36407"/>
                      </a:cubicBezTo>
                      <a:cubicBezTo>
                        <a:pt x="4312257" y="37863"/>
                        <a:pt x="4331836" y="39319"/>
                        <a:pt x="4323718" y="41504"/>
                      </a:cubicBezTo>
                      <a:cubicBezTo>
                        <a:pt x="4329448" y="40775"/>
                        <a:pt x="4334701" y="38591"/>
                        <a:pt x="4347118" y="38591"/>
                      </a:cubicBezTo>
                      <a:cubicBezTo>
                        <a:pt x="4371473" y="42960"/>
                        <a:pt x="4319420" y="39319"/>
                        <a:pt x="4338044" y="44416"/>
                      </a:cubicBezTo>
                      <a:cubicBezTo>
                        <a:pt x="4339477" y="41504"/>
                        <a:pt x="4370517" y="40775"/>
                        <a:pt x="4388187" y="38591"/>
                      </a:cubicBezTo>
                      <a:cubicBezTo>
                        <a:pt x="4382934" y="34222"/>
                        <a:pt x="4347118" y="37863"/>
                        <a:pt x="4328971" y="39319"/>
                      </a:cubicBezTo>
                      <a:cubicBezTo>
                        <a:pt x="4328971" y="33494"/>
                        <a:pt x="4360011" y="26941"/>
                        <a:pt x="4402513" y="24028"/>
                      </a:cubicBezTo>
                      <a:cubicBezTo>
                        <a:pt x="4436419" y="22572"/>
                        <a:pt x="4417317" y="28397"/>
                        <a:pt x="4423048" y="27669"/>
                      </a:cubicBezTo>
                      <a:cubicBezTo>
                        <a:pt x="4486562" y="28397"/>
                        <a:pt x="4477488" y="16747"/>
                        <a:pt x="4530018" y="21116"/>
                      </a:cubicBezTo>
                      <a:cubicBezTo>
                        <a:pt x="4551031" y="25485"/>
                        <a:pt x="4530974" y="29125"/>
                        <a:pt x="4535749" y="32038"/>
                      </a:cubicBezTo>
                      <a:cubicBezTo>
                        <a:pt x="4508051" y="33494"/>
                        <a:pt x="4493247" y="29125"/>
                        <a:pt x="4474623" y="29125"/>
                      </a:cubicBezTo>
                      <a:lnTo>
                        <a:pt x="4497545" y="31310"/>
                      </a:lnTo>
                      <a:cubicBezTo>
                        <a:pt x="4488949" y="32766"/>
                        <a:pt x="4470325" y="33494"/>
                        <a:pt x="4460296" y="32766"/>
                      </a:cubicBezTo>
                      <a:cubicBezTo>
                        <a:pt x="4477966" y="36407"/>
                        <a:pt x="4567745" y="33494"/>
                        <a:pt x="4616932" y="37135"/>
                      </a:cubicBezTo>
                      <a:cubicBezTo>
                        <a:pt x="4625528" y="35679"/>
                        <a:pt x="4640810" y="34222"/>
                        <a:pt x="4633646" y="32766"/>
                      </a:cubicBezTo>
                      <a:lnTo>
                        <a:pt x="4617887" y="32766"/>
                      </a:lnTo>
                      <a:cubicBezTo>
                        <a:pt x="4603561" y="29853"/>
                        <a:pt x="4647495" y="28397"/>
                        <a:pt x="4627438" y="26941"/>
                      </a:cubicBezTo>
                      <a:cubicBezTo>
                        <a:pt x="4648450" y="24757"/>
                        <a:pt x="4671850" y="21116"/>
                        <a:pt x="4700981" y="23300"/>
                      </a:cubicBezTo>
                      <a:lnTo>
                        <a:pt x="4706711" y="27669"/>
                      </a:lnTo>
                      <a:cubicBezTo>
                        <a:pt x="4705756" y="26213"/>
                        <a:pt x="4687609" y="25485"/>
                        <a:pt x="4679013" y="26213"/>
                      </a:cubicBezTo>
                      <a:cubicBezTo>
                        <a:pt x="4691430" y="24757"/>
                        <a:pt x="4723903" y="32766"/>
                        <a:pt x="4737274" y="26941"/>
                      </a:cubicBezTo>
                      <a:lnTo>
                        <a:pt x="4716740" y="23300"/>
                      </a:lnTo>
                      <a:cubicBezTo>
                        <a:pt x="4737752" y="21116"/>
                        <a:pt x="4763539" y="16747"/>
                        <a:pt x="4789805" y="18203"/>
                      </a:cubicBezTo>
                      <a:cubicBezTo>
                        <a:pt x="4777866" y="13835"/>
                        <a:pt x="4783596" y="18931"/>
                        <a:pt x="4765450" y="13106"/>
                      </a:cubicBezTo>
                      <a:cubicBezTo>
                        <a:pt x="4781209" y="19660"/>
                        <a:pt x="4698593" y="13106"/>
                        <a:pt x="4724380" y="19660"/>
                      </a:cubicBezTo>
                      <a:cubicBezTo>
                        <a:pt x="4705756" y="13835"/>
                        <a:pt x="4691907" y="17475"/>
                        <a:pt x="4667075" y="11650"/>
                      </a:cubicBezTo>
                      <a:cubicBezTo>
                        <a:pt x="4667552" y="13106"/>
                        <a:pt x="4675671" y="14563"/>
                        <a:pt x="4654181" y="13835"/>
                      </a:cubicBezTo>
                      <a:cubicBezTo>
                        <a:pt x="4652748" y="14563"/>
                        <a:pt x="4650838" y="15291"/>
                        <a:pt x="4648928" y="15291"/>
                      </a:cubicBezTo>
                      <a:lnTo>
                        <a:pt x="4647495" y="15291"/>
                      </a:lnTo>
                      <a:lnTo>
                        <a:pt x="4648928" y="15291"/>
                      </a:lnTo>
                      <a:cubicBezTo>
                        <a:pt x="4647973" y="15291"/>
                        <a:pt x="4647973" y="16019"/>
                        <a:pt x="4649405" y="15291"/>
                      </a:cubicBezTo>
                      <a:cubicBezTo>
                        <a:pt x="4654658" y="16019"/>
                        <a:pt x="4658956" y="16747"/>
                        <a:pt x="4660389" y="17475"/>
                      </a:cubicBezTo>
                      <a:cubicBezTo>
                        <a:pt x="4649405" y="21116"/>
                        <a:pt x="4615022" y="21116"/>
                        <a:pt x="4603083" y="22572"/>
                      </a:cubicBezTo>
                      <a:cubicBezTo>
                        <a:pt x="4590189" y="21844"/>
                        <a:pt x="4608814" y="21116"/>
                        <a:pt x="4601651" y="19660"/>
                      </a:cubicBezTo>
                      <a:lnTo>
                        <a:pt x="4583981" y="21844"/>
                      </a:lnTo>
                      <a:cubicBezTo>
                        <a:pt x="4582549" y="18931"/>
                        <a:pt x="4549598" y="16747"/>
                        <a:pt x="4580161" y="14563"/>
                      </a:cubicBezTo>
                      <a:lnTo>
                        <a:pt x="4552941" y="14563"/>
                      </a:lnTo>
                      <a:cubicBezTo>
                        <a:pt x="4536704" y="12378"/>
                        <a:pt x="4514259" y="11650"/>
                        <a:pt x="4500888" y="13106"/>
                      </a:cubicBezTo>
                      <a:cubicBezTo>
                        <a:pt x="4487994" y="12378"/>
                        <a:pt x="4467937" y="16747"/>
                        <a:pt x="4479398" y="13835"/>
                      </a:cubicBezTo>
                      <a:lnTo>
                        <a:pt x="4436419" y="16019"/>
                      </a:lnTo>
                      <a:lnTo>
                        <a:pt x="4435942" y="15291"/>
                      </a:lnTo>
                      <a:cubicBezTo>
                        <a:pt x="4393440" y="14563"/>
                        <a:pt x="4348550" y="20388"/>
                        <a:pt x="4299840" y="14563"/>
                      </a:cubicBezTo>
                      <a:cubicBezTo>
                        <a:pt x="4285514" y="15291"/>
                        <a:pt x="4271188" y="16019"/>
                        <a:pt x="4246833" y="15291"/>
                      </a:cubicBezTo>
                      <a:lnTo>
                        <a:pt x="4242535" y="12378"/>
                      </a:lnTo>
                      <a:cubicBezTo>
                        <a:pt x="4223910" y="13106"/>
                        <a:pt x="4187139" y="9466"/>
                        <a:pt x="4179498" y="12378"/>
                      </a:cubicBezTo>
                      <a:cubicBezTo>
                        <a:pt x="4159441" y="5097"/>
                        <a:pt x="4090197" y="10194"/>
                        <a:pt x="4058201" y="8738"/>
                      </a:cubicBezTo>
                      <a:lnTo>
                        <a:pt x="4056769" y="12378"/>
                      </a:lnTo>
                      <a:cubicBezTo>
                        <a:pt x="4034801" y="12378"/>
                        <a:pt x="4013312" y="13106"/>
                        <a:pt x="3985614" y="14563"/>
                      </a:cubicBezTo>
                      <a:lnTo>
                        <a:pt x="3987524" y="18203"/>
                      </a:lnTo>
                      <a:cubicBezTo>
                        <a:pt x="3963647" y="20388"/>
                        <a:pt x="3926398" y="15291"/>
                        <a:pt x="3888672" y="16019"/>
                      </a:cubicBezTo>
                      <a:cubicBezTo>
                        <a:pt x="3891537" y="14563"/>
                        <a:pt x="3901088" y="14563"/>
                        <a:pt x="3907774" y="15291"/>
                      </a:cubicBezTo>
                      <a:cubicBezTo>
                        <a:pt x="3862884" y="8009"/>
                        <a:pt x="3812742" y="20388"/>
                        <a:pt x="3772150" y="15291"/>
                      </a:cubicBezTo>
                      <a:cubicBezTo>
                        <a:pt x="3762122" y="16019"/>
                        <a:pt x="3754481" y="16019"/>
                        <a:pt x="3747795" y="15291"/>
                      </a:cubicBezTo>
                      <a:cubicBezTo>
                        <a:pt x="3748750" y="15291"/>
                        <a:pt x="3749228" y="15291"/>
                        <a:pt x="3750183" y="14563"/>
                      </a:cubicBezTo>
                      <a:lnTo>
                        <a:pt x="3745885" y="14563"/>
                      </a:lnTo>
                      <a:lnTo>
                        <a:pt x="3732036" y="13106"/>
                      </a:lnTo>
                      <a:cubicBezTo>
                        <a:pt x="3735856" y="13835"/>
                        <a:pt x="3740154" y="14563"/>
                        <a:pt x="3743497" y="14563"/>
                      </a:cubicBezTo>
                      <a:cubicBezTo>
                        <a:pt x="3735856" y="14563"/>
                        <a:pt x="3723918" y="15291"/>
                        <a:pt x="3712457" y="16019"/>
                      </a:cubicBezTo>
                      <a:lnTo>
                        <a:pt x="3707204" y="12378"/>
                      </a:lnTo>
                      <a:lnTo>
                        <a:pt x="3704816" y="12378"/>
                      </a:lnTo>
                      <a:cubicBezTo>
                        <a:pt x="3693355" y="10922"/>
                        <a:pt x="3695742" y="13835"/>
                        <a:pt x="3701473" y="16747"/>
                      </a:cubicBezTo>
                      <a:cubicBezTo>
                        <a:pt x="3695742" y="17475"/>
                        <a:pt x="3690489" y="18203"/>
                        <a:pt x="3686191" y="18931"/>
                      </a:cubicBezTo>
                      <a:cubicBezTo>
                        <a:pt x="3677118" y="13106"/>
                        <a:pt x="3655628" y="21116"/>
                        <a:pt x="3643212" y="14563"/>
                      </a:cubicBezTo>
                      <a:cubicBezTo>
                        <a:pt x="3635094" y="17475"/>
                        <a:pt x="3584474" y="16747"/>
                        <a:pt x="3578266" y="23300"/>
                      </a:cubicBezTo>
                      <a:cubicBezTo>
                        <a:pt x="3577788" y="21844"/>
                        <a:pt x="3574445" y="21844"/>
                        <a:pt x="3580653" y="21844"/>
                      </a:cubicBezTo>
                      <a:cubicBezTo>
                        <a:pt x="3567760" y="21116"/>
                        <a:pt x="3554866" y="20388"/>
                        <a:pt x="3543405" y="21844"/>
                      </a:cubicBezTo>
                      <a:lnTo>
                        <a:pt x="3537674" y="17475"/>
                      </a:lnTo>
                      <a:lnTo>
                        <a:pt x="3509499" y="23300"/>
                      </a:lnTo>
                      <a:cubicBezTo>
                        <a:pt x="3492307" y="20388"/>
                        <a:pt x="3485144" y="18931"/>
                        <a:pt x="3502335" y="15291"/>
                      </a:cubicBezTo>
                      <a:cubicBezTo>
                        <a:pt x="3460789" y="20388"/>
                        <a:pt x="3468430" y="17475"/>
                        <a:pt x="3433569" y="22572"/>
                      </a:cubicBezTo>
                      <a:lnTo>
                        <a:pt x="3435479" y="19660"/>
                      </a:lnTo>
                      <a:cubicBezTo>
                        <a:pt x="3422585" y="19660"/>
                        <a:pt x="3402528" y="23300"/>
                        <a:pt x="3394887" y="21116"/>
                      </a:cubicBezTo>
                      <a:cubicBezTo>
                        <a:pt x="3367189" y="15291"/>
                        <a:pt x="3256398" y="19660"/>
                        <a:pt x="3184289" y="14563"/>
                      </a:cubicBezTo>
                      <a:cubicBezTo>
                        <a:pt x="3198137" y="23300"/>
                        <a:pt x="3150860" y="10194"/>
                        <a:pt x="3147995" y="17475"/>
                      </a:cubicBezTo>
                      <a:cubicBezTo>
                        <a:pt x="3143697" y="15291"/>
                        <a:pt x="3133669" y="13835"/>
                        <a:pt x="3145130" y="12378"/>
                      </a:cubicBezTo>
                      <a:cubicBezTo>
                        <a:pt x="3108358" y="13835"/>
                        <a:pt x="3090212" y="8738"/>
                        <a:pt x="3064902" y="14563"/>
                      </a:cubicBezTo>
                      <a:cubicBezTo>
                        <a:pt x="3060604" y="12378"/>
                        <a:pt x="3072542" y="11650"/>
                        <a:pt x="3068722" y="10194"/>
                      </a:cubicBezTo>
                      <a:cubicBezTo>
                        <a:pt x="3065857" y="10194"/>
                        <a:pt x="3057261" y="11650"/>
                        <a:pt x="3053440" y="10922"/>
                      </a:cubicBezTo>
                      <a:cubicBezTo>
                        <a:pt x="3049620" y="9466"/>
                        <a:pt x="3058694" y="8738"/>
                        <a:pt x="3064424" y="8009"/>
                      </a:cubicBezTo>
                      <a:cubicBezTo>
                        <a:pt x="3027175" y="8009"/>
                        <a:pt x="3023355" y="14563"/>
                        <a:pt x="3020490" y="20388"/>
                      </a:cubicBezTo>
                      <a:cubicBezTo>
                        <a:pt x="3001388" y="17475"/>
                        <a:pt x="2991837" y="18203"/>
                        <a:pt x="2977988" y="21844"/>
                      </a:cubicBezTo>
                      <a:cubicBezTo>
                        <a:pt x="2971780" y="19660"/>
                        <a:pt x="2960319" y="17475"/>
                        <a:pt x="2983719" y="17475"/>
                      </a:cubicBezTo>
                      <a:cubicBezTo>
                        <a:pt x="2970825" y="16747"/>
                        <a:pt x="2903490" y="13835"/>
                        <a:pt x="2902535" y="18931"/>
                      </a:cubicBezTo>
                      <a:cubicBezTo>
                        <a:pt x="2898237" y="17475"/>
                        <a:pt x="2883911" y="18203"/>
                        <a:pt x="2880568" y="18931"/>
                      </a:cubicBezTo>
                      <a:cubicBezTo>
                        <a:pt x="2850960" y="18203"/>
                        <a:pt x="2848572" y="18203"/>
                        <a:pt x="2819442" y="18203"/>
                      </a:cubicBezTo>
                      <a:lnTo>
                        <a:pt x="2827560" y="18931"/>
                      </a:lnTo>
                      <a:cubicBezTo>
                        <a:pt x="2816099" y="24757"/>
                        <a:pt x="2803683" y="20388"/>
                        <a:pt x="2780283" y="21116"/>
                      </a:cubicBezTo>
                      <a:lnTo>
                        <a:pt x="2780761" y="20388"/>
                      </a:lnTo>
                      <a:cubicBezTo>
                        <a:pt x="2727275" y="16019"/>
                        <a:pt x="2757838" y="22572"/>
                        <a:pt x="2705308" y="17475"/>
                      </a:cubicBezTo>
                      <a:lnTo>
                        <a:pt x="2708173" y="21116"/>
                      </a:lnTo>
                      <a:cubicBezTo>
                        <a:pt x="2702920" y="28397"/>
                        <a:pt x="2661374" y="16019"/>
                        <a:pt x="2630811" y="18931"/>
                      </a:cubicBezTo>
                      <a:lnTo>
                        <a:pt x="2641794" y="21116"/>
                      </a:lnTo>
                      <a:cubicBezTo>
                        <a:pt x="2625080" y="24028"/>
                        <a:pt x="2594995" y="10922"/>
                        <a:pt x="2578280" y="9466"/>
                      </a:cubicBezTo>
                      <a:cubicBezTo>
                        <a:pt x="2574460" y="8738"/>
                        <a:pt x="2584011" y="8738"/>
                        <a:pt x="2589264" y="8009"/>
                      </a:cubicBezTo>
                      <a:cubicBezTo>
                        <a:pt x="2545330" y="4369"/>
                        <a:pt x="2583533" y="12378"/>
                        <a:pt x="2550583" y="13835"/>
                      </a:cubicBezTo>
                      <a:cubicBezTo>
                        <a:pt x="2544374" y="10922"/>
                        <a:pt x="2558223" y="7281"/>
                        <a:pt x="2536256" y="6553"/>
                      </a:cubicBezTo>
                      <a:cubicBezTo>
                        <a:pt x="2525273" y="5097"/>
                        <a:pt x="2472265" y="14563"/>
                        <a:pt x="2442179" y="9466"/>
                      </a:cubicBezTo>
                      <a:cubicBezTo>
                        <a:pt x="2448865" y="11650"/>
                        <a:pt x="2455551" y="13835"/>
                        <a:pt x="2440269" y="15291"/>
                      </a:cubicBezTo>
                      <a:cubicBezTo>
                        <a:pt x="2416869" y="15291"/>
                        <a:pt x="2377233" y="7281"/>
                        <a:pt x="2356221" y="13835"/>
                      </a:cubicBezTo>
                      <a:cubicBezTo>
                        <a:pt x="2353355" y="13106"/>
                        <a:pt x="2351923" y="12378"/>
                        <a:pt x="2351923" y="11650"/>
                      </a:cubicBezTo>
                      <a:cubicBezTo>
                        <a:pt x="2334253" y="13835"/>
                        <a:pt x="2294139" y="14563"/>
                        <a:pt x="2283156" y="17475"/>
                      </a:cubicBezTo>
                      <a:cubicBezTo>
                        <a:pt x="2266919" y="5825"/>
                        <a:pt x="2172365" y="23300"/>
                        <a:pt x="2172842" y="11650"/>
                      </a:cubicBezTo>
                      <a:lnTo>
                        <a:pt x="2117924" y="12378"/>
                      </a:lnTo>
                      <a:lnTo>
                        <a:pt x="2119357" y="10922"/>
                      </a:lnTo>
                      <a:cubicBezTo>
                        <a:pt x="2084496" y="10194"/>
                        <a:pt x="2072080" y="13106"/>
                        <a:pt x="2059663" y="16019"/>
                      </a:cubicBezTo>
                      <a:cubicBezTo>
                        <a:pt x="2051545" y="14563"/>
                        <a:pt x="2057753" y="13835"/>
                        <a:pt x="2058231" y="13106"/>
                      </a:cubicBezTo>
                      <a:cubicBezTo>
                        <a:pt x="2007133" y="10922"/>
                        <a:pt x="2001880" y="10922"/>
                        <a:pt x="1958901" y="16747"/>
                      </a:cubicBezTo>
                      <a:lnTo>
                        <a:pt x="1954603" y="13106"/>
                      </a:lnTo>
                      <a:cubicBezTo>
                        <a:pt x="1942664" y="15291"/>
                        <a:pt x="1880583" y="7281"/>
                        <a:pt x="1830440" y="10922"/>
                      </a:cubicBezTo>
                      <a:cubicBezTo>
                        <a:pt x="1830918" y="10922"/>
                        <a:pt x="1831873" y="10194"/>
                        <a:pt x="1835693" y="9466"/>
                      </a:cubicBezTo>
                      <a:cubicBezTo>
                        <a:pt x="1779343" y="13835"/>
                        <a:pt x="1700547" y="0"/>
                        <a:pt x="1680013" y="12378"/>
                      </a:cubicBezTo>
                      <a:lnTo>
                        <a:pt x="1642287" y="15291"/>
                      </a:lnTo>
                      <a:cubicBezTo>
                        <a:pt x="1690519" y="16747"/>
                        <a:pt x="1635123" y="21116"/>
                        <a:pt x="1655180" y="23300"/>
                      </a:cubicBezTo>
                      <a:cubicBezTo>
                        <a:pt x="1636078" y="24028"/>
                        <a:pt x="1605993" y="19660"/>
                        <a:pt x="1629393" y="18931"/>
                      </a:cubicBezTo>
                      <a:lnTo>
                        <a:pt x="1633213" y="19660"/>
                      </a:lnTo>
                      <a:cubicBezTo>
                        <a:pt x="1641809" y="12378"/>
                        <a:pt x="1573042" y="16747"/>
                        <a:pt x="1574475" y="11650"/>
                      </a:cubicBezTo>
                      <a:cubicBezTo>
                        <a:pt x="1479443" y="12378"/>
                        <a:pt x="1386798" y="8009"/>
                        <a:pt x="1297975" y="7281"/>
                      </a:cubicBezTo>
                      <a:lnTo>
                        <a:pt x="1308481" y="13106"/>
                      </a:lnTo>
                      <a:lnTo>
                        <a:pt x="1277440" y="12378"/>
                      </a:lnTo>
                      <a:cubicBezTo>
                        <a:pt x="1269322" y="10922"/>
                        <a:pt x="1266456" y="8009"/>
                        <a:pt x="1288424" y="8738"/>
                      </a:cubicBezTo>
                      <a:cubicBezTo>
                        <a:pt x="1276962" y="5825"/>
                        <a:pt x="1251175" y="10922"/>
                        <a:pt x="1250697" y="12378"/>
                      </a:cubicBezTo>
                      <a:cubicBezTo>
                        <a:pt x="1207240" y="10194"/>
                        <a:pt x="1267889" y="6553"/>
                        <a:pt x="1254518" y="6553"/>
                      </a:cubicBezTo>
                      <a:lnTo>
                        <a:pt x="1236371" y="6553"/>
                      </a:lnTo>
                      <a:lnTo>
                        <a:pt x="1240191" y="6553"/>
                      </a:lnTo>
                      <a:cubicBezTo>
                        <a:pt x="1225865" y="8738"/>
                        <a:pt x="1224432" y="10922"/>
                        <a:pt x="1197690" y="10922"/>
                      </a:cubicBezTo>
                      <a:cubicBezTo>
                        <a:pt x="1180975" y="9466"/>
                        <a:pt x="1189094" y="7281"/>
                        <a:pt x="1182408" y="7281"/>
                      </a:cubicBezTo>
                      <a:cubicBezTo>
                        <a:pt x="1182886" y="7281"/>
                        <a:pt x="1180498" y="6553"/>
                        <a:pt x="1172379" y="7281"/>
                      </a:cubicBezTo>
                      <a:lnTo>
                        <a:pt x="1133221" y="6553"/>
                      </a:lnTo>
                      <a:lnTo>
                        <a:pt x="1148980" y="10922"/>
                      </a:lnTo>
                      <a:cubicBezTo>
                        <a:pt x="1131788" y="13106"/>
                        <a:pt x="1112208" y="10922"/>
                        <a:pt x="1130355" y="15291"/>
                      </a:cubicBezTo>
                      <a:cubicBezTo>
                        <a:pt x="1103613" y="8009"/>
                        <a:pt x="984703" y="12378"/>
                        <a:pt x="968467" y="10194"/>
                      </a:cubicBezTo>
                      <a:cubicBezTo>
                        <a:pt x="944112" y="13106"/>
                        <a:pt x="920234" y="13106"/>
                        <a:pt x="890149" y="12378"/>
                      </a:cubicBezTo>
                      <a:cubicBezTo>
                        <a:pt x="897789" y="13835"/>
                        <a:pt x="902087" y="18203"/>
                        <a:pt x="876777" y="17475"/>
                      </a:cubicBezTo>
                      <a:cubicBezTo>
                        <a:pt x="885851" y="8009"/>
                        <a:pt x="829500" y="13106"/>
                        <a:pt x="808966" y="6553"/>
                      </a:cubicBezTo>
                      <a:cubicBezTo>
                        <a:pt x="827590" y="10922"/>
                        <a:pt x="736378" y="7281"/>
                        <a:pt x="765509" y="13835"/>
                      </a:cubicBezTo>
                      <a:cubicBezTo>
                        <a:pt x="744019" y="13106"/>
                        <a:pt x="764076" y="10194"/>
                        <a:pt x="747839" y="8009"/>
                      </a:cubicBezTo>
                      <a:cubicBezTo>
                        <a:pt x="697219" y="11650"/>
                        <a:pt x="635616" y="5825"/>
                        <a:pt x="573057" y="6553"/>
                      </a:cubicBezTo>
                      <a:cubicBezTo>
                        <a:pt x="572102" y="8009"/>
                        <a:pt x="582608" y="9466"/>
                        <a:pt x="569237" y="11650"/>
                      </a:cubicBezTo>
                      <a:lnTo>
                        <a:pt x="535808" y="5825"/>
                      </a:lnTo>
                      <a:cubicBezTo>
                        <a:pt x="523392" y="6553"/>
                        <a:pt x="524347" y="12378"/>
                        <a:pt x="501902" y="8009"/>
                      </a:cubicBezTo>
                      <a:cubicBezTo>
                        <a:pt x="505245" y="9466"/>
                        <a:pt x="510021" y="10922"/>
                        <a:pt x="501425" y="10922"/>
                      </a:cubicBezTo>
                      <a:cubicBezTo>
                        <a:pt x="378217" y="5097"/>
                        <a:pt x="250235" y="16019"/>
                        <a:pt x="125117" y="5097"/>
                      </a:cubicBezTo>
                      <a:cubicBezTo>
                        <a:pt x="141831" y="6553"/>
                        <a:pt x="130848" y="7281"/>
                        <a:pt x="117954" y="7281"/>
                      </a:cubicBezTo>
                      <a:cubicBezTo>
                        <a:pt x="126072" y="8009"/>
                        <a:pt x="117476" y="10194"/>
                        <a:pt x="119386" y="12378"/>
                      </a:cubicBezTo>
                      <a:lnTo>
                        <a:pt x="66856" y="7281"/>
                      </a:lnTo>
                      <a:cubicBezTo>
                        <a:pt x="57305" y="12378"/>
                        <a:pt x="10983" y="7281"/>
                        <a:pt x="5253" y="12378"/>
                      </a:cubicBezTo>
                      <a:lnTo>
                        <a:pt x="21967" y="10922"/>
                      </a:lnTo>
                      <a:cubicBezTo>
                        <a:pt x="0" y="16747"/>
                        <a:pt x="53007" y="23300"/>
                        <a:pt x="49664" y="30582"/>
                      </a:cubicBezTo>
                      <a:cubicBezTo>
                        <a:pt x="74497" y="24028"/>
                        <a:pt x="114611" y="40047"/>
                        <a:pt x="155203" y="31310"/>
                      </a:cubicBezTo>
                      <a:cubicBezTo>
                        <a:pt x="164276" y="32766"/>
                        <a:pt x="147562" y="33494"/>
                        <a:pt x="152337" y="34950"/>
                      </a:cubicBezTo>
                      <a:cubicBezTo>
                        <a:pt x="162366" y="32038"/>
                        <a:pt x="174782" y="31310"/>
                        <a:pt x="197704" y="32766"/>
                      </a:cubicBezTo>
                      <a:lnTo>
                        <a:pt x="195317" y="33494"/>
                      </a:lnTo>
                      <a:cubicBezTo>
                        <a:pt x="259786" y="32766"/>
                        <a:pt x="287483" y="35679"/>
                        <a:pt x="360071" y="37863"/>
                      </a:cubicBezTo>
                      <a:lnTo>
                        <a:pt x="354340" y="34222"/>
                      </a:lnTo>
                      <a:cubicBezTo>
                        <a:pt x="370099" y="34950"/>
                        <a:pt x="373442" y="35679"/>
                        <a:pt x="380605" y="36407"/>
                      </a:cubicBezTo>
                      <a:cubicBezTo>
                        <a:pt x="398752" y="31310"/>
                        <a:pt x="337148" y="36407"/>
                        <a:pt x="353385" y="30582"/>
                      </a:cubicBezTo>
                      <a:cubicBezTo>
                        <a:pt x="373919" y="37863"/>
                        <a:pt x="463221" y="30582"/>
                        <a:pt x="477070" y="38591"/>
                      </a:cubicBezTo>
                      <a:cubicBezTo>
                        <a:pt x="500947" y="39319"/>
                        <a:pt x="469907" y="34950"/>
                        <a:pt x="493784" y="34950"/>
                      </a:cubicBezTo>
                      <a:lnTo>
                        <a:pt x="500470" y="37135"/>
                      </a:lnTo>
                      <a:lnTo>
                        <a:pt x="506200" y="34222"/>
                      </a:lnTo>
                      <a:cubicBezTo>
                        <a:pt x="521959" y="34950"/>
                        <a:pt x="530078" y="37863"/>
                        <a:pt x="530555" y="39319"/>
                      </a:cubicBezTo>
                      <a:cubicBezTo>
                        <a:pt x="526735" y="39319"/>
                        <a:pt x="519572" y="40047"/>
                        <a:pt x="515751" y="40047"/>
                      </a:cubicBezTo>
                      <a:cubicBezTo>
                        <a:pt x="535808" y="42960"/>
                        <a:pt x="573057" y="39319"/>
                        <a:pt x="580220" y="40047"/>
                      </a:cubicBezTo>
                      <a:lnTo>
                        <a:pt x="556820" y="38591"/>
                      </a:lnTo>
                      <a:cubicBezTo>
                        <a:pt x="622244" y="36407"/>
                        <a:pt x="701995" y="40047"/>
                        <a:pt x="765509" y="35679"/>
                      </a:cubicBezTo>
                      <a:lnTo>
                        <a:pt x="760733" y="33494"/>
                      </a:lnTo>
                      <a:cubicBezTo>
                        <a:pt x="808966" y="30582"/>
                        <a:pt x="799415" y="35679"/>
                        <a:pt x="851945" y="34222"/>
                      </a:cubicBezTo>
                      <a:lnTo>
                        <a:pt x="850035" y="34950"/>
                      </a:lnTo>
                      <a:cubicBezTo>
                        <a:pt x="861018" y="32766"/>
                        <a:pt x="874867" y="32038"/>
                        <a:pt x="889671" y="32766"/>
                      </a:cubicBezTo>
                      <a:cubicBezTo>
                        <a:pt x="876300" y="34222"/>
                        <a:pt x="914504" y="36407"/>
                        <a:pt x="897312" y="38591"/>
                      </a:cubicBezTo>
                      <a:cubicBezTo>
                        <a:pt x="949365" y="34950"/>
                        <a:pt x="923100" y="35679"/>
                        <a:pt x="957483" y="29853"/>
                      </a:cubicBezTo>
                      <a:lnTo>
                        <a:pt x="965601" y="32766"/>
                      </a:lnTo>
                      <a:cubicBezTo>
                        <a:pt x="977062" y="29853"/>
                        <a:pt x="978018" y="29125"/>
                        <a:pt x="1004760" y="28397"/>
                      </a:cubicBezTo>
                      <a:cubicBezTo>
                        <a:pt x="982793" y="30582"/>
                        <a:pt x="1021474" y="32038"/>
                        <a:pt x="997119" y="35679"/>
                      </a:cubicBezTo>
                      <a:cubicBezTo>
                        <a:pt x="1052993" y="41504"/>
                        <a:pt x="1079735" y="29853"/>
                        <a:pt x="1105045" y="38591"/>
                      </a:cubicBezTo>
                      <a:cubicBezTo>
                        <a:pt x="1130833" y="30582"/>
                        <a:pt x="1057290" y="34222"/>
                        <a:pt x="1071617" y="32766"/>
                      </a:cubicBezTo>
                      <a:cubicBezTo>
                        <a:pt x="1059678" y="29853"/>
                        <a:pt x="1092629" y="26941"/>
                        <a:pt x="1109821" y="27669"/>
                      </a:cubicBezTo>
                      <a:cubicBezTo>
                        <a:pt x="1127490" y="27669"/>
                        <a:pt x="1139906" y="37135"/>
                        <a:pt x="1184796" y="37135"/>
                      </a:cubicBezTo>
                      <a:cubicBezTo>
                        <a:pt x="1180020" y="37135"/>
                        <a:pt x="1180020" y="37863"/>
                        <a:pt x="1175245" y="37863"/>
                      </a:cubicBezTo>
                      <a:cubicBezTo>
                        <a:pt x="1191959" y="40047"/>
                        <a:pt x="1208196" y="34950"/>
                        <a:pt x="1228730" y="38591"/>
                      </a:cubicBezTo>
                      <a:cubicBezTo>
                        <a:pt x="1240191" y="34222"/>
                        <a:pt x="1254995" y="38591"/>
                        <a:pt x="1258338" y="32766"/>
                      </a:cubicBezTo>
                      <a:lnTo>
                        <a:pt x="1217747" y="34222"/>
                      </a:lnTo>
                      <a:cubicBezTo>
                        <a:pt x="1240669" y="32766"/>
                        <a:pt x="1262636" y="26213"/>
                        <a:pt x="1300840" y="29125"/>
                      </a:cubicBezTo>
                      <a:cubicBezTo>
                        <a:pt x="1297975" y="30582"/>
                        <a:pt x="1286513" y="32038"/>
                        <a:pt x="1278395" y="32766"/>
                      </a:cubicBezTo>
                      <a:cubicBezTo>
                        <a:pt x="1289856" y="34950"/>
                        <a:pt x="1299885" y="32038"/>
                        <a:pt x="1311823" y="33494"/>
                      </a:cubicBezTo>
                      <a:cubicBezTo>
                        <a:pt x="1308481" y="39319"/>
                        <a:pt x="1262158" y="34950"/>
                        <a:pt x="1237326" y="39319"/>
                      </a:cubicBezTo>
                      <a:cubicBezTo>
                        <a:pt x="1249265" y="41504"/>
                        <a:pt x="1284126" y="34950"/>
                        <a:pt x="1271709" y="41504"/>
                      </a:cubicBezTo>
                      <a:cubicBezTo>
                        <a:pt x="1289379" y="33494"/>
                        <a:pt x="1315644" y="42232"/>
                        <a:pt x="1345729" y="36407"/>
                      </a:cubicBezTo>
                      <a:lnTo>
                        <a:pt x="1343819" y="40047"/>
                      </a:lnTo>
                      <a:cubicBezTo>
                        <a:pt x="1348595" y="39319"/>
                        <a:pt x="1358623" y="37863"/>
                        <a:pt x="1367219" y="37863"/>
                      </a:cubicBezTo>
                      <a:lnTo>
                        <a:pt x="1351460" y="42232"/>
                      </a:lnTo>
                      <a:cubicBezTo>
                        <a:pt x="1375815" y="38591"/>
                        <a:pt x="1398260" y="45872"/>
                        <a:pt x="1421659" y="43688"/>
                      </a:cubicBezTo>
                      <a:cubicBezTo>
                        <a:pt x="1372950" y="43688"/>
                        <a:pt x="1410676" y="39319"/>
                        <a:pt x="1390141" y="37135"/>
                      </a:cubicBezTo>
                      <a:cubicBezTo>
                        <a:pt x="1450790" y="32766"/>
                        <a:pt x="1425002" y="46601"/>
                        <a:pt x="1492814" y="45144"/>
                      </a:cubicBezTo>
                      <a:cubicBezTo>
                        <a:pt x="1483741" y="45144"/>
                        <a:pt x="1458431" y="42232"/>
                        <a:pt x="1472757" y="40775"/>
                      </a:cubicBezTo>
                      <a:cubicBezTo>
                        <a:pt x="1485651" y="41504"/>
                        <a:pt x="1502365" y="42960"/>
                        <a:pt x="1510483" y="45144"/>
                      </a:cubicBezTo>
                      <a:cubicBezTo>
                        <a:pt x="1555373" y="44416"/>
                        <a:pt x="1503798" y="41504"/>
                        <a:pt x="1522900" y="39319"/>
                      </a:cubicBezTo>
                      <a:cubicBezTo>
                        <a:pt x="1538181" y="43688"/>
                        <a:pt x="1544867" y="37863"/>
                        <a:pt x="1564446" y="36407"/>
                      </a:cubicBezTo>
                      <a:lnTo>
                        <a:pt x="1564446" y="40047"/>
                      </a:lnTo>
                      <a:cubicBezTo>
                        <a:pt x="1616021" y="42232"/>
                        <a:pt x="1578295" y="32766"/>
                        <a:pt x="1624140" y="35679"/>
                      </a:cubicBezTo>
                      <a:lnTo>
                        <a:pt x="1605038" y="40047"/>
                      </a:lnTo>
                      <a:lnTo>
                        <a:pt x="1628915" y="39319"/>
                      </a:lnTo>
                      <a:lnTo>
                        <a:pt x="1623662" y="42960"/>
                      </a:lnTo>
                      <a:cubicBezTo>
                        <a:pt x="1649927" y="40047"/>
                        <a:pt x="1658046" y="40775"/>
                        <a:pt x="1683833" y="42232"/>
                      </a:cubicBezTo>
                      <a:cubicBezTo>
                        <a:pt x="1677625" y="39319"/>
                        <a:pt x="1687176" y="35679"/>
                        <a:pt x="1709621" y="35679"/>
                      </a:cubicBezTo>
                      <a:cubicBezTo>
                        <a:pt x="1725380" y="37863"/>
                        <a:pt x="1701025" y="39319"/>
                        <a:pt x="1733498" y="38591"/>
                      </a:cubicBezTo>
                      <a:cubicBezTo>
                        <a:pt x="1725857" y="40775"/>
                        <a:pt x="1718217" y="43688"/>
                        <a:pt x="1703890" y="40047"/>
                      </a:cubicBezTo>
                      <a:cubicBezTo>
                        <a:pt x="1702458" y="41504"/>
                        <a:pt x="1696727" y="42232"/>
                        <a:pt x="1695294" y="43688"/>
                      </a:cubicBezTo>
                      <a:cubicBezTo>
                        <a:pt x="1712009" y="45872"/>
                        <a:pt x="1737319" y="44416"/>
                        <a:pt x="1748780" y="44416"/>
                      </a:cubicBezTo>
                      <a:cubicBezTo>
                        <a:pt x="1744482" y="44416"/>
                        <a:pt x="1739229" y="43688"/>
                        <a:pt x="1736364" y="43688"/>
                      </a:cubicBezTo>
                      <a:lnTo>
                        <a:pt x="1783163" y="38591"/>
                      </a:lnTo>
                      <a:cubicBezTo>
                        <a:pt x="1790326" y="40047"/>
                        <a:pt x="1784596" y="40775"/>
                        <a:pt x="1778865" y="42232"/>
                      </a:cubicBezTo>
                      <a:cubicBezTo>
                        <a:pt x="1787939" y="41504"/>
                        <a:pt x="1794624" y="40047"/>
                        <a:pt x="1808473" y="40047"/>
                      </a:cubicBezTo>
                      <a:cubicBezTo>
                        <a:pt x="1805130" y="42960"/>
                        <a:pt x="1805608" y="45872"/>
                        <a:pt x="1786028" y="47329"/>
                      </a:cubicBezTo>
                      <a:lnTo>
                        <a:pt x="1830440" y="43688"/>
                      </a:lnTo>
                      <a:cubicBezTo>
                        <a:pt x="1833306" y="45144"/>
                        <a:pt x="1853363" y="47329"/>
                        <a:pt x="1847632" y="48785"/>
                      </a:cubicBezTo>
                      <a:cubicBezTo>
                        <a:pt x="1871987" y="50241"/>
                        <a:pt x="1907803" y="42960"/>
                        <a:pt x="1940754" y="45144"/>
                      </a:cubicBezTo>
                      <a:cubicBezTo>
                        <a:pt x="1942187" y="45144"/>
                        <a:pt x="1945529" y="44416"/>
                        <a:pt x="1952693" y="43688"/>
                      </a:cubicBezTo>
                      <a:cubicBezTo>
                        <a:pt x="1983256" y="45144"/>
                        <a:pt x="2010476" y="48785"/>
                        <a:pt x="2046770" y="44416"/>
                      </a:cubicBezTo>
                      <a:lnTo>
                        <a:pt x="2067304" y="49513"/>
                      </a:lnTo>
                      <a:cubicBezTo>
                        <a:pt x="2095957" y="48785"/>
                        <a:pt x="2039606" y="42960"/>
                        <a:pt x="2086884" y="41504"/>
                      </a:cubicBezTo>
                      <a:cubicBezTo>
                        <a:pt x="2120312" y="40047"/>
                        <a:pt x="2099300" y="45872"/>
                        <a:pt x="2111239" y="47329"/>
                      </a:cubicBezTo>
                      <a:cubicBezTo>
                        <a:pt x="2127953" y="45144"/>
                        <a:pt x="2157083" y="39319"/>
                        <a:pt x="2187646" y="43688"/>
                      </a:cubicBezTo>
                      <a:cubicBezTo>
                        <a:pt x="2177618" y="45144"/>
                        <a:pt x="2169499" y="43688"/>
                        <a:pt x="2159948" y="44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3" name="자유형 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TMAAGcKAADKMwAAbAoAAAAAAAAmAAAACAAAAP//////////"/>
                    </a:ext>
                  </a:extLst>
                </p:cNvSpPr>
                <p:nvPr/>
              </p:nvSpPr>
              <p:spPr>
                <a:xfrm>
                  <a:off x="8413115" y="1691005"/>
                  <a:ext cx="5715" cy="3175"/>
                </a:xfrm>
                <a:custGeom>
                  <a:avLst/>
                  <a:gdLst/>
                  <a:ahLst/>
                  <a:cxnLst/>
                  <a:rect l="0" t="0" r="5715" b="3175"/>
                  <a:pathLst>
                    <a:path w="5715" h="3175">
                      <a:moveTo>
                        <a:pt x="5715" y="3175"/>
                      </a:moveTo>
                      <a:cubicBezTo>
                        <a:pt x="3810" y="2116"/>
                        <a:pt x="3333" y="1058"/>
                        <a:pt x="2857" y="0"/>
                      </a:cubicBezTo>
                      <a:cubicBezTo>
                        <a:pt x="476" y="1058"/>
                        <a:pt x="0" y="2116"/>
                        <a:pt x="5715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2" name="자유형 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C0AAHEKAABgLQAAcwoAAAAAAAAmAAAACAAAAP//////////"/>
                    </a:ext>
                  </a:extLst>
                </p:cNvSpPr>
                <p:nvPr/>
              </p:nvSpPr>
              <p:spPr>
                <a:xfrm>
                  <a:off x="7373620" y="169735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2540" y="1270"/>
                      </a:moveTo>
                      <a:lnTo>
                        <a:pt x="1524" y="0"/>
                      </a:lnTo>
                      <a:cubicBezTo>
                        <a:pt x="508" y="1270"/>
                        <a:pt x="508" y="1270"/>
                        <a:pt x="0" y="1270"/>
                      </a:cubicBezTo>
                      <a:lnTo>
                        <a:pt x="254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1" name="자유형 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DoAAHEKAACAOgAAdAoAAAAAAAAmAAAACAAAAP//////////"/>
                    </a:ext>
                  </a:extLst>
                </p:cNvSpPr>
                <p:nvPr/>
              </p:nvSpPr>
              <p:spPr>
                <a:xfrm>
                  <a:off x="9497060" y="169735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2700" y="1905"/>
                      </a:moveTo>
                      <a:cubicBezTo>
                        <a:pt x="6115" y="1270"/>
                        <a:pt x="2822" y="635"/>
                        <a:pt x="470" y="0"/>
                      </a:cubicBezTo>
                      <a:cubicBezTo>
                        <a:pt x="0" y="635"/>
                        <a:pt x="2822" y="1270"/>
                        <a:pt x="1270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0" name="자유형 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D4AAD4KAACIPgAAQQoAAAAAAAAmAAAACAAAAP//////////"/>
                    </a:ext>
                  </a:extLst>
                </p:cNvSpPr>
                <p:nvPr/>
              </p:nvSpPr>
              <p:spPr>
                <a:xfrm>
                  <a:off x="10144760" y="1664970"/>
                  <a:ext cx="20320" cy="1905"/>
                </a:xfrm>
                <a:custGeom>
                  <a:avLst/>
                  <a:gdLst/>
                  <a:ahLst/>
                  <a:cxnLst/>
                  <a:rect l="0" t="0" r="20320" b="1905"/>
                  <a:pathLst>
                    <a:path w="20320" h="1905">
                      <a:moveTo>
                        <a:pt x="20320" y="0"/>
                      </a:moveTo>
                      <a:lnTo>
                        <a:pt x="0" y="635"/>
                      </a:lnTo>
                      <a:cubicBezTo>
                        <a:pt x="9676" y="635"/>
                        <a:pt x="13063" y="1270"/>
                        <a:pt x="18385" y="1905"/>
                      </a:cubicBezTo>
                      <a:cubicBezTo>
                        <a:pt x="17901" y="1270"/>
                        <a:pt x="14030" y="0"/>
                        <a:pt x="20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9" name="곡선10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z8AAF0KAACqPwAAYQoAAAAAAAAmAAAACAAAAP//////////"/>
                    </a:ext>
                  </a:extLst>
                </p:cNvSpPr>
                <p:nvPr/>
              </p:nvSpPr>
              <p:spPr>
                <a:xfrm>
                  <a:off x="10327005" y="1684655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13045" y="2540"/>
                      </a:moveTo>
                      <a:cubicBezTo>
                        <a:pt x="15944" y="1693"/>
                        <a:pt x="19326" y="2540"/>
                        <a:pt x="22225" y="1693"/>
                      </a:cubicBezTo>
                      <a:lnTo>
                        <a:pt x="21258" y="0"/>
                      </a:lnTo>
                      <a:cubicBezTo>
                        <a:pt x="8696" y="0"/>
                        <a:pt x="0" y="1693"/>
                        <a:pt x="130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8" name="자유형 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4AAE0KAADUPgAAVQoAAAAAAAAmAAAACAAAAP//////////"/>
                    </a:ext>
                  </a:extLst>
                </p:cNvSpPr>
                <p:nvPr/>
              </p:nvSpPr>
              <p:spPr>
                <a:xfrm>
                  <a:off x="10182860" y="1674495"/>
                  <a:ext cx="30480" cy="5080"/>
                </a:xfrm>
                <a:custGeom>
                  <a:avLst/>
                  <a:gdLst/>
                  <a:ahLst/>
                  <a:cxnLst/>
                  <a:rect l="0" t="0" r="30480" b="5080"/>
                  <a:pathLst>
                    <a:path w="30480" h="5080">
                      <a:moveTo>
                        <a:pt x="0" y="2177"/>
                      </a:moveTo>
                      <a:cubicBezTo>
                        <a:pt x="1451" y="5080"/>
                        <a:pt x="14514" y="4354"/>
                        <a:pt x="29029" y="3629"/>
                      </a:cubicBezTo>
                      <a:lnTo>
                        <a:pt x="26126" y="3629"/>
                      </a:lnTo>
                      <a:cubicBezTo>
                        <a:pt x="30480" y="0"/>
                        <a:pt x="14998" y="726"/>
                        <a:pt x="0" y="21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7" name="자유형 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j4AAFAKAADtPgAAUgoAAAAAAAAmAAAACAAAAP//////////"/>
                    </a:ext>
                  </a:extLst>
                </p:cNvSpPr>
                <p:nvPr/>
              </p:nvSpPr>
              <p:spPr>
                <a:xfrm>
                  <a:off x="10214610" y="1676400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0" y="1270"/>
                      </a:moveTo>
                      <a:cubicBezTo>
                        <a:pt x="4711" y="1270"/>
                        <a:pt x="8951" y="1270"/>
                        <a:pt x="13191" y="1270"/>
                      </a:cubicBezTo>
                      <a:cubicBezTo>
                        <a:pt x="14605" y="0"/>
                        <a:pt x="8009" y="127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6" name="자유형 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j0AADkKAADXPQAARgoAAAAAAAAmAAAACAAAAP//////////"/>
                    </a:ext>
                  </a:extLst>
                </p:cNvSpPr>
                <p:nvPr/>
              </p:nvSpPr>
              <p:spPr>
                <a:xfrm>
                  <a:off x="10001250" y="1661795"/>
                  <a:ext cx="51435" cy="8255"/>
                </a:xfrm>
                <a:custGeom>
                  <a:avLst/>
                  <a:gdLst/>
                  <a:ahLst/>
                  <a:cxnLst/>
                  <a:rect l="0" t="0" r="51435" b="8255"/>
                  <a:pathLst>
                    <a:path w="51435" h="8255">
                      <a:moveTo>
                        <a:pt x="36334" y="6191"/>
                      </a:moveTo>
                      <a:cubicBezTo>
                        <a:pt x="42941" y="6879"/>
                        <a:pt x="40581" y="2751"/>
                        <a:pt x="44356" y="4127"/>
                      </a:cubicBezTo>
                      <a:cubicBezTo>
                        <a:pt x="51435" y="0"/>
                        <a:pt x="0" y="8255"/>
                        <a:pt x="36334" y="619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5" name="자유형 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j4AAFoKAAC3PgAAYQoAAAAAAAAmAAAACAAAAP//////////"/>
                    </a:ext>
                  </a:extLst>
                </p:cNvSpPr>
                <p:nvPr/>
              </p:nvSpPr>
              <p:spPr>
                <a:xfrm>
                  <a:off x="10181590" y="1682750"/>
                  <a:ext cx="13335" cy="4445"/>
                </a:xfrm>
                <a:custGeom>
                  <a:avLst/>
                  <a:gdLst/>
                  <a:ahLst/>
                  <a:cxnLst/>
                  <a:rect l="0" t="0" r="13335" b="4445"/>
                  <a:pathLst>
                    <a:path w="13335" h="4445">
                      <a:moveTo>
                        <a:pt x="13335" y="4445"/>
                      </a:moveTo>
                      <a:lnTo>
                        <a:pt x="7902" y="0"/>
                      </a:lnTo>
                      <a:lnTo>
                        <a:pt x="0" y="3556"/>
                      </a:lnTo>
                      <a:lnTo>
                        <a:pt x="13335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4" name="자유형 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T4AAFgKAAA0PgAAXAoAAAAAAAAmAAAACAAAAP//////////"/>
                    </a:ext>
                  </a:extLst>
                </p:cNvSpPr>
                <p:nvPr/>
              </p:nvSpPr>
              <p:spPr>
                <a:xfrm>
                  <a:off x="10081895" y="1681480"/>
                  <a:ext cx="29845" cy="2540"/>
                </a:xfrm>
                <a:custGeom>
                  <a:avLst/>
                  <a:gdLst/>
                  <a:ahLst/>
                  <a:cxnLst/>
                  <a:rect l="0" t="0" r="29845" b="2540"/>
                  <a:pathLst>
                    <a:path w="29845" h="2540">
                      <a:moveTo>
                        <a:pt x="489" y="1693"/>
                      </a:moveTo>
                      <a:lnTo>
                        <a:pt x="23973" y="2540"/>
                      </a:lnTo>
                      <a:cubicBezTo>
                        <a:pt x="23484" y="1693"/>
                        <a:pt x="26420" y="1693"/>
                        <a:pt x="29845" y="1693"/>
                      </a:cubicBezTo>
                      <a:cubicBezTo>
                        <a:pt x="15656" y="847"/>
                        <a:pt x="0" y="0"/>
                        <a:pt x="489" y="169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3" name="곡선1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D4AAFoKAABQPgAAXAoAAAAAAAAmAAAACAAAAP//////////"/>
                    </a:ext>
                  </a:extLst>
                </p:cNvSpPr>
                <p:nvPr/>
              </p:nvSpPr>
              <p:spPr>
                <a:xfrm>
                  <a:off x="10111740" y="168275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7018" y="1270"/>
                        <a:pt x="14037" y="1270"/>
                        <a:pt x="17780" y="0"/>
                      </a:cubicBezTo>
                      <a:cubicBezTo>
                        <a:pt x="14037" y="0"/>
                        <a:pt x="5615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2" name="자유형 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wIj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j4AAGEKAACGPgAAYQoAAAAAAAAmAAAACAAAAP//////////"/>
                    </a:ext>
                  </a:extLst>
                </p:cNvSpPr>
                <p:nvPr/>
              </p:nvSpPr>
              <p:spPr>
                <a:xfrm>
                  <a:off x="10140950" y="1687195"/>
                  <a:ext cx="22860" cy="0"/>
                </a:xfrm>
                <a:custGeom>
                  <a:avLst/>
                  <a:gdLst/>
                  <a:ahLst/>
                  <a:cxnLst/>
                  <a:rect l="0" t="0" r="22860" b="0"/>
                  <a:pathLst>
                    <a:path w="22860">
                      <a:moveTo>
                        <a:pt x="22860" y="0"/>
                      </a:moveTo>
                      <a:lnTo>
                        <a:pt x="16051" y="0"/>
                      </a:lnTo>
                      <a:lnTo>
                        <a:pt x="0" y="0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1" name="자유형 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jwAAFgKAACPPAAAXQoAAAAAAAAmAAAACAAAAP//////////"/>
                    </a:ext>
                  </a:extLst>
                </p:cNvSpPr>
                <p:nvPr/>
              </p:nvSpPr>
              <p:spPr>
                <a:xfrm>
                  <a:off x="9813290" y="1681480"/>
                  <a:ext cx="31115" cy="3175"/>
                </a:xfrm>
                <a:custGeom>
                  <a:avLst/>
                  <a:gdLst/>
                  <a:ahLst/>
                  <a:cxnLst/>
                  <a:rect l="0" t="0" r="31115" b="3175"/>
                  <a:pathLst>
                    <a:path w="31115" h="3175">
                      <a:moveTo>
                        <a:pt x="27285" y="0"/>
                      </a:moveTo>
                      <a:lnTo>
                        <a:pt x="2393" y="793"/>
                      </a:lnTo>
                      <a:cubicBezTo>
                        <a:pt x="0" y="2381"/>
                        <a:pt x="6701" y="3175"/>
                        <a:pt x="15796" y="3175"/>
                      </a:cubicBezTo>
                      <a:cubicBezTo>
                        <a:pt x="21541" y="1587"/>
                        <a:pt x="31115" y="1587"/>
                        <a:pt x="272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0" name="곡선1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IiIG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DwAAGQKAAD+PAAAbAoAAAAAAAAmAAAACAAAAP//////////"/>
                    </a:ext>
                  </a:extLst>
                </p:cNvSpPr>
                <p:nvPr/>
              </p:nvSpPr>
              <p:spPr>
                <a:xfrm>
                  <a:off x="9903460" y="1689100"/>
                  <a:ext cx="11430" cy="5080"/>
                </a:xfrm>
                <a:custGeom>
                  <a:avLst/>
                  <a:gdLst/>
                  <a:ahLst/>
                  <a:cxnLst/>
                  <a:rect l="0" t="0" r="11430" b="5080"/>
                  <a:pathLst>
                    <a:path w="11430" h="5080">
                      <a:moveTo>
                        <a:pt x="11430" y="2903"/>
                      </a:moveTo>
                      <a:cubicBezTo>
                        <a:pt x="5029" y="2177"/>
                        <a:pt x="4572" y="1451"/>
                        <a:pt x="914" y="0"/>
                      </a:cubicBezTo>
                      <a:lnTo>
                        <a:pt x="0" y="5080"/>
                      </a:lnTo>
                      <a:lnTo>
                        <a:pt x="11430" y="29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9" name="곡선1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My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DwAAGwKAACxPAAAbwoAAAAAAAAmAAAACAAAAP//////////"/>
                    </a:ext>
                  </a:extLst>
                </p:cNvSpPr>
                <p:nvPr/>
              </p:nvSpPr>
              <p:spPr>
                <a:xfrm>
                  <a:off x="9806940" y="1694180"/>
                  <a:ext cx="59055" cy="1905"/>
                </a:xfrm>
                <a:custGeom>
                  <a:avLst/>
                  <a:gdLst/>
                  <a:ahLst/>
                  <a:cxnLst/>
                  <a:rect l="0" t="0" r="59055" b="1905"/>
                  <a:pathLst>
                    <a:path w="59055" h="1905">
                      <a:moveTo>
                        <a:pt x="36009" y="0"/>
                      </a:moveTo>
                      <a:cubicBezTo>
                        <a:pt x="33608" y="476"/>
                        <a:pt x="0" y="1905"/>
                        <a:pt x="31688" y="1905"/>
                      </a:cubicBezTo>
                      <a:cubicBezTo>
                        <a:pt x="34088" y="952"/>
                        <a:pt x="59055" y="476"/>
                        <a:pt x="360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8" name="곡선1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b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DoAAFUKAABMOgAAYQoAAAAAAAAmAAAACAAAAP//////////"/>
                    </a:ext>
                  </a:extLst>
                </p:cNvSpPr>
                <p:nvPr/>
              </p:nvSpPr>
              <p:spPr>
                <a:xfrm>
                  <a:off x="9471660" y="1679575"/>
                  <a:ext cx="5080" cy="7620"/>
                </a:xfrm>
                <a:custGeom>
                  <a:avLst/>
                  <a:gdLst/>
                  <a:ahLst/>
                  <a:cxnLst/>
                  <a:rect l="0" t="0" r="5080" b="7620"/>
                  <a:pathLst>
                    <a:path w="5080" h="7620">
                      <a:moveTo>
                        <a:pt x="0" y="7620"/>
                      </a:moveTo>
                      <a:lnTo>
                        <a:pt x="5080" y="7620"/>
                      </a:lnTo>
                      <a:lnTo>
                        <a:pt x="4689" y="0"/>
                      </a:lnTo>
                      <a:lnTo>
                        <a:pt x="0" y="762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7" name="자유형 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giIG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zgAAHMKAACAOAAAfgoAAAAAAAAmAAAACAAAAP//////////"/>
                    </a:ext>
                  </a:extLst>
                </p:cNvSpPr>
                <p:nvPr/>
              </p:nvSpPr>
              <p:spPr>
                <a:xfrm>
                  <a:off x="9135745" y="1698625"/>
                  <a:ext cx="48895" cy="6985"/>
                </a:xfrm>
                <a:custGeom>
                  <a:avLst/>
                  <a:gdLst/>
                  <a:ahLst/>
                  <a:cxnLst/>
                  <a:rect l="0" t="0" r="48895" b="6985"/>
                  <a:pathLst>
                    <a:path w="48895" h="6985">
                      <a:moveTo>
                        <a:pt x="7745" y="5588"/>
                      </a:moveTo>
                      <a:cubicBezTo>
                        <a:pt x="37760" y="6985"/>
                        <a:pt x="15007" y="698"/>
                        <a:pt x="41633" y="2794"/>
                      </a:cubicBezTo>
                      <a:cubicBezTo>
                        <a:pt x="48895" y="1397"/>
                        <a:pt x="19848" y="1397"/>
                        <a:pt x="27110" y="0"/>
                      </a:cubicBezTo>
                      <a:cubicBezTo>
                        <a:pt x="9198" y="1397"/>
                        <a:pt x="0" y="698"/>
                        <a:pt x="7745" y="55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6" name="자유형 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NvbX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jgAAG8KAABsOAAAcwoAAAAAAAAmAAAACAAAAP//////////"/>
                    </a:ext>
                  </a:extLst>
                </p:cNvSpPr>
                <p:nvPr/>
              </p:nvSpPr>
              <p:spPr>
                <a:xfrm>
                  <a:off x="9163050" y="1696085"/>
                  <a:ext cx="8890" cy="2540"/>
                </a:xfrm>
                <a:custGeom>
                  <a:avLst/>
                  <a:gdLst/>
                  <a:ahLst/>
                  <a:cxnLst/>
                  <a:rect l="0" t="0" r="8890" b="2540"/>
                  <a:pathLst>
                    <a:path w="8890" h="2540">
                      <a:moveTo>
                        <a:pt x="0" y="2540"/>
                      </a:moveTo>
                      <a:lnTo>
                        <a:pt x="8890" y="0"/>
                      </a:lnTo>
                      <a:cubicBezTo>
                        <a:pt x="3743" y="1270"/>
                        <a:pt x="1404" y="1270"/>
                        <a:pt x="0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5" name="자유형 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M4IH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iEAAC0KAACgIQAAMgoAAAAAAAAmAAAACAAAAP//////////"/>
                    </a:ext>
                  </a:extLst>
                </p:cNvSpPr>
                <p:nvPr/>
              </p:nvSpPr>
              <p:spPr>
                <a:xfrm>
                  <a:off x="5447030" y="1654175"/>
                  <a:ext cx="19050" cy="3175"/>
                </a:xfrm>
                <a:custGeom>
                  <a:avLst/>
                  <a:gdLst/>
                  <a:ahLst/>
                  <a:cxnLst/>
                  <a:rect l="0" t="0" r="19050" b="3175"/>
                  <a:pathLst>
                    <a:path w="19050" h="3175">
                      <a:moveTo>
                        <a:pt x="19050" y="1587"/>
                      </a:moveTo>
                      <a:lnTo>
                        <a:pt x="0" y="0"/>
                      </a:lnTo>
                      <a:lnTo>
                        <a:pt x="12212" y="3175"/>
                      </a:lnTo>
                      <a:lnTo>
                        <a:pt x="19050" y="15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4" name="곡선1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Jlel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yEAADEKAABnIQAANwoAAAAAAAAmAAAACAAAAP//////////"/>
                    </a:ext>
                  </a:extLst>
                </p:cNvSpPr>
                <p:nvPr/>
              </p:nvSpPr>
              <p:spPr>
                <a:xfrm>
                  <a:off x="5414645" y="1656715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lnTo>
                        <a:pt x="10954" y="0"/>
                      </a:lnTo>
                      <a:lnTo>
                        <a:pt x="0" y="3175"/>
                      </a:lnTo>
                      <a:cubicBezTo>
                        <a:pt x="3810" y="3175"/>
                        <a:pt x="12383" y="3175"/>
                        <a:pt x="1524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3" name="자유형 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DEAAHkKAAA2MQAAfgoAAAAAAAAmAAAACAAAAP//////////"/>
                    </a:ext>
                  </a:extLst>
                </p:cNvSpPr>
                <p:nvPr/>
              </p:nvSpPr>
              <p:spPr>
                <a:xfrm>
                  <a:off x="7983220" y="1702435"/>
                  <a:ext cx="16510" cy="3175"/>
                </a:xfrm>
                <a:custGeom>
                  <a:avLst/>
                  <a:gdLst/>
                  <a:ahLst/>
                  <a:cxnLst/>
                  <a:rect l="0" t="0" r="16510" b="3175"/>
                  <a:pathLst>
                    <a:path w="16510" h="3175">
                      <a:moveTo>
                        <a:pt x="15053" y="3175"/>
                      </a:moveTo>
                      <a:lnTo>
                        <a:pt x="16510" y="1587"/>
                      </a:lnTo>
                      <a:cubicBezTo>
                        <a:pt x="13596" y="793"/>
                        <a:pt x="8741" y="793"/>
                        <a:pt x="0" y="0"/>
                      </a:cubicBezTo>
                      <a:lnTo>
                        <a:pt x="1505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2" name="자유형 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ovID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y8AAG8KAACoLwAAdgoAAAAAAAAmAAAACAAAAP//////////"/>
                    </a:ext>
                  </a:extLst>
                </p:cNvSpPr>
                <p:nvPr/>
              </p:nvSpPr>
              <p:spPr>
                <a:xfrm>
                  <a:off x="7738745" y="1696085"/>
                  <a:ext cx="8255" cy="4445"/>
                </a:xfrm>
                <a:custGeom>
                  <a:avLst/>
                  <a:gdLst/>
                  <a:ahLst/>
                  <a:cxnLst/>
                  <a:rect l="0" t="0" r="8255" b="4445"/>
                  <a:pathLst>
                    <a:path w="8255" h="4445">
                      <a:moveTo>
                        <a:pt x="3884" y="4445"/>
                      </a:moveTo>
                      <a:lnTo>
                        <a:pt x="8255" y="4445"/>
                      </a:lnTo>
                      <a:lnTo>
                        <a:pt x="0" y="0"/>
                      </a:lnTo>
                      <a:lnTo>
                        <a:pt x="3884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1" name="자유형 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Y3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S4AAHYKAAB8LgAAfgoAAAAAAAAmAAAACAAAAP//////////"/>
                    </a:ext>
                  </a:extLst>
                </p:cNvSpPr>
                <p:nvPr/>
              </p:nvSpPr>
              <p:spPr>
                <a:xfrm>
                  <a:off x="7526655" y="1700530"/>
                  <a:ext cx="29845" cy="5080"/>
                </a:xfrm>
                <a:custGeom>
                  <a:avLst/>
                  <a:gdLst/>
                  <a:ahLst/>
                  <a:cxnLst/>
                  <a:rect l="0" t="0" r="29845" b="5080"/>
                  <a:pathLst>
                    <a:path w="29845" h="5080">
                      <a:moveTo>
                        <a:pt x="2368" y="4445"/>
                      </a:moveTo>
                      <a:cubicBezTo>
                        <a:pt x="10895" y="5080"/>
                        <a:pt x="21317" y="3810"/>
                        <a:pt x="29845" y="4445"/>
                      </a:cubicBezTo>
                      <a:cubicBezTo>
                        <a:pt x="10895" y="5080"/>
                        <a:pt x="0" y="0"/>
                        <a:pt x="2368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  <p:grpSp>
            <p:nvGrpSpPr>
              <p:cNvPr id="155" name="그룹 768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AAAAAfAAAAVAAAAAAAAAAAAAAAAAAAAAAAAAAAAAAAAAAAAAAAAAAAAAAAAAAAAAAAAAAAAAAAAAAAAAAAAAAAAAAAAAAAAAAAAAAAAAAAAAAAAAAAAAAAAAAAAAAAACEAAAAYAAAAFAAAAGxBAAAICgAApkEAAFgjAAAAAAAAJgAAAAgAAAD/////AAAAAA=="/>
                  </a:ext>
                </a:extLst>
              </p:cNvGrpSpPr>
              <p:nvPr/>
            </p:nvGrpSpPr>
            <p:grpSpPr>
              <a:xfrm rot="16200000" flipH="1">
                <a:off x="8595995" y="3669665"/>
                <a:ext cx="4114800" cy="36830"/>
                <a:chOff x="8595995" y="3669665"/>
                <a:chExt cx="4114800" cy="36830"/>
              </a:xfrm>
            </p:grpSpPr>
            <p:sp>
              <p:nvSpPr>
                <p:cNvPr id="229" name="자유형 7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k4AAJ0WAAAxTgAAohYAAAAAAAAmAAAACAAAAP//////////"/>
                    </a:ext>
                  </a:extLst>
                </p:cNvSpPr>
                <p:nvPr/>
              </p:nvSpPr>
              <p:spPr>
                <a:xfrm>
                  <a:off x="12686030" y="3676015"/>
                  <a:ext cx="24765" cy="3175"/>
                </a:xfrm>
                <a:custGeom>
                  <a:avLst/>
                  <a:gdLst/>
                  <a:ahLst/>
                  <a:cxnLst/>
                  <a:rect l="0" t="0" r="24765" b="3175"/>
                  <a:pathLst>
                    <a:path w="24765" h="3175">
                      <a:moveTo>
                        <a:pt x="11088" y="3175"/>
                      </a:moveTo>
                      <a:lnTo>
                        <a:pt x="24765" y="1587"/>
                      </a:lnTo>
                      <a:cubicBezTo>
                        <a:pt x="22177" y="1058"/>
                        <a:pt x="9610" y="529"/>
                        <a:pt x="14415" y="0"/>
                      </a:cubicBezTo>
                      <a:cubicBezTo>
                        <a:pt x="0" y="529"/>
                        <a:pt x="2957" y="1587"/>
                        <a:pt x="11088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8" name="자유형 7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MT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k4AAKQWAAASTgAApRYAAAAAAAAmAAAACAAAAP//////////"/>
                    </a:ext>
                  </a:extLst>
                </p:cNvSpPr>
                <p:nvPr/>
              </p:nvSpPr>
              <p:spPr>
                <a:xfrm>
                  <a:off x="12683490" y="3680460"/>
                  <a:ext cx="7620" cy="635"/>
                </a:xfrm>
                <a:custGeom>
                  <a:avLst/>
                  <a:gdLst/>
                  <a:ahLst/>
                  <a:cxnLst/>
                  <a:rect l="0" t="0" r="7620" b="635"/>
                  <a:pathLst>
                    <a:path w="7620" h="635">
                      <a:moveTo>
                        <a:pt x="0" y="635"/>
                      </a:moveTo>
                      <a:lnTo>
                        <a:pt x="7620" y="317"/>
                      </a:lnTo>
                      <a:cubicBezTo>
                        <a:pt x="6096" y="0"/>
                        <a:pt x="4191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7" name="자유형 7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k4AAKMWAAAqTgAAqBYAAAAAAAAmAAAACAAAAP//////////"/>
                    </a:ext>
                  </a:extLst>
                </p:cNvSpPr>
                <p:nvPr/>
              </p:nvSpPr>
              <p:spPr>
                <a:xfrm>
                  <a:off x="12691110" y="3679825"/>
                  <a:ext cx="15240" cy="3175"/>
                </a:xfrm>
                <a:custGeom>
                  <a:avLst/>
                  <a:gdLst/>
                  <a:ahLst/>
                  <a:cxnLst/>
                  <a:rect l="0" t="0" r="15240" b="3175"/>
                  <a:pathLst>
                    <a:path w="15240" h="3175">
                      <a:moveTo>
                        <a:pt x="15240" y="0"/>
                      </a:moveTo>
                      <a:lnTo>
                        <a:pt x="0" y="1058"/>
                      </a:lnTo>
                      <a:cubicBezTo>
                        <a:pt x="1859" y="1587"/>
                        <a:pt x="2230" y="3175"/>
                        <a:pt x="7062" y="529"/>
                      </a:cubicBezTo>
                      <a:cubicBezTo>
                        <a:pt x="5576" y="1587"/>
                        <a:pt x="8549" y="529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6" name="곡선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gY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U0AAJ4WAACsTQAAoxYAAAAAAAAmAAAACAAAAP//////////"/>
                    </a:ext>
                  </a:extLst>
                </p:cNvSpPr>
                <p:nvPr/>
              </p:nvSpPr>
              <p:spPr>
                <a:xfrm>
                  <a:off x="12609195" y="3676650"/>
                  <a:ext cx="17145" cy="3175"/>
                </a:xfrm>
                <a:custGeom>
                  <a:avLst/>
                  <a:gdLst/>
                  <a:ahLst/>
                  <a:cxnLst/>
                  <a:rect l="0" t="0" r="17145" b="3175"/>
                  <a:pathLst>
                    <a:path w="17145" h="3175">
                      <a:moveTo>
                        <a:pt x="762" y="0"/>
                      </a:moveTo>
                      <a:cubicBezTo>
                        <a:pt x="0" y="529"/>
                        <a:pt x="5715" y="2116"/>
                        <a:pt x="6858" y="3175"/>
                      </a:cubicBezTo>
                      <a:lnTo>
                        <a:pt x="17145" y="2116"/>
                      </a:lnTo>
                      <a:cubicBezTo>
                        <a:pt x="11811" y="1587"/>
                        <a:pt x="1524" y="1058"/>
                        <a:pt x="7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5" name="곡선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gdE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E0AAKMWAACdTQAApRYAAAAAAAAmAAAACAAAAP//////////"/>
                    </a:ext>
                  </a:extLst>
                </p:cNvSpPr>
                <p:nvPr/>
              </p:nvSpPr>
              <p:spPr>
                <a:xfrm>
                  <a:off x="12600940" y="3679825"/>
                  <a:ext cx="15875" cy="1270"/>
                </a:xfrm>
                <a:custGeom>
                  <a:avLst/>
                  <a:gdLst/>
                  <a:ahLst/>
                  <a:cxnLst/>
                  <a:rect l="0" t="0" r="15875" b="1270"/>
                  <a:pathLst>
                    <a:path w="15875" h="1270">
                      <a:moveTo>
                        <a:pt x="15153" y="0"/>
                      </a:moveTo>
                      <a:lnTo>
                        <a:pt x="0" y="1270"/>
                      </a:lnTo>
                      <a:cubicBezTo>
                        <a:pt x="13349" y="1270"/>
                        <a:pt x="15875" y="847"/>
                        <a:pt x="151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4" name="곡선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yZW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k0AAKgWAAAqTgAArBYAAAAAAAAmAAAACAAAAP//////////"/>
                    </a:ext>
                  </a:extLst>
                </p:cNvSpPr>
                <p:nvPr/>
              </p:nvSpPr>
              <p:spPr>
                <a:xfrm>
                  <a:off x="12675870" y="3683000"/>
                  <a:ext cx="30480" cy="2540"/>
                </a:xfrm>
                <a:custGeom>
                  <a:avLst/>
                  <a:gdLst/>
                  <a:ahLst/>
                  <a:cxnLst/>
                  <a:rect l="0" t="0" r="30480" b="2540"/>
                  <a:pathLst>
                    <a:path w="30480" h="2540">
                      <a:moveTo>
                        <a:pt x="5204" y="2540"/>
                      </a:moveTo>
                      <a:lnTo>
                        <a:pt x="30480" y="0"/>
                      </a:lnTo>
                      <a:lnTo>
                        <a:pt x="0" y="2540"/>
                      </a:lnTo>
                      <a:lnTo>
                        <a:pt x="5204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3" name="자유형 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2Z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00AAJsWAABETQAAnxYAAAAAAAAmAAAACAAAAP//////////"/>
                    </a:ext>
                  </a:extLst>
                </p:cNvSpPr>
                <p:nvPr/>
              </p:nvSpPr>
              <p:spPr>
                <a:xfrm>
                  <a:off x="12544425" y="3674745"/>
                  <a:ext cx="15875" cy="2540"/>
                </a:xfrm>
                <a:custGeom>
                  <a:avLst/>
                  <a:gdLst/>
                  <a:ahLst/>
                  <a:cxnLst/>
                  <a:rect l="0" t="0" r="15875" b="2540"/>
                  <a:pathLst>
                    <a:path w="15875" h="2540">
                      <a:moveTo>
                        <a:pt x="7181" y="2032"/>
                      </a:moveTo>
                      <a:lnTo>
                        <a:pt x="15875" y="0"/>
                      </a:lnTo>
                      <a:lnTo>
                        <a:pt x="0" y="2540"/>
                      </a:lnTo>
                      <a:lnTo>
                        <a:pt x="7181" y="203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2" name="자유형 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kiL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kwAAJoWAAACTQAAnhYAAAAAAAAmAAAACAAAAP//////////"/>
                    </a:ext>
                  </a:extLst>
                </p:cNvSpPr>
                <p:nvPr/>
              </p:nvSpPr>
              <p:spPr>
                <a:xfrm>
                  <a:off x="12482830" y="3674110"/>
                  <a:ext cx="35560" cy="2540"/>
                </a:xfrm>
                <a:custGeom>
                  <a:avLst/>
                  <a:gdLst/>
                  <a:ahLst/>
                  <a:cxnLst/>
                  <a:rect l="0" t="0" r="35560" b="2540"/>
                  <a:pathLst>
                    <a:path w="35560" h="2540">
                      <a:moveTo>
                        <a:pt x="29391" y="2540"/>
                      </a:moveTo>
                      <a:cubicBezTo>
                        <a:pt x="35560" y="1270"/>
                        <a:pt x="20683" y="423"/>
                        <a:pt x="27214" y="0"/>
                      </a:cubicBezTo>
                      <a:cubicBezTo>
                        <a:pt x="17054" y="0"/>
                        <a:pt x="7983" y="847"/>
                        <a:pt x="0" y="2117"/>
                      </a:cubicBezTo>
                      <a:cubicBezTo>
                        <a:pt x="8709" y="1270"/>
                        <a:pt x="17780" y="1693"/>
                        <a:pt x="29391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1" name="곡선1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lwZW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EwAAJ0WAADKTAAAoBYAAAAAAAAmAAAACAAAAP//////////"/>
                    </a:ext>
                  </a:extLst>
                </p:cNvSpPr>
                <p:nvPr/>
              </p:nvSpPr>
              <p:spPr>
                <a:xfrm>
                  <a:off x="12468860" y="367601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0" y="1905"/>
                      </a:moveTo>
                      <a:cubicBezTo>
                        <a:pt x="4269" y="1270"/>
                        <a:pt x="8925" y="635"/>
                        <a:pt x="13970" y="0"/>
                      </a:cubicBezTo>
                      <a:cubicBezTo>
                        <a:pt x="9313" y="0"/>
                        <a:pt x="4657" y="635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0" name="곡선1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00AAKAWAABaTQAApRYAAAAAAAAmAAAACAAAAP//////////"/>
                    </a:ext>
                  </a:extLst>
                </p:cNvSpPr>
                <p:nvPr/>
              </p:nvSpPr>
              <p:spPr>
                <a:xfrm>
                  <a:off x="12562205" y="3677920"/>
                  <a:ext cx="12065" cy="3175"/>
                </a:xfrm>
                <a:custGeom>
                  <a:avLst/>
                  <a:gdLst/>
                  <a:ahLst/>
                  <a:cxnLst/>
                  <a:rect l="0" t="0" r="12065" b="3175"/>
                  <a:pathLst>
                    <a:path w="12065" h="3175">
                      <a:moveTo>
                        <a:pt x="12065" y="3175"/>
                      </a:moveTo>
                      <a:cubicBezTo>
                        <a:pt x="10933" y="2540"/>
                        <a:pt x="8671" y="635"/>
                        <a:pt x="0" y="0"/>
                      </a:cubicBezTo>
                      <a:lnTo>
                        <a:pt x="6032" y="3175"/>
                      </a:lnTo>
                      <a:lnTo>
                        <a:pt x="12065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9" name="곡선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dhcn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E0AAKQWAABRTQAApRYAAAAAAAAmAAAACAAAAP//////////"/>
                    </a:ext>
                  </a:extLst>
                </p:cNvSpPr>
                <p:nvPr/>
              </p:nvSpPr>
              <p:spPr>
                <a:xfrm>
                  <a:off x="12555220" y="368046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13335" y="635"/>
                      </a:moveTo>
                      <a:lnTo>
                        <a:pt x="12964" y="635"/>
                      </a:lnTo>
                      <a:lnTo>
                        <a:pt x="0" y="0"/>
                      </a:lnTo>
                      <a:lnTo>
                        <a:pt x="1333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8" name="곡선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k0AAKUWAABdTQAApRYAAAAAAAAmAAAACAAAAP//////////"/>
                    </a:ext>
                  </a:extLst>
                </p:cNvSpPr>
                <p:nvPr/>
              </p:nvSpPr>
              <p:spPr>
                <a:xfrm>
                  <a:off x="12574270" y="368109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762" y="0"/>
                        <a:pt x="1143" y="0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7" name="자유형 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0Mi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00AAKgWAADDTQAAsBYAAAAAAAAmAAAACAAAAP//////////"/>
                    </a:ext>
                  </a:extLst>
                </p:cNvSpPr>
                <p:nvPr/>
              </p:nvSpPr>
              <p:spPr>
                <a:xfrm>
                  <a:off x="12613005" y="3683000"/>
                  <a:ext cx="27940" cy="5080"/>
                </a:xfrm>
                <a:custGeom>
                  <a:avLst/>
                  <a:gdLst/>
                  <a:ahLst/>
                  <a:cxnLst/>
                  <a:rect l="0" t="0" r="27940" b="5080"/>
                  <a:pathLst>
                    <a:path w="27940" h="5080">
                      <a:moveTo>
                        <a:pt x="27940" y="0"/>
                      </a:moveTo>
                      <a:cubicBezTo>
                        <a:pt x="18999" y="1693"/>
                        <a:pt x="0" y="2822"/>
                        <a:pt x="18254" y="5080"/>
                      </a:cubicBezTo>
                      <a:cubicBezTo>
                        <a:pt x="24587" y="3387"/>
                        <a:pt x="14156" y="2258"/>
                        <a:pt x="279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6" name="자유형 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K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U0AAKYWAACETQAAqRYAAAAAAAAmAAAACAAAAP//////////"/>
                    </a:ext>
                  </a:extLst>
                </p:cNvSpPr>
                <p:nvPr/>
              </p:nvSpPr>
              <p:spPr>
                <a:xfrm>
                  <a:off x="12583795" y="3681730"/>
                  <a:ext cx="17145" cy="1905"/>
                </a:xfrm>
                <a:custGeom>
                  <a:avLst/>
                  <a:gdLst/>
                  <a:ahLst/>
                  <a:cxnLst/>
                  <a:rect l="0" t="0" r="17145" b="1905"/>
                  <a:pathLst>
                    <a:path w="17145" h="1905">
                      <a:moveTo>
                        <a:pt x="0" y="1428"/>
                      </a:moveTo>
                      <a:lnTo>
                        <a:pt x="16050" y="1905"/>
                      </a:lnTo>
                      <a:cubicBezTo>
                        <a:pt x="15685" y="1428"/>
                        <a:pt x="12767" y="476"/>
                        <a:pt x="17145" y="0"/>
                      </a:cubicBez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5" name="곡선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dkI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E0AAKgWAABpTQAAqhYAAAAAAAAmAAAACAAAAP//////////"/>
                    </a:ext>
                  </a:extLst>
                </p:cNvSpPr>
                <p:nvPr/>
              </p:nvSpPr>
              <p:spPr>
                <a:xfrm>
                  <a:off x="12575540" y="3683000"/>
                  <a:ext cx="8255" cy="1270"/>
                </a:xfrm>
                <a:custGeom>
                  <a:avLst/>
                  <a:gdLst/>
                  <a:ahLst/>
                  <a:cxnLst/>
                  <a:rect l="0" t="0" r="8255" b="1270"/>
                  <a:pathLst>
                    <a:path w="8255" h="1270">
                      <a:moveTo>
                        <a:pt x="0" y="1270"/>
                      </a:moveTo>
                      <a:lnTo>
                        <a:pt x="8255" y="0"/>
                      </a:lnTo>
                      <a:lnTo>
                        <a:pt x="1876" y="0"/>
                      </a:lnTo>
                      <a:lnTo>
                        <a:pt x="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4" name="곡선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FtZ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0wAAKMWAADwTAAAphYAAAAAAAAmAAAACAAAAP//////////"/>
                    </a:ext>
                  </a:extLst>
                </p:cNvSpPr>
                <p:nvPr/>
              </p:nvSpPr>
              <p:spPr>
                <a:xfrm>
                  <a:off x="12473305" y="3679825"/>
                  <a:ext cx="33655" cy="1905"/>
                </a:xfrm>
                <a:custGeom>
                  <a:avLst/>
                  <a:gdLst/>
                  <a:ahLst/>
                  <a:cxnLst/>
                  <a:rect l="0" t="0" r="33655" b="1905"/>
                  <a:pathLst>
                    <a:path w="33655" h="1905">
                      <a:moveTo>
                        <a:pt x="23558" y="0"/>
                      </a:moveTo>
                      <a:cubicBezTo>
                        <a:pt x="16453" y="952"/>
                        <a:pt x="8600" y="952"/>
                        <a:pt x="0" y="952"/>
                      </a:cubicBezTo>
                      <a:cubicBezTo>
                        <a:pt x="9348" y="1428"/>
                        <a:pt x="19071" y="1905"/>
                        <a:pt x="28419" y="1905"/>
                      </a:cubicBezTo>
                      <a:cubicBezTo>
                        <a:pt x="29541" y="952"/>
                        <a:pt x="33655" y="0"/>
                        <a:pt x="235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3" name="곡선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v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E0AAKQWAAAXTQAApRYAAAAAAAAmAAAACAAAAP//////////"/>
                    </a:ext>
                  </a:extLst>
                </p:cNvSpPr>
                <p:nvPr/>
              </p:nvSpPr>
              <p:spPr>
                <a:xfrm>
                  <a:off x="12529820" y="3680460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0"/>
                      </a:moveTo>
                      <a:lnTo>
                        <a:pt x="0" y="635"/>
                      </a:lnTo>
                      <a:cubicBezTo>
                        <a:pt x="1143" y="635"/>
                        <a:pt x="1905" y="635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2" name="자유형 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lsZS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EwAAKUWAAA3TAAApRYAAAAAAAAmAAAACAAAAP//////////"/>
                    </a:ext>
                  </a:extLst>
                </p:cNvSpPr>
                <p:nvPr/>
              </p:nvSpPr>
              <p:spPr>
                <a:xfrm>
                  <a:off x="12387580" y="368109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0" y="0"/>
                      </a:moveTo>
                      <a:lnTo>
                        <a:pt x="1524" y="0"/>
                      </a:lnTo>
                      <a:cubicBezTo>
                        <a:pt x="1524" y="0"/>
                        <a:pt x="1524" y="0"/>
                        <a:pt x="190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1" name="자유형 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9Ii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0wAAKUWAAACTQAApxYAAAAAAAAmAAAACAAAAP//////////"/>
                    </a:ext>
                  </a:extLst>
                </p:cNvSpPr>
                <p:nvPr/>
              </p:nvSpPr>
              <p:spPr>
                <a:xfrm>
                  <a:off x="12501245" y="3681095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2188" y="1270"/>
                      </a:moveTo>
                      <a:cubicBezTo>
                        <a:pt x="9119" y="1270"/>
                        <a:pt x="13132" y="635"/>
                        <a:pt x="17145" y="0"/>
                      </a:cubicBezTo>
                      <a:cubicBezTo>
                        <a:pt x="12037" y="0"/>
                        <a:pt x="6566" y="635"/>
                        <a:pt x="729" y="635"/>
                      </a:cubicBezTo>
                      <a:cubicBezTo>
                        <a:pt x="0" y="635"/>
                        <a:pt x="0" y="1270"/>
                        <a:pt x="2188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0" name="자유형 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g9Ij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kwAAKAWAACiTAAAoxYAAAAAAAAmAAAACAAAAP//////////"/>
                    </a:ext>
                  </a:extLst>
                </p:cNvSpPr>
                <p:nvPr/>
              </p:nvSpPr>
              <p:spPr>
                <a:xfrm>
                  <a:off x="12444730" y="3677920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0" y="635"/>
                      </a:moveTo>
                      <a:cubicBezTo>
                        <a:pt x="3848" y="1270"/>
                        <a:pt x="8082" y="1905"/>
                        <a:pt x="12700" y="1905"/>
                      </a:cubicBezTo>
                      <a:cubicBezTo>
                        <a:pt x="8852" y="1270"/>
                        <a:pt x="1155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9" name="곡선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4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00AAKMWAAATTQAAoxYAAAAAAAAmAAAACAAAAP//////////"/>
                    </a:ext>
                  </a:extLst>
                </p:cNvSpPr>
                <p:nvPr/>
              </p:nvSpPr>
              <p:spPr>
                <a:xfrm>
                  <a:off x="12526645" y="3679825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1270" y="0"/>
                      </a:moveTo>
                      <a:lnTo>
                        <a:pt x="2540" y="0"/>
                      </a:lnTo>
                      <a:cubicBezTo>
                        <a:pt x="0" y="0"/>
                        <a:pt x="0" y="0"/>
                        <a:pt x="12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8" name="자유형 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N0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k0AAKMWAAAUTQAApRYAAAAAAAAmAAAACAAAAP//////////"/>
                    </a:ext>
                  </a:extLst>
                </p:cNvSpPr>
                <p:nvPr/>
              </p:nvSpPr>
              <p:spPr>
                <a:xfrm>
                  <a:off x="12518390" y="3679825"/>
                  <a:ext cx="11430" cy="1270"/>
                </a:xfrm>
                <a:custGeom>
                  <a:avLst/>
                  <a:gdLst/>
                  <a:ahLst/>
                  <a:cxnLst/>
                  <a:rect l="0" t="0" r="11430" b="1270"/>
                  <a:pathLst>
                    <a:path w="11430" h="1270">
                      <a:moveTo>
                        <a:pt x="9218" y="0"/>
                      </a:moveTo>
                      <a:cubicBezTo>
                        <a:pt x="5531" y="423"/>
                        <a:pt x="2950" y="847"/>
                        <a:pt x="0" y="1270"/>
                      </a:cubicBezTo>
                      <a:cubicBezTo>
                        <a:pt x="4056" y="1270"/>
                        <a:pt x="8112" y="847"/>
                        <a:pt x="11430" y="847"/>
                      </a:cubicBezTo>
                      <a:cubicBezTo>
                        <a:pt x="10693" y="423"/>
                        <a:pt x="9955" y="423"/>
                        <a:pt x="92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7" name="자유형 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mb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EsAAKUWAABcTAAAuhYAAAAAAAAmAAAACAAAAP//////////"/>
                    </a:ext>
                  </a:extLst>
                </p:cNvSpPr>
                <p:nvPr/>
              </p:nvSpPr>
              <p:spPr>
                <a:xfrm>
                  <a:off x="12339320" y="3681095"/>
                  <a:ext cx="73660" cy="13335"/>
                </a:xfrm>
                <a:custGeom>
                  <a:avLst/>
                  <a:gdLst/>
                  <a:ahLst/>
                  <a:cxnLst/>
                  <a:rect l="0" t="0" r="73660" b="13335"/>
                  <a:pathLst>
                    <a:path w="73660" h="13335">
                      <a:moveTo>
                        <a:pt x="22321" y="13335"/>
                      </a:moveTo>
                      <a:cubicBezTo>
                        <a:pt x="23437" y="11359"/>
                        <a:pt x="42038" y="9383"/>
                        <a:pt x="58035" y="11853"/>
                      </a:cubicBezTo>
                      <a:cubicBezTo>
                        <a:pt x="73660" y="10371"/>
                        <a:pt x="63615" y="3457"/>
                        <a:pt x="49851" y="0"/>
                      </a:cubicBezTo>
                      <a:cubicBezTo>
                        <a:pt x="49479" y="987"/>
                        <a:pt x="49479" y="1481"/>
                        <a:pt x="33110" y="2963"/>
                      </a:cubicBezTo>
                      <a:cubicBezTo>
                        <a:pt x="38690" y="3951"/>
                        <a:pt x="69196" y="5432"/>
                        <a:pt x="55431" y="6914"/>
                      </a:cubicBezTo>
                      <a:cubicBezTo>
                        <a:pt x="33854" y="7902"/>
                        <a:pt x="37946" y="6420"/>
                        <a:pt x="27529" y="5432"/>
                      </a:cubicBezTo>
                      <a:cubicBezTo>
                        <a:pt x="36086" y="7902"/>
                        <a:pt x="0" y="8890"/>
                        <a:pt x="4836" y="12347"/>
                      </a:cubicBezTo>
                      <a:lnTo>
                        <a:pt x="23437" y="11359"/>
                      </a:lnTo>
                      <a:cubicBezTo>
                        <a:pt x="23809" y="11853"/>
                        <a:pt x="17113" y="12841"/>
                        <a:pt x="22321" y="133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6" name="곡선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xhOm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0wAAKAWAABxTAAApRYAAAAAAAAmAAAACAAAAP//////////"/>
                    </a:ext>
                  </a:extLst>
                </p:cNvSpPr>
                <p:nvPr/>
              </p:nvSpPr>
              <p:spPr>
                <a:xfrm>
                  <a:off x="12389485" y="3677920"/>
                  <a:ext cx="36830" cy="3175"/>
                </a:xfrm>
                <a:custGeom>
                  <a:avLst/>
                  <a:gdLst/>
                  <a:ahLst/>
                  <a:cxnLst/>
                  <a:rect l="0" t="0" r="36830" b="3175"/>
                  <a:pathLst>
                    <a:path w="36830" h="3175">
                      <a:moveTo>
                        <a:pt x="30201" y="3175"/>
                      </a:moveTo>
                      <a:lnTo>
                        <a:pt x="36830" y="3175"/>
                      </a:lnTo>
                      <a:cubicBezTo>
                        <a:pt x="29096" y="2645"/>
                        <a:pt x="23940" y="2116"/>
                        <a:pt x="13995" y="0"/>
                      </a:cubicBezTo>
                      <a:cubicBezTo>
                        <a:pt x="2946" y="1058"/>
                        <a:pt x="737" y="2116"/>
                        <a:pt x="0" y="2645"/>
                      </a:cubicBezTo>
                      <a:lnTo>
                        <a:pt x="32410" y="3175"/>
                      </a:lnTo>
                      <a:lnTo>
                        <a:pt x="30201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5" name="곡선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v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UwAAKMWAADETAAArhYAAAAAAAAmAAAACAAAAP//////////"/>
                    </a:ext>
                  </a:extLst>
                </p:cNvSpPr>
                <p:nvPr/>
              </p:nvSpPr>
              <p:spPr>
                <a:xfrm>
                  <a:off x="12426315" y="3679825"/>
                  <a:ext cx="52705" cy="6985"/>
                </a:xfrm>
                <a:custGeom>
                  <a:avLst/>
                  <a:gdLst/>
                  <a:ahLst/>
                  <a:cxnLst/>
                  <a:rect l="0" t="0" r="52705" b="6985"/>
                  <a:pathLst>
                    <a:path w="52705" h="6985">
                      <a:moveTo>
                        <a:pt x="29692" y="1496"/>
                      </a:moveTo>
                      <a:cubicBezTo>
                        <a:pt x="24496" y="3492"/>
                        <a:pt x="8536" y="4490"/>
                        <a:pt x="18186" y="6985"/>
                      </a:cubicBezTo>
                      <a:cubicBezTo>
                        <a:pt x="37858" y="6985"/>
                        <a:pt x="31919" y="4989"/>
                        <a:pt x="43797" y="3991"/>
                      </a:cubicBezTo>
                      <a:cubicBezTo>
                        <a:pt x="12248" y="4490"/>
                        <a:pt x="52705" y="2993"/>
                        <a:pt x="30064" y="1496"/>
                      </a:cubicBezTo>
                      <a:cubicBezTo>
                        <a:pt x="36002" y="1496"/>
                        <a:pt x="41570" y="997"/>
                        <a:pt x="47137" y="997"/>
                      </a:cubicBezTo>
                      <a:cubicBezTo>
                        <a:pt x="41198" y="997"/>
                        <a:pt x="36002" y="498"/>
                        <a:pt x="30806" y="0"/>
                      </a:cubicBezTo>
                      <a:lnTo>
                        <a:pt x="31548" y="498"/>
                      </a:lnTo>
                      <a:cubicBezTo>
                        <a:pt x="31548" y="498"/>
                        <a:pt x="31548" y="498"/>
                        <a:pt x="31548" y="498"/>
                      </a:cubicBezTo>
                      <a:cubicBezTo>
                        <a:pt x="33033" y="498"/>
                        <a:pt x="33404" y="498"/>
                        <a:pt x="31919" y="498"/>
                      </a:cubicBezTo>
                      <a:lnTo>
                        <a:pt x="31177" y="498"/>
                      </a:lnTo>
                      <a:cubicBezTo>
                        <a:pt x="30806" y="997"/>
                        <a:pt x="30435" y="997"/>
                        <a:pt x="29692" y="1496"/>
                      </a:cubicBezTo>
                      <a:cubicBezTo>
                        <a:pt x="20785" y="997"/>
                        <a:pt x="28208" y="997"/>
                        <a:pt x="31177" y="498"/>
                      </a:cubicBezTo>
                      <a:cubicBezTo>
                        <a:pt x="31177" y="498"/>
                        <a:pt x="31548" y="498"/>
                        <a:pt x="31548" y="498"/>
                      </a:cubicBezTo>
                      <a:lnTo>
                        <a:pt x="0" y="1496"/>
                      </a:lnTo>
                      <a:cubicBezTo>
                        <a:pt x="6680" y="1496"/>
                        <a:pt x="14846" y="1496"/>
                        <a:pt x="29692" y="14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4" name="자유형 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K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00AALYWAACZTQAAtxYAAAAAAAAmAAAACAAAAP//////////"/>
                    </a:ext>
                  </a:extLst>
                </p:cNvSpPr>
                <p:nvPr/>
              </p:nvSpPr>
              <p:spPr>
                <a:xfrm>
                  <a:off x="12610465" y="3691890"/>
                  <a:ext cx="3810" cy="635"/>
                </a:xfrm>
                <a:custGeom>
                  <a:avLst/>
                  <a:gdLst/>
                  <a:ahLst/>
                  <a:cxnLst/>
                  <a:rect l="0" t="0" r="3810" b="635"/>
                  <a:pathLst>
                    <a:path w="3810" h="635">
                      <a:moveTo>
                        <a:pt x="3810" y="635"/>
                      </a:moveTo>
                      <a:cubicBezTo>
                        <a:pt x="2771" y="635"/>
                        <a:pt x="2771" y="635"/>
                        <a:pt x="2771" y="0"/>
                      </a:cubicBezTo>
                      <a:cubicBezTo>
                        <a:pt x="693" y="635"/>
                        <a:pt x="0" y="635"/>
                        <a:pt x="381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3" name="곡선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Uv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U0AAK0WAACxTQAAthYAAAAAAAAmAAAACAAAAP//////////"/>
                    </a:ext>
                  </a:extLst>
                </p:cNvSpPr>
                <p:nvPr/>
              </p:nvSpPr>
              <p:spPr>
                <a:xfrm>
                  <a:off x="12583795" y="3686175"/>
                  <a:ext cx="45720" cy="5715"/>
                </a:xfrm>
                <a:custGeom>
                  <a:avLst/>
                  <a:gdLst/>
                  <a:ahLst/>
                  <a:cxnLst/>
                  <a:rect l="0" t="0" r="45720" b="5715"/>
                  <a:pathLst>
                    <a:path w="45720" h="5715">
                      <a:moveTo>
                        <a:pt x="17988" y="5238"/>
                      </a:moveTo>
                      <a:cubicBezTo>
                        <a:pt x="20237" y="4762"/>
                        <a:pt x="22110" y="3810"/>
                        <a:pt x="29606" y="4286"/>
                      </a:cubicBezTo>
                      <a:cubicBezTo>
                        <a:pt x="35976" y="4762"/>
                        <a:pt x="29606" y="5238"/>
                        <a:pt x="29980" y="5715"/>
                      </a:cubicBezTo>
                      <a:cubicBezTo>
                        <a:pt x="34477" y="5238"/>
                        <a:pt x="45720" y="4286"/>
                        <a:pt x="31479" y="3333"/>
                      </a:cubicBezTo>
                      <a:lnTo>
                        <a:pt x="29231" y="3810"/>
                      </a:lnTo>
                      <a:cubicBezTo>
                        <a:pt x="16489" y="2857"/>
                        <a:pt x="0" y="476"/>
                        <a:pt x="2249" y="0"/>
                      </a:cubicBezTo>
                      <a:cubicBezTo>
                        <a:pt x="5996" y="1905"/>
                        <a:pt x="9369" y="3333"/>
                        <a:pt x="17988" y="523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2" name="곡선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FNwU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EwAAK4WAAATTQAAshYAAAAAAAAmAAAACAAAAP//////////"/>
                    </a:ext>
                  </a:extLst>
                </p:cNvSpPr>
                <p:nvPr/>
              </p:nvSpPr>
              <p:spPr>
                <a:xfrm>
                  <a:off x="12501880" y="3686810"/>
                  <a:ext cx="27305" cy="2540"/>
                </a:xfrm>
                <a:custGeom>
                  <a:avLst/>
                  <a:gdLst/>
                  <a:ahLst/>
                  <a:cxnLst/>
                  <a:rect l="0" t="0" r="27305" b="2540"/>
                  <a:pathLst>
                    <a:path w="27305" h="2540">
                      <a:moveTo>
                        <a:pt x="25829" y="0"/>
                      </a:moveTo>
                      <a:lnTo>
                        <a:pt x="0" y="847"/>
                      </a:lnTo>
                      <a:lnTo>
                        <a:pt x="13283" y="2540"/>
                      </a:lnTo>
                      <a:lnTo>
                        <a:pt x="12545" y="1693"/>
                      </a:lnTo>
                      <a:cubicBezTo>
                        <a:pt x="27305" y="1693"/>
                        <a:pt x="23984" y="847"/>
                        <a:pt x="258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1" name="자유형 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jdX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UwAAJ8WAAA0TAAApRYAAAAAAAAmAAAACAAAAP//////////"/>
                    </a:ext>
                  </a:extLst>
                </p:cNvSpPr>
                <p:nvPr/>
              </p:nvSpPr>
              <p:spPr>
                <a:xfrm>
                  <a:off x="12372975" y="3677285"/>
                  <a:ext cx="14605" cy="3810"/>
                </a:xfrm>
                <a:custGeom>
                  <a:avLst/>
                  <a:gdLst/>
                  <a:ahLst/>
                  <a:cxnLst/>
                  <a:rect l="0" t="0" r="14605" b="3810"/>
                  <a:pathLst>
                    <a:path w="14605" h="3810">
                      <a:moveTo>
                        <a:pt x="11318" y="2721"/>
                      </a:moveTo>
                      <a:lnTo>
                        <a:pt x="14605" y="0"/>
                      </a:lnTo>
                      <a:lnTo>
                        <a:pt x="0" y="3810"/>
                      </a:lnTo>
                      <a:lnTo>
                        <a:pt x="11318" y="27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0" name="곡선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v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UsAAKAWAAD7SwAAoxYAAAAAAAAmAAAACAAAAP//////////"/>
                    </a:ext>
                  </a:extLst>
                </p:cNvSpPr>
                <p:nvPr/>
              </p:nvSpPr>
              <p:spPr>
                <a:xfrm>
                  <a:off x="12342495" y="3677920"/>
                  <a:ext cx="8890" cy="1905"/>
                </a:xfrm>
                <a:custGeom>
                  <a:avLst/>
                  <a:gdLst/>
                  <a:ahLst/>
                  <a:cxnLst/>
                  <a:rect l="0" t="0" r="8890" b="1905"/>
                  <a:pathLst>
                    <a:path w="8890" h="1905">
                      <a:moveTo>
                        <a:pt x="7779" y="1905"/>
                      </a:moveTo>
                      <a:lnTo>
                        <a:pt x="8890" y="0"/>
                      </a:lnTo>
                      <a:lnTo>
                        <a:pt x="0" y="1428"/>
                      </a:lnTo>
                      <a:lnTo>
                        <a:pt x="77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9" name="자유형 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B0IH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0AAAMIWAAAgQAAAwxYAAAAAAAAmAAAACAAAAP//////////"/>
                    </a:ext>
                  </a:extLst>
                </p:cNvSpPr>
                <p:nvPr/>
              </p:nvSpPr>
              <p:spPr>
                <a:xfrm>
                  <a:off x="10415905" y="3699510"/>
                  <a:ext cx="8255" cy="635"/>
                </a:xfrm>
                <a:custGeom>
                  <a:avLst/>
                  <a:gdLst/>
                  <a:ahLst/>
                  <a:cxnLst/>
                  <a:rect l="0" t="0" r="8255" b="635"/>
                  <a:pathLst>
                    <a:path w="8255" h="635">
                      <a:moveTo>
                        <a:pt x="8255" y="0"/>
                      </a:moveTo>
                      <a:lnTo>
                        <a:pt x="0" y="635"/>
                      </a:lnTo>
                      <a:cubicBezTo>
                        <a:pt x="3930" y="0"/>
                        <a:pt x="6289" y="0"/>
                        <a:pt x="8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8" name="곡선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je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UAAAMEWAAB6QAAAwhYAAAAAAAAmAAAACAAAAP//////////"/>
                    </a:ext>
                  </a:extLst>
                </p:cNvSpPr>
                <p:nvPr/>
              </p:nvSpPr>
              <p:spPr>
                <a:xfrm>
                  <a:off x="10478135" y="3698875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1905" y="635"/>
                      </a:moveTo>
                      <a:lnTo>
                        <a:pt x="3175" y="0"/>
                      </a:lnTo>
                      <a:cubicBezTo>
                        <a:pt x="952" y="317"/>
                        <a:pt x="0" y="635"/>
                        <a:pt x="190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7" name="곡선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Y0Ny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0YAAJoWAADRRgAAoBYAAAAAAAAmAAAACAAAAP//////////"/>
                    </a:ext>
                  </a:extLst>
                </p:cNvSpPr>
                <p:nvPr/>
              </p:nvSpPr>
              <p:spPr>
                <a:xfrm>
                  <a:off x="11487785" y="3674110"/>
                  <a:ext cx="24130" cy="3810"/>
                </a:xfrm>
                <a:custGeom>
                  <a:avLst/>
                  <a:gdLst/>
                  <a:ahLst/>
                  <a:cxnLst/>
                  <a:rect l="0" t="0" r="24130" b="3810"/>
                  <a:pathLst>
                    <a:path w="24130" h="3810">
                      <a:moveTo>
                        <a:pt x="24130" y="3810"/>
                      </a:moveTo>
                      <a:cubicBezTo>
                        <a:pt x="12622" y="2117"/>
                        <a:pt x="0" y="0"/>
                        <a:pt x="1485" y="1693"/>
                      </a:cubicBezTo>
                      <a:lnTo>
                        <a:pt x="4826" y="3387"/>
                      </a:lnTo>
                      <a:cubicBezTo>
                        <a:pt x="12993" y="2963"/>
                        <a:pt x="18933" y="3387"/>
                        <a:pt x="2413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6" name="자유형 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AiIG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UMAALAWAABaQwAAsxYAAAAAAAAmAAAACAAAAP//////////"/>
                    </a:ext>
                  </a:extLst>
                </p:cNvSpPr>
                <p:nvPr/>
              </p:nvSpPr>
              <p:spPr>
                <a:xfrm>
                  <a:off x="10937875" y="368808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0" y="1428"/>
                      </a:moveTo>
                      <a:lnTo>
                        <a:pt x="3350" y="1905"/>
                      </a:lnTo>
                      <a:lnTo>
                        <a:pt x="10795" y="0"/>
                      </a:ln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5" name="곡선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M3I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UMAAL8WAAA8QwAAwRYAAAAAAAAmAAAACAAAAP//////////"/>
                    </a:ext>
                  </a:extLst>
                </p:cNvSpPr>
                <p:nvPr/>
              </p:nvSpPr>
              <p:spPr>
                <a:xfrm>
                  <a:off x="10915015" y="3697605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14605" y="1270"/>
                      </a:moveTo>
                      <a:lnTo>
                        <a:pt x="0" y="0"/>
                      </a:lnTo>
                      <a:cubicBezTo>
                        <a:pt x="3286" y="423"/>
                        <a:pt x="8032" y="847"/>
                        <a:pt x="1460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4" name="자유형 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sY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T4AAMQWAABHPgAAxxYAAAAAAAAmAAAACAAAAP//////////"/>
                    </a:ext>
                  </a:extLst>
                </p:cNvSpPr>
                <p:nvPr/>
              </p:nvSpPr>
              <p:spPr>
                <a:xfrm>
                  <a:off x="10109835" y="3700780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8823" y="0"/>
                      </a:moveTo>
                      <a:lnTo>
                        <a:pt x="0" y="1905"/>
                      </a:lnTo>
                      <a:cubicBezTo>
                        <a:pt x="13970" y="1905"/>
                        <a:pt x="7720" y="1143"/>
                        <a:pt x="88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3" name="곡선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v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UkAAKIWAADTSQAAphYAAAAAAAAmAAAACAAAAP//////////"/>
                    </a:ext>
                  </a:extLst>
                </p:cNvSpPr>
                <p:nvPr/>
              </p:nvSpPr>
              <p:spPr>
                <a:xfrm>
                  <a:off x="11976735" y="367919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4130" y="1270"/>
                      </a:moveTo>
                      <a:cubicBezTo>
                        <a:pt x="14478" y="423"/>
                        <a:pt x="6682" y="0"/>
                        <a:pt x="0" y="0"/>
                      </a:cubicBezTo>
                      <a:cubicBezTo>
                        <a:pt x="11879" y="847"/>
                        <a:pt x="21160" y="2540"/>
                        <a:pt x="2413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2" name="자유형 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VmYW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EAAAJ0WAABEQAAAnxYAAAAAAAAmAAAACAAAAP//////////"/>
                    </a:ext>
                  </a:extLst>
                </p:cNvSpPr>
                <p:nvPr/>
              </p:nvSpPr>
              <p:spPr>
                <a:xfrm>
                  <a:off x="10439400" y="3676015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6531" y="0"/>
                      </a:moveTo>
                      <a:cubicBezTo>
                        <a:pt x="1814" y="635"/>
                        <a:pt x="0" y="1270"/>
                        <a:pt x="0" y="1270"/>
                      </a:cubicBezTo>
                      <a:cubicBezTo>
                        <a:pt x="4717" y="1270"/>
                        <a:pt x="7620" y="635"/>
                        <a:pt x="65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1" name="자유형 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xuV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UkAAJ8WAACtSQAAoxYAAAAAAAAmAAAACAAAAP//////////"/>
                    </a:ext>
                  </a:extLst>
                </p:cNvSpPr>
                <p:nvPr/>
              </p:nvSpPr>
              <p:spPr>
                <a:xfrm>
                  <a:off x="11948795" y="3677285"/>
                  <a:ext cx="27940" cy="2540"/>
                </a:xfrm>
                <a:custGeom>
                  <a:avLst/>
                  <a:gdLst/>
                  <a:ahLst/>
                  <a:cxnLst/>
                  <a:rect l="0" t="0" r="27940" b="2540"/>
                  <a:pathLst>
                    <a:path w="27940" h="2540">
                      <a:moveTo>
                        <a:pt x="0" y="1905"/>
                      </a:moveTo>
                      <a:lnTo>
                        <a:pt x="4843" y="2540"/>
                      </a:lnTo>
                      <a:cubicBezTo>
                        <a:pt x="11921" y="1905"/>
                        <a:pt x="19372" y="1270"/>
                        <a:pt x="27940" y="1905"/>
                      </a:cubicBezTo>
                      <a:cubicBezTo>
                        <a:pt x="19372" y="635"/>
                        <a:pt x="9313" y="0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0" name="자유형 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Jzd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zcAALwWAABwNwAAvRYAAAAAAAAmAAAACAAAAP//////////"/>
                    </a:ext>
                  </a:extLst>
                </p:cNvSpPr>
                <p:nvPr/>
              </p:nvSpPr>
              <p:spPr>
                <a:xfrm>
                  <a:off x="9008745" y="3695700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3175" y="635"/>
                      </a:moveTo>
                      <a:lnTo>
                        <a:pt x="396" y="0"/>
                      </a:lnTo>
                      <a:cubicBezTo>
                        <a:pt x="0" y="635"/>
                        <a:pt x="1190" y="635"/>
                        <a:pt x="317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9" name="곡선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8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DUAAJoWAACJNQAAmxYAAAAAAAAmAAAACAAAAP//////////"/>
                    </a:ext>
                  </a:extLst>
                </p:cNvSpPr>
                <p:nvPr/>
              </p:nvSpPr>
              <p:spPr>
                <a:xfrm>
                  <a:off x="8689340" y="367411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0" y="635"/>
                      </a:moveTo>
                      <a:cubicBezTo>
                        <a:pt x="3333" y="635"/>
                        <a:pt x="8519" y="635"/>
                        <a:pt x="13335" y="635"/>
                      </a:cubicBezTo>
                      <a:cubicBezTo>
                        <a:pt x="10742" y="0"/>
                        <a:pt x="7037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8" name="자유형 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xhOn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UsAAKAWAAAsSwAAohYAAAAAAAAmAAAACAAAAP//////////"/>
                    </a:ext>
                  </a:extLst>
                </p:cNvSpPr>
                <p:nvPr/>
              </p:nvSpPr>
              <p:spPr>
                <a:xfrm>
                  <a:off x="12212955" y="367792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cubicBezTo>
                        <a:pt x="6985" y="1270"/>
                        <a:pt x="1047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7" name="자유형 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l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EsAAK8WAABZSwAAsRYAAAAAAAAmAAAACAAAAP//////////"/>
                    </a:ext>
                  </a:extLst>
                </p:cNvSpPr>
                <p:nvPr/>
              </p:nvSpPr>
              <p:spPr>
                <a:xfrm>
                  <a:off x="12245340" y="3687445"/>
                  <a:ext cx="3175" cy="1270"/>
                </a:xfrm>
                <a:custGeom>
                  <a:avLst/>
                  <a:gdLst/>
                  <a:ahLst/>
                  <a:cxnLst/>
                  <a:rect l="0" t="0" r="3175" b="1270"/>
                  <a:pathLst>
                    <a:path w="3175" h="1270">
                      <a:moveTo>
                        <a:pt x="3175" y="0"/>
                      </a:moveTo>
                      <a:cubicBezTo>
                        <a:pt x="1587" y="423"/>
                        <a:pt x="396" y="847"/>
                        <a:pt x="0" y="1270"/>
                      </a:cubicBezTo>
                      <a:cubicBezTo>
                        <a:pt x="793" y="847"/>
                        <a:pt x="1587" y="423"/>
                        <a:pt x="31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6" name="곡선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wcn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kkAALcWAAARSQAAuBYAAAAAAAAmAAAACAAAAP//////////"/>
                    </a:ext>
                  </a:extLst>
                </p:cNvSpPr>
                <p:nvPr/>
              </p:nvSpPr>
              <p:spPr>
                <a:xfrm>
                  <a:off x="11875770" y="369252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381" y="0"/>
                      </a:moveTo>
                      <a:lnTo>
                        <a:pt x="0" y="0"/>
                      </a:lnTo>
                      <a:cubicBezTo>
                        <a:pt x="1905" y="635"/>
                        <a:pt x="1524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5" name="자유형 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rb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0sAAKMWAAAySwAAoxYAAAAAAAAmAAAACAAAAP//////////"/>
                    </a:ext>
                  </a:extLst>
                </p:cNvSpPr>
                <p:nvPr/>
              </p:nvSpPr>
              <p:spPr>
                <a:xfrm>
                  <a:off x="12214225" y="3679825"/>
                  <a:ext cx="9525" cy="0"/>
                </a:xfrm>
                <a:custGeom>
                  <a:avLst/>
                  <a:gdLst/>
                  <a:ahLst/>
                  <a:cxnLst/>
                  <a:rect l="0" t="0" r="9525" b="0"/>
                  <a:pathLst>
                    <a:path w="9525">
                      <a:moveTo>
                        <a:pt x="9525" y="0"/>
                      </a:moveTo>
                      <a:cubicBezTo>
                        <a:pt x="6858" y="0"/>
                        <a:pt x="3810" y="0"/>
                        <a:pt x="0" y="0"/>
                      </a:cubicBezTo>
                      <a:cubicBezTo>
                        <a:pt x="1905" y="0"/>
                        <a:pt x="4572" y="0"/>
                        <a:pt x="95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4" name="곡선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g9Il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0sAAKAWAAA7SwAAohYAAAAAAAAmAAAACAAAAP//////////"/>
                    </a:ext>
                  </a:extLst>
                </p:cNvSpPr>
                <p:nvPr/>
              </p:nvSpPr>
              <p:spPr>
                <a:xfrm>
                  <a:off x="12221845" y="367792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0" y="1270"/>
                      </a:moveTo>
                      <a:lnTo>
                        <a:pt x="6858" y="1270"/>
                      </a:lnTo>
                      <a:cubicBezTo>
                        <a:pt x="7620" y="1270"/>
                        <a:pt x="685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3" name="곡선8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Jzb2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UsAAKIWAAAjSwAAoxYAAAAAAAAmAAAACAAAAP//////////"/>
                    </a:ext>
                  </a:extLst>
                </p:cNvSpPr>
                <p:nvPr/>
              </p:nvSpPr>
              <p:spPr>
                <a:xfrm>
                  <a:off x="12202795" y="3679190"/>
                  <a:ext cx="11430" cy="635"/>
                </a:xfrm>
                <a:custGeom>
                  <a:avLst/>
                  <a:gdLst/>
                  <a:ahLst/>
                  <a:cxnLst/>
                  <a:rect l="0" t="0" r="11430" b="635"/>
                  <a:pathLst>
                    <a:path w="11430" h="635">
                      <a:moveTo>
                        <a:pt x="0" y="0"/>
                      </a:moveTo>
                      <a:cubicBezTo>
                        <a:pt x="4056" y="0"/>
                        <a:pt x="7743" y="0"/>
                        <a:pt x="11430" y="635"/>
                      </a:cubicBezTo>
                      <a:cubicBezTo>
                        <a:pt x="10324" y="0"/>
                        <a:pt x="9586" y="0"/>
                        <a:pt x="995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2" name="곡선9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l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TsAALYWAAAVOwAAuBYAAAAAAAAmAAAACAAAAP//////////"/>
                    </a:ext>
                  </a:extLst>
                </p:cNvSpPr>
                <p:nvPr/>
              </p:nvSpPr>
              <p:spPr>
                <a:xfrm>
                  <a:off x="9596755" y="369189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7620" y="0"/>
                      </a:moveTo>
                      <a:lnTo>
                        <a:pt x="6295" y="0"/>
                      </a:lnTo>
                      <a:cubicBezTo>
                        <a:pt x="0" y="1270"/>
                        <a:pt x="2650" y="635"/>
                        <a:pt x="76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1" name="곡선9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je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EUAAMMWAACqRQAAxBYAAAAAAAAmAAAACAAAAP//////////"/>
                    </a:ext>
                  </a:extLst>
                </p:cNvSpPr>
                <p:nvPr/>
              </p:nvSpPr>
              <p:spPr>
                <a:xfrm>
                  <a:off x="11323320" y="3700145"/>
                  <a:ext cx="1270" cy="635"/>
                </a:xfrm>
                <a:custGeom>
                  <a:avLst/>
                  <a:gdLst/>
                  <a:ahLst/>
                  <a:cxnLst/>
                  <a:rect l="0" t="0" r="1270" b="635"/>
                  <a:pathLst>
                    <a:path w="1270" h="635">
                      <a:moveTo>
                        <a:pt x="423" y="635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0" name="자유형 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ZMc3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0UAALkWAACoRQAAxhYAAAAAAAAmAAAACAAAAP//////////"/>
                    </a:ext>
                  </a:extLst>
                </p:cNvSpPr>
                <p:nvPr/>
              </p:nvSpPr>
              <p:spPr>
                <a:xfrm>
                  <a:off x="11297285" y="3693795"/>
                  <a:ext cx="26035" cy="8255"/>
                </a:xfrm>
                <a:custGeom>
                  <a:avLst/>
                  <a:gdLst/>
                  <a:ahLst/>
                  <a:cxnLst/>
                  <a:rect l="0" t="0" r="26035" b="8255"/>
                  <a:pathLst>
                    <a:path w="26035" h="8255">
                      <a:moveTo>
                        <a:pt x="0" y="8255"/>
                      </a:moveTo>
                      <a:cubicBezTo>
                        <a:pt x="11319" y="5341"/>
                        <a:pt x="17733" y="5827"/>
                        <a:pt x="26035" y="6312"/>
                      </a:cubicBezTo>
                      <a:lnTo>
                        <a:pt x="17356" y="0"/>
                      </a:lnTo>
                      <a:lnTo>
                        <a:pt x="0" y="82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9" name="자유형 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I9In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TQAAJMWAADgSwAAzRYAAAAAAAAmAAAACAAAAP//////////"/>
                    </a:ext>
                  </a:extLst>
                </p:cNvSpPr>
                <p:nvPr/>
              </p:nvSpPr>
              <p:spPr>
                <a:xfrm>
                  <a:off x="8611235" y="3669665"/>
                  <a:ext cx="3723005" cy="36830"/>
                </a:xfrm>
                <a:custGeom>
                  <a:avLst/>
                  <a:gdLst/>
                  <a:ahLst/>
                  <a:cxnLst/>
                  <a:rect l="0" t="0" r="3723005" b="36830"/>
                  <a:pathLst>
                    <a:path w="3723005" h="36830">
                      <a:moveTo>
                        <a:pt x="916460" y="5893"/>
                      </a:moveTo>
                      <a:lnTo>
                        <a:pt x="921285" y="6384"/>
                      </a:lnTo>
                      <a:cubicBezTo>
                        <a:pt x="910521" y="7366"/>
                        <a:pt x="913491" y="6384"/>
                        <a:pt x="916460" y="5893"/>
                      </a:cubicBezTo>
                      <a:close/>
                      <a:moveTo>
                        <a:pt x="3546691" y="12277"/>
                      </a:moveTo>
                      <a:cubicBezTo>
                        <a:pt x="3549289" y="11786"/>
                        <a:pt x="3548918" y="11295"/>
                        <a:pt x="3548175" y="11295"/>
                      </a:cubicBezTo>
                      <a:cubicBezTo>
                        <a:pt x="3546320" y="11786"/>
                        <a:pt x="3540752" y="11786"/>
                        <a:pt x="3534442" y="11786"/>
                      </a:cubicBezTo>
                      <a:cubicBezTo>
                        <a:pt x="3536297" y="12277"/>
                        <a:pt x="3539638" y="12768"/>
                        <a:pt x="3546691" y="12277"/>
                      </a:cubicBezTo>
                      <a:close/>
                      <a:moveTo>
                        <a:pt x="3522192" y="11295"/>
                      </a:moveTo>
                      <a:lnTo>
                        <a:pt x="3521821" y="11295"/>
                      </a:lnTo>
                      <a:cubicBezTo>
                        <a:pt x="3509943" y="10312"/>
                        <a:pt x="3514026" y="10803"/>
                        <a:pt x="3522192" y="11295"/>
                      </a:cubicBezTo>
                      <a:close/>
                      <a:moveTo>
                        <a:pt x="2366687" y="24553"/>
                      </a:moveTo>
                      <a:cubicBezTo>
                        <a:pt x="2362604" y="25535"/>
                        <a:pt x="2356665" y="25044"/>
                        <a:pt x="2349613" y="24062"/>
                      </a:cubicBezTo>
                      <a:cubicBezTo>
                        <a:pt x="2354809" y="24062"/>
                        <a:pt x="2360377" y="24062"/>
                        <a:pt x="2366687" y="24553"/>
                      </a:cubicBezTo>
                      <a:close/>
                      <a:moveTo>
                        <a:pt x="1951700" y="29464"/>
                      </a:moveTo>
                      <a:cubicBezTo>
                        <a:pt x="1946504" y="29955"/>
                        <a:pt x="1936111" y="31428"/>
                        <a:pt x="1932028" y="29955"/>
                      </a:cubicBezTo>
                      <a:cubicBezTo>
                        <a:pt x="1938338" y="27009"/>
                        <a:pt x="1942792" y="28482"/>
                        <a:pt x="1951700" y="29464"/>
                      </a:cubicBezTo>
                      <a:close/>
                      <a:moveTo>
                        <a:pt x="1678878" y="29955"/>
                      </a:moveTo>
                      <a:lnTo>
                        <a:pt x="1697066" y="31919"/>
                      </a:lnTo>
                      <a:cubicBezTo>
                        <a:pt x="1675166" y="34866"/>
                        <a:pt x="1659205" y="33884"/>
                        <a:pt x="1676280" y="36830"/>
                      </a:cubicBezTo>
                      <a:cubicBezTo>
                        <a:pt x="1678878" y="29955"/>
                        <a:pt x="1747176" y="36339"/>
                        <a:pt x="1749775" y="29464"/>
                      </a:cubicBezTo>
                      <a:lnTo>
                        <a:pt x="1762024" y="30937"/>
                      </a:lnTo>
                      <a:cubicBezTo>
                        <a:pt x="1758312" y="30937"/>
                        <a:pt x="1757941" y="31428"/>
                        <a:pt x="1754600" y="31428"/>
                      </a:cubicBezTo>
                      <a:cubicBezTo>
                        <a:pt x="1777985" y="34375"/>
                        <a:pt x="1772046" y="26518"/>
                        <a:pt x="1802112" y="27500"/>
                      </a:cubicBezTo>
                      <a:cubicBezTo>
                        <a:pt x="1812505" y="27991"/>
                        <a:pt x="1819929" y="28973"/>
                        <a:pt x="1812877" y="29955"/>
                      </a:cubicBezTo>
                      <a:lnTo>
                        <a:pt x="1836261" y="27991"/>
                      </a:lnTo>
                      <a:cubicBezTo>
                        <a:pt x="1842943" y="28482"/>
                        <a:pt x="1841458" y="29464"/>
                        <a:pt x="1834405" y="29464"/>
                      </a:cubicBezTo>
                      <a:lnTo>
                        <a:pt x="1870410" y="28973"/>
                      </a:lnTo>
                      <a:lnTo>
                        <a:pt x="1870039" y="28973"/>
                      </a:lnTo>
                      <a:cubicBezTo>
                        <a:pt x="1875236" y="27991"/>
                        <a:pt x="1886743" y="26518"/>
                        <a:pt x="1892311" y="25535"/>
                      </a:cubicBezTo>
                      <a:cubicBezTo>
                        <a:pt x="1901219" y="26518"/>
                        <a:pt x="1887856" y="26518"/>
                        <a:pt x="1890083" y="27500"/>
                      </a:cubicBezTo>
                      <a:lnTo>
                        <a:pt x="1909756" y="25535"/>
                      </a:lnTo>
                      <a:cubicBezTo>
                        <a:pt x="1917922" y="27500"/>
                        <a:pt x="1901590" y="28973"/>
                        <a:pt x="1887856" y="28973"/>
                      </a:cubicBezTo>
                      <a:cubicBezTo>
                        <a:pt x="1906416" y="35848"/>
                        <a:pt x="1904188" y="27009"/>
                        <a:pt x="1944277" y="31428"/>
                      </a:cubicBezTo>
                      <a:lnTo>
                        <a:pt x="1925346" y="31919"/>
                      </a:lnTo>
                      <a:cubicBezTo>
                        <a:pt x="1937595" y="35848"/>
                        <a:pt x="1952072" y="34375"/>
                        <a:pt x="1973229" y="36830"/>
                      </a:cubicBezTo>
                      <a:cubicBezTo>
                        <a:pt x="1968033" y="35848"/>
                        <a:pt x="1930914" y="30937"/>
                        <a:pt x="1952443" y="29464"/>
                      </a:cubicBezTo>
                      <a:cubicBezTo>
                        <a:pt x="1958382" y="29955"/>
                        <a:pt x="1966548" y="29955"/>
                        <a:pt x="1978055" y="28973"/>
                      </a:cubicBezTo>
                      <a:cubicBezTo>
                        <a:pt x="1978055" y="30937"/>
                        <a:pt x="1989190" y="30446"/>
                        <a:pt x="2003667" y="30446"/>
                      </a:cubicBezTo>
                      <a:lnTo>
                        <a:pt x="2002553" y="33884"/>
                      </a:lnTo>
                      <a:cubicBezTo>
                        <a:pt x="2017772" y="32901"/>
                        <a:pt x="2016658" y="31428"/>
                        <a:pt x="2025567" y="29955"/>
                      </a:cubicBezTo>
                      <a:cubicBezTo>
                        <a:pt x="2042641" y="29955"/>
                        <a:pt x="2046353" y="32410"/>
                        <a:pt x="2050065" y="34866"/>
                      </a:cubicBezTo>
                      <a:cubicBezTo>
                        <a:pt x="2077533" y="35357"/>
                        <a:pt x="2031506" y="30937"/>
                        <a:pt x="2063799" y="30446"/>
                      </a:cubicBezTo>
                      <a:cubicBezTo>
                        <a:pt x="2086441" y="31428"/>
                        <a:pt x="2102402" y="30446"/>
                        <a:pt x="2129499" y="28482"/>
                      </a:cubicBezTo>
                      <a:cubicBezTo>
                        <a:pt x="2145460" y="29464"/>
                        <a:pt x="2126901" y="30446"/>
                        <a:pt x="2132468" y="31428"/>
                      </a:cubicBezTo>
                      <a:lnTo>
                        <a:pt x="2146574" y="28973"/>
                      </a:lnTo>
                      <a:cubicBezTo>
                        <a:pt x="2149914" y="28973"/>
                        <a:pt x="2148801" y="29464"/>
                        <a:pt x="2148430" y="29955"/>
                      </a:cubicBezTo>
                      <a:cubicBezTo>
                        <a:pt x="2160307" y="28973"/>
                        <a:pt x="2149172" y="27009"/>
                        <a:pt x="2168102" y="26027"/>
                      </a:cubicBezTo>
                      <a:cubicBezTo>
                        <a:pt x="2172928" y="22589"/>
                        <a:pt x="2206335" y="31428"/>
                        <a:pt x="2229348" y="27500"/>
                      </a:cubicBezTo>
                      <a:cubicBezTo>
                        <a:pt x="2234916" y="28482"/>
                        <a:pt x="2226750" y="29464"/>
                        <a:pt x="2228235" y="30446"/>
                      </a:cubicBezTo>
                      <a:cubicBezTo>
                        <a:pt x="2260157" y="27991"/>
                        <a:pt x="2255703" y="28973"/>
                        <a:pt x="2281686" y="25535"/>
                      </a:cubicBezTo>
                      <a:lnTo>
                        <a:pt x="2303586" y="27500"/>
                      </a:lnTo>
                      <a:cubicBezTo>
                        <a:pt x="2287625" y="25044"/>
                        <a:pt x="2308411" y="22098"/>
                        <a:pt x="2326599" y="20134"/>
                      </a:cubicBezTo>
                      <a:cubicBezTo>
                        <a:pt x="2320660" y="18661"/>
                        <a:pt x="2315835" y="17678"/>
                        <a:pt x="2312494" y="17187"/>
                      </a:cubicBezTo>
                      <a:lnTo>
                        <a:pt x="2341447" y="15714"/>
                      </a:lnTo>
                      <a:cubicBezTo>
                        <a:pt x="2345159" y="16205"/>
                        <a:pt x="2342189" y="17187"/>
                        <a:pt x="2337364" y="18661"/>
                      </a:cubicBezTo>
                      <a:lnTo>
                        <a:pt x="2342560" y="17678"/>
                      </a:lnTo>
                      <a:cubicBezTo>
                        <a:pt x="2352954" y="19152"/>
                        <a:pt x="2347757" y="21116"/>
                        <a:pt x="2340333" y="22589"/>
                      </a:cubicBezTo>
                      <a:lnTo>
                        <a:pt x="2329940" y="20625"/>
                      </a:lnTo>
                      <a:cubicBezTo>
                        <a:pt x="2322516" y="22589"/>
                        <a:pt x="2315835" y="24553"/>
                        <a:pt x="2317320" y="26518"/>
                      </a:cubicBezTo>
                      <a:cubicBezTo>
                        <a:pt x="2319175" y="26027"/>
                        <a:pt x="2322887" y="26027"/>
                        <a:pt x="2326970" y="25535"/>
                      </a:cubicBezTo>
                      <a:cubicBezTo>
                        <a:pt x="2325114" y="26027"/>
                        <a:pt x="2324001" y="26518"/>
                        <a:pt x="2324743" y="27009"/>
                      </a:cubicBezTo>
                      <a:cubicBezTo>
                        <a:pt x="2325857" y="27500"/>
                        <a:pt x="2328826" y="26518"/>
                        <a:pt x="2333652" y="26027"/>
                      </a:cubicBezTo>
                      <a:lnTo>
                        <a:pt x="2339962" y="29464"/>
                      </a:lnTo>
                      <a:lnTo>
                        <a:pt x="2341818" y="27991"/>
                      </a:lnTo>
                      <a:lnTo>
                        <a:pt x="2379679" y="30446"/>
                      </a:lnTo>
                      <a:cubicBezTo>
                        <a:pt x="2407147" y="27009"/>
                        <a:pt x="2430532" y="21607"/>
                        <a:pt x="2473960" y="20134"/>
                      </a:cubicBezTo>
                      <a:cubicBezTo>
                        <a:pt x="2463196" y="23080"/>
                        <a:pt x="2471733" y="24553"/>
                        <a:pt x="2470991" y="27500"/>
                      </a:cubicBezTo>
                      <a:cubicBezTo>
                        <a:pt x="2459113" y="24553"/>
                        <a:pt x="2437584" y="28973"/>
                        <a:pt x="2415313" y="28482"/>
                      </a:cubicBezTo>
                      <a:cubicBezTo>
                        <a:pt x="2426820" y="28482"/>
                        <a:pt x="2424221" y="29955"/>
                        <a:pt x="2421252" y="30446"/>
                      </a:cubicBezTo>
                      <a:lnTo>
                        <a:pt x="2461340" y="27991"/>
                      </a:lnTo>
                      <a:cubicBezTo>
                        <a:pt x="2460227" y="30446"/>
                        <a:pt x="2469877" y="29464"/>
                        <a:pt x="2480271" y="30937"/>
                      </a:cubicBezTo>
                      <a:cubicBezTo>
                        <a:pt x="2472105" y="25535"/>
                        <a:pt x="2509966" y="27500"/>
                        <a:pt x="2526298" y="26027"/>
                      </a:cubicBezTo>
                      <a:cubicBezTo>
                        <a:pt x="2527040" y="27500"/>
                        <a:pt x="2523328" y="29464"/>
                        <a:pt x="2503284" y="28973"/>
                      </a:cubicBezTo>
                      <a:cubicBezTo>
                        <a:pt x="2525184" y="32901"/>
                        <a:pt x="2531866" y="23080"/>
                        <a:pt x="2553394" y="26518"/>
                      </a:cubicBezTo>
                      <a:cubicBezTo>
                        <a:pt x="2548198" y="26518"/>
                        <a:pt x="2545600" y="26027"/>
                        <a:pt x="2543744" y="27009"/>
                      </a:cubicBezTo>
                      <a:cubicBezTo>
                        <a:pt x="2555250" y="25535"/>
                        <a:pt x="2582718" y="27009"/>
                        <a:pt x="2576408" y="28482"/>
                      </a:cubicBezTo>
                      <a:lnTo>
                        <a:pt x="2571583" y="28482"/>
                      </a:lnTo>
                      <a:cubicBezTo>
                        <a:pt x="2603505" y="28973"/>
                        <a:pt x="2669205" y="28482"/>
                        <a:pt x="2674030" y="24553"/>
                      </a:cubicBezTo>
                      <a:cubicBezTo>
                        <a:pt x="2674401" y="25044"/>
                        <a:pt x="2669947" y="29464"/>
                        <a:pt x="2668091" y="30446"/>
                      </a:cubicBezTo>
                      <a:lnTo>
                        <a:pt x="2725254" y="16205"/>
                      </a:lnTo>
                      <a:cubicBezTo>
                        <a:pt x="2720429" y="20134"/>
                        <a:pt x="2739730" y="28482"/>
                        <a:pt x="2713005" y="30446"/>
                      </a:cubicBezTo>
                      <a:cubicBezTo>
                        <a:pt x="2720800" y="30937"/>
                        <a:pt x="2730079" y="31919"/>
                        <a:pt x="2746412" y="30446"/>
                      </a:cubicBezTo>
                      <a:cubicBezTo>
                        <a:pt x="2741215" y="29955"/>
                        <a:pt x="2733420" y="25044"/>
                        <a:pt x="2740473" y="25044"/>
                      </a:cubicBezTo>
                      <a:cubicBezTo>
                        <a:pt x="2760146" y="28973"/>
                        <a:pt x="2754207" y="27009"/>
                        <a:pt x="2778334" y="30446"/>
                      </a:cubicBezTo>
                      <a:cubicBezTo>
                        <a:pt x="2770168" y="29955"/>
                        <a:pt x="2779076" y="24062"/>
                        <a:pt x="2791325" y="24553"/>
                      </a:cubicBezTo>
                      <a:cubicBezTo>
                        <a:pt x="2789469" y="25044"/>
                        <a:pt x="2792439" y="29955"/>
                        <a:pt x="2787985" y="30446"/>
                      </a:cubicBezTo>
                      <a:lnTo>
                        <a:pt x="2818793" y="25044"/>
                      </a:lnTo>
                      <a:cubicBezTo>
                        <a:pt x="2810998" y="26027"/>
                        <a:pt x="2817308" y="29955"/>
                        <a:pt x="2824361" y="31428"/>
                      </a:cubicBezTo>
                      <a:cubicBezTo>
                        <a:pt x="2821020" y="30446"/>
                        <a:pt x="2850715" y="31428"/>
                        <a:pt x="2858881" y="30937"/>
                      </a:cubicBezTo>
                      <a:lnTo>
                        <a:pt x="2845890" y="29955"/>
                      </a:lnTo>
                      <a:cubicBezTo>
                        <a:pt x="2880781" y="30937"/>
                        <a:pt x="2880410" y="22098"/>
                        <a:pt x="2914931" y="22589"/>
                      </a:cubicBezTo>
                      <a:cubicBezTo>
                        <a:pt x="2910847" y="23571"/>
                        <a:pt x="2904537" y="29464"/>
                        <a:pt x="2921983" y="30446"/>
                      </a:cubicBezTo>
                      <a:cubicBezTo>
                        <a:pt x="2930149" y="27500"/>
                        <a:pt x="2957617" y="16696"/>
                        <a:pt x="2988054" y="14241"/>
                      </a:cubicBezTo>
                      <a:lnTo>
                        <a:pt x="2993993" y="16205"/>
                      </a:lnTo>
                      <a:lnTo>
                        <a:pt x="3017378" y="14241"/>
                      </a:lnTo>
                      <a:cubicBezTo>
                        <a:pt x="3002902" y="18661"/>
                        <a:pt x="2962071" y="27500"/>
                        <a:pt x="2939429" y="30937"/>
                      </a:cubicBezTo>
                      <a:cubicBezTo>
                        <a:pt x="2952420" y="32410"/>
                        <a:pt x="2943141" y="32901"/>
                        <a:pt x="2962814" y="32901"/>
                      </a:cubicBezTo>
                      <a:cubicBezTo>
                        <a:pt x="2969495" y="34375"/>
                        <a:pt x="2952049" y="35357"/>
                        <a:pt x="2946481" y="35357"/>
                      </a:cubicBezTo>
                      <a:lnTo>
                        <a:pt x="2991766" y="36339"/>
                      </a:lnTo>
                      <a:cubicBezTo>
                        <a:pt x="2989539" y="32901"/>
                        <a:pt x="3026287" y="32901"/>
                        <a:pt x="3024802" y="30446"/>
                      </a:cubicBezTo>
                      <a:lnTo>
                        <a:pt x="2975434" y="33393"/>
                      </a:lnTo>
                      <a:cubicBezTo>
                        <a:pt x="2973578" y="30446"/>
                        <a:pt x="3004015" y="24062"/>
                        <a:pt x="3035937" y="25044"/>
                      </a:cubicBezTo>
                      <a:cubicBezTo>
                        <a:pt x="3044104" y="26027"/>
                        <a:pt x="3029998" y="30937"/>
                        <a:pt x="3030741" y="31919"/>
                      </a:cubicBezTo>
                      <a:cubicBezTo>
                        <a:pt x="3034824" y="30937"/>
                        <a:pt x="3061178" y="29955"/>
                        <a:pt x="3064148" y="30446"/>
                      </a:cubicBezTo>
                      <a:lnTo>
                        <a:pt x="3050414" y="32410"/>
                      </a:lnTo>
                      <a:cubicBezTo>
                        <a:pt x="3068231" y="33884"/>
                        <a:pt x="3079738" y="27991"/>
                        <a:pt x="3101266" y="31428"/>
                      </a:cubicBezTo>
                      <a:cubicBezTo>
                        <a:pt x="3108690" y="31428"/>
                        <a:pt x="3123166" y="35848"/>
                        <a:pt x="3124651" y="33884"/>
                      </a:cubicBezTo>
                      <a:cubicBezTo>
                        <a:pt x="3112402" y="29955"/>
                        <a:pt x="3110175" y="18169"/>
                        <a:pt x="3118341" y="15223"/>
                      </a:cubicBezTo>
                      <a:cubicBezTo>
                        <a:pt x="3120939" y="15223"/>
                        <a:pt x="3156944" y="18661"/>
                        <a:pt x="3165482" y="20625"/>
                      </a:cubicBezTo>
                      <a:cubicBezTo>
                        <a:pt x="3177731" y="23571"/>
                        <a:pt x="3147294" y="27991"/>
                        <a:pt x="3157687" y="30446"/>
                      </a:cubicBezTo>
                      <a:cubicBezTo>
                        <a:pt x="3158058" y="29464"/>
                        <a:pt x="3164739" y="28482"/>
                        <a:pt x="3167709" y="27991"/>
                      </a:cubicBezTo>
                      <a:cubicBezTo>
                        <a:pt x="3175504" y="28973"/>
                        <a:pt x="3164368" y="30937"/>
                        <a:pt x="3181443" y="30446"/>
                      </a:cubicBezTo>
                      <a:cubicBezTo>
                        <a:pt x="3184041" y="27009"/>
                        <a:pt x="3215963" y="30937"/>
                        <a:pt x="3189238" y="27500"/>
                      </a:cubicBezTo>
                      <a:cubicBezTo>
                        <a:pt x="3205941" y="27009"/>
                        <a:pt x="3207055" y="28482"/>
                        <a:pt x="3226356" y="28482"/>
                      </a:cubicBezTo>
                      <a:cubicBezTo>
                        <a:pt x="3220046" y="26027"/>
                        <a:pt x="3243802" y="21116"/>
                        <a:pt x="3260506" y="20134"/>
                      </a:cubicBezTo>
                      <a:cubicBezTo>
                        <a:pt x="3259392" y="20625"/>
                        <a:pt x="3263104" y="22098"/>
                        <a:pt x="3264960" y="22589"/>
                      </a:cubicBezTo>
                      <a:cubicBezTo>
                        <a:pt x="3299109" y="23080"/>
                        <a:pt x="3317297" y="24553"/>
                        <a:pt x="3348848" y="24553"/>
                      </a:cubicBezTo>
                      <a:cubicBezTo>
                        <a:pt x="3351818" y="25535"/>
                        <a:pt x="3367036" y="26518"/>
                        <a:pt x="3360726" y="27991"/>
                      </a:cubicBezTo>
                      <a:cubicBezTo>
                        <a:pt x="3365180" y="27500"/>
                        <a:pt x="3369263" y="26027"/>
                        <a:pt x="3378914" y="26027"/>
                      </a:cubicBezTo>
                      <a:cubicBezTo>
                        <a:pt x="3397845" y="28973"/>
                        <a:pt x="3357385" y="26518"/>
                        <a:pt x="3371862" y="29955"/>
                      </a:cubicBezTo>
                      <a:cubicBezTo>
                        <a:pt x="3372975" y="27991"/>
                        <a:pt x="3397102" y="27500"/>
                        <a:pt x="3410836" y="26027"/>
                      </a:cubicBezTo>
                      <a:cubicBezTo>
                        <a:pt x="3406753" y="23080"/>
                        <a:pt x="3378914" y="25535"/>
                        <a:pt x="3364809" y="26518"/>
                      </a:cubicBezTo>
                      <a:cubicBezTo>
                        <a:pt x="3364809" y="22589"/>
                        <a:pt x="3388936" y="18169"/>
                        <a:pt x="3421972" y="16205"/>
                      </a:cubicBezTo>
                      <a:cubicBezTo>
                        <a:pt x="3448326" y="15223"/>
                        <a:pt x="3433479" y="19152"/>
                        <a:pt x="3437933" y="18661"/>
                      </a:cubicBezTo>
                      <a:cubicBezTo>
                        <a:pt x="3487301" y="19152"/>
                        <a:pt x="3480248" y="11295"/>
                        <a:pt x="3521079" y="14241"/>
                      </a:cubicBezTo>
                      <a:cubicBezTo>
                        <a:pt x="3537411" y="17187"/>
                        <a:pt x="3521821" y="19643"/>
                        <a:pt x="3525533" y="21607"/>
                      </a:cubicBezTo>
                      <a:cubicBezTo>
                        <a:pt x="3504004" y="22589"/>
                        <a:pt x="3492497" y="19643"/>
                        <a:pt x="3478021" y="19643"/>
                      </a:cubicBezTo>
                      <a:lnTo>
                        <a:pt x="3495838" y="21116"/>
                      </a:lnTo>
                      <a:cubicBezTo>
                        <a:pt x="3489157" y="22098"/>
                        <a:pt x="3474680" y="22589"/>
                        <a:pt x="3466886" y="22098"/>
                      </a:cubicBezTo>
                      <a:cubicBezTo>
                        <a:pt x="3480619" y="24553"/>
                        <a:pt x="3550403" y="22589"/>
                        <a:pt x="3588635" y="25044"/>
                      </a:cubicBezTo>
                      <a:cubicBezTo>
                        <a:pt x="3595316" y="24062"/>
                        <a:pt x="3607194" y="23080"/>
                        <a:pt x="3601626" y="22098"/>
                      </a:cubicBezTo>
                      <a:lnTo>
                        <a:pt x="3589377" y="22098"/>
                      </a:lnTo>
                      <a:cubicBezTo>
                        <a:pt x="3578242" y="20134"/>
                        <a:pt x="3612391" y="19152"/>
                        <a:pt x="3596801" y="18169"/>
                      </a:cubicBezTo>
                      <a:cubicBezTo>
                        <a:pt x="3613133" y="16696"/>
                        <a:pt x="3631321" y="14241"/>
                        <a:pt x="3653964" y="15714"/>
                      </a:cubicBezTo>
                      <a:lnTo>
                        <a:pt x="3658418" y="18661"/>
                      </a:lnTo>
                      <a:cubicBezTo>
                        <a:pt x="3657676" y="17678"/>
                        <a:pt x="3643570" y="17187"/>
                        <a:pt x="3636889" y="17678"/>
                      </a:cubicBezTo>
                      <a:cubicBezTo>
                        <a:pt x="3646540" y="16696"/>
                        <a:pt x="3671781" y="22098"/>
                        <a:pt x="3682174" y="18169"/>
                      </a:cubicBezTo>
                      <a:lnTo>
                        <a:pt x="3666213" y="15714"/>
                      </a:lnTo>
                      <a:cubicBezTo>
                        <a:pt x="3682545" y="14241"/>
                        <a:pt x="3702589" y="11295"/>
                        <a:pt x="3723005" y="12277"/>
                      </a:cubicBezTo>
                      <a:cubicBezTo>
                        <a:pt x="3713725" y="9330"/>
                        <a:pt x="3718179" y="12768"/>
                        <a:pt x="3704074" y="8839"/>
                      </a:cubicBezTo>
                      <a:cubicBezTo>
                        <a:pt x="3716323" y="13259"/>
                        <a:pt x="3652108" y="8839"/>
                        <a:pt x="3672152" y="13259"/>
                      </a:cubicBezTo>
                      <a:cubicBezTo>
                        <a:pt x="3657676" y="9330"/>
                        <a:pt x="3646911" y="11786"/>
                        <a:pt x="3627609" y="7857"/>
                      </a:cubicBezTo>
                      <a:cubicBezTo>
                        <a:pt x="3627981" y="8839"/>
                        <a:pt x="3634291" y="9821"/>
                        <a:pt x="3617587" y="9330"/>
                      </a:cubicBezTo>
                      <a:cubicBezTo>
                        <a:pt x="3616474" y="9821"/>
                        <a:pt x="3614989" y="10312"/>
                        <a:pt x="3613504" y="10312"/>
                      </a:cubicBezTo>
                      <a:lnTo>
                        <a:pt x="3612391" y="10312"/>
                      </a:lnTo>
                      <a:lnTo>
                        <a:pt x="3613504" y="10312"/>
                      </a:lnTo>
                      <a:cubicBezTo>
                        <a:pt x="3612762" y="10312"/>
                        <a:pt x="3612762" y="10803"/>
                        <a:pt x="3613876" y="10312"/>
                      </a:cubicBezTo>
                      <a:cubicBezTo>
                        <a:pt x="3617959" y="10803"/>
                        <a:pt x="3621299" y="11295"/>
                        <a:pt x="3622413" y="11786"/>
                      </a:cubicBezTo>
                      <a:cubicBezTo>
                        <a:pt x="3613876" y="14241"/>
                        <a:pt x="3587150" y="14241"/>
                        <a:pt x="3577870" y="15223"/>
                      </a:cubicBezTo>
                      <a:cubicBezTo>
                        <a:pt x="3567848" y="14732"/>
                        <a:pt x="3582325" y="14241"/>
                        <a:pt x="3576757" y="13259"/>
                      </a:cubicBezTo>
                      <a:lnTo>
                        <a:pt x="3563023" y="14732"/>
                      </a:lnTo>
                      <a:cubicBezTo>
                        <a:pt x="3561909" y="12768"/>
                        <a:pt x="3536297" y="11295"/>
                        <a:pt x="3560053" y="9821"/>
                      </a:cubicBezTo>
                      <a:lnTo>
                        <a:pt x="3538896" y="9821"/>
                      </a:lnTo>
                      <a:cubicBezTo>
                        <a:pt x="3526275" y="8348"/>
                        <a:pt x="3508830" y="7857"/>
                        <a:pt x="3498436" y="8839"/>
                      </a:cubicBezTo>
                      <a:cubicBezTo>
                        <a:pt x="3488414" y="8348"/>
                        <a:pt x="3472825" y="11295"/>
                        <a:pt x="3481733" y="9330"/>
                      </a:cubicBezTo>
                      <a:lnTo>
                        <a:pt x="3448326" y="10803"/>
                      </a:lnTo>
                      <a:lnTo>
                        <a:pt x="3447955" y="10312"/>
                      </a:lnTo>
                      <a:cubicBezTo>
                        <a:pt x="3414919" y="9821"/>
                        <a:pt x="3380028" y="13750"/>
                        <a:pt x="3342167" y="9821"/>
                      </a:cubicBezTo>
                      <a:cubicBezTo>
                        <a:pt x="3331031" y="10312"/>
                        <a:pt x="3319895" y="10803"/>
                        <a:pt x="3300965" y="10312"/>
                      </a:cubicBezTo>
                      <a:lnTo>
                        <a:pt x="3297624" y="8348"/>
                      </a:lnTo>
                      <a:cubicBezTo>
                        <a:pt x="3283148" y="8839"/>
                        <a:pt x="3254567" y="6384"/>
                        <a:pt x="3248628" y="8348"/>
                      </a:cubicBezTo>
                      <a:cubicBezTo>
                        <a:pt x="3233038" y="3437"/>
                        <a:pt x="3179216" y="6875"/>
                        <a:pt x="3154346" y="5893"/>
                      </a:cubicBezTo>
                      <a:lnTo>
                        <a:pt x="3153233" y="8348"/>
                      </a:lnTo>
                      <a:cubicBezTo>
                        <a:pt x="3136158" y="8348"/>
                        <a:pt x="3119455" y="8839"/>
                        <a:pt x="3097926" y="9821"/>
                      </a:cubicBezTo>
                      <a:lnTo>
                        <a:pt x="3099410" y="12277"/>
                      </a:lnTo>
                      <a:cubicBezTo>
                        <a:pt x="3080851" y="13750"/>
                        <a:pt x="3051899" y="10312"/>
                        <a:pt x="3022575" y="10803"/>
                      </a:cubicBezTo>
                      <a:cubicBezTo>
                        <a:pt x="3024802" y="9821"/>
                        <a:pt x="3032226" y="9821"/>
                        <a:pt x="3037422" y="10312"/>
                      </a:cubicBezTo>
                      <a:cubicBezTo>
                        <a:pt x="3002531" y="5402"/>
                        <a:pt x="2963556" y="13750"/>
                        <a:pt x="2932005" y="10312"/>
                      </a:cubicBezTo>
                      <a:cubicBezTo>
                        <a:pt x="2924210" y="10803"/>
                        <a:pt x="2918271" y="10803"/>
                        <a:pt x="2913075" y="10312"/>
                      </a:cubicBezTo>
                      <a:cubicBezTo>
                        <a:pt x="2913817" y="10312"/>
                        <a:pt x="2914188" y="10312"/>
                        <a:pt x="2914931" y="9821"/>
                      </a:cubicBezTo>
                      <a:lnTo>
                        <a:pt x="2911590" y="9821"/>
                      </a:lnTo>
                      <a:lnTo>
                        <a:pt x="2900825" y="8839"/>
                      </a:lnTo>
                      <a:cubicBezTo>
                        <a:pt x="2903795" y="9330"/>
                        <a:pt x="2907136" y="9821"/>
                        <a:pt x="2909734" y="9821"/>
                      </a:cubicBezTo>
                      <a:cubicBezTo>
                        <a:pt x="2903795" y="9821"/>
                        <a:pt x="2894515" y="10312"/>
                        <a:pt x="2885607" y="10803"/>
                      </a:cubicBezTo>
                      <a:lnTo>
                        <a:pt x="2881524" y="8348"/>
                      </a:lnTo>
                      <a:lnTo>
                        <a:pt x="2879668" y="8348"/>
                      </a:lnTo>
                      <a:cubicBezTo>
                        <a:pt x="2870759" y="7366"/>
                        <a:pt x="2872615" y="9330"/>
                        <a:pt x="2877069" y="11295"/>
                      </a:cubicBezTo>
                      <a:cubicBezTo>
                        <a:pt x="2872615" y="11786"/>
                        <a:pt x="2868532" y="12277"/>
                        <a:pt x="2865191" y="12768"/>
                      </a:cubicBezTo>
                      <a:cubicBezTo>
                        <a:pt x="2858139" y="8839"/>
                        <a:pt x="2841436" y="14241"/>
                        <a:pt x="2831785" y="9821"/>
                      </a:cubicBezTo>
                      <a:cubicBezTo>
                        <a:pt x="2825474" y="11786"/>
                        <a:pt x="2786129" y="11295"/>
                        <a:pt x="2781303" y="15714"/>
                      </a:cubicBezTo>
                      <a:cubicBezTo>
                        <a:pt x="2780932" y="14732"/>
                        <a:pt x="2778334" y="14732"/>
                        <a:pt x="2783159" y="14732"/>
                      </a:cubicBezTo>
                      <a:cubicBezTo>
                        <a:pt x="2773137" y="14241"/>
                        <a:pt x="2763115" y="13750"/>
                        <a:pt x="2754207" y="14732"/>
                      </a:cubicBezTo>
                      <a:lnTo>
                        <a:pt x="2749752" y="11786"/>
                      </a:lnTo>
                      <a:lnTo>
                        <a:pt x="2727852" y="15714"/>
                      </a:lnTo>
                      <a:cubicBezTo>
                        <a:pt x="2714490" y="13750"/>
                        <a:pt x="2708922" y="12768"/>
                        <a:pt x="2722285" y="10312"/>
                      </a:cubicBezTo>
                      <a:cubicBezTo>
                        <a:pt x="2689991" y="13750"/>
                        <a:pt x="2695930" y="11786"/>
                        <a:pt x="2668834" y="15223"/>
                      </a:cubicBezTo>
                      <a:lnTo>
                        <a:pt x="2670318" y="13259"/>
                      </a:lnTo>
                      <a:cubicBezTo>
                        <a:pt x="2660296" y="13259"/>
                        <a:pt x="2644706" y="15714"/>
                        <a:pt x="2638767" y="14241"/>
                      </a:cubicBezTo>
                      <a:cubicBezTo>
                        <a:pt x="2617239" y="10312"/>
                        <a:pt x="2531123" y="13259"/>
                        <a:pt x="2475074" y="9821"/>
                      </a:cubicBezTo>
                      <a:cubicBezTo>
                        <a:pt x="2485838" y="15714"/>
                        <a:pt x="2449091" y="6875"/>
                        <a:pt x="2446864" y="11786"/>
                      </a:cubicBezTo>
                      <a:cubicBezTo>
                        <a:pt x="2443523" y="10312"/>
                        <a:pt x="2435728" y="9330"/>
                        <a:pt x="2444637" y="8348"/>
                      </a:cubicBezTo>
                      <a:cubicBezTo>
                        <a:pt x="2416055" y="9330"/>
                        <a:pt x="2401950" y="5893"/>
                        <a:pt x="2382277" y="9821"/>
                      </a:cubicBezTo>
                      <a:cubicBezTo>
                        <a:pt x="2378937" y="8348"/>
                        <a:pt x="2388216" y="7857"/>
                        <a:pt x="2385247" y="6875"/>
                      </a:cubicBezTo>
                      <a:cubicBezTo>
                        <a:pt x="2383020" y="6875"/>
                        <a:pt x="2376338" y="7857"/>
                        <a:pt x="2373369" y="7366"/>
                      </a:cubicBezTo>
                      <a:cubicBezTo>
                        <a:pt x="2370399" y="6384"/>
                        <a:pt x="2377452" y="5893"/>
                        <a:pt x="2381906" y="5402"/>
                      </a:cubicBezTo>
                      <a:cubicBezTo>
                        <a:pt x="2352954" y="5402"/>
                        <a:pt x="2349984" y="9821"/>
                        <a:pt x="2347757" y="13750"/>
                      </a:cubicBezTo>
                      <a:cubicBezTo>
                        <a:pt x="2332909" y="11786"/>
                        <a:pt x="2325486" y="12277"/>
                        <a:pt x="2314721" y="14732"/>
                      </a:cubicBezTo>
                      <a:cubicBezTo>
                        <a:pt x="2309896" y="13259"/>
                        <a:pt x="2300987" y="11786"/>
                        <a:pt x="2319175" y="11786"/>
                      </a:cubicBezTo>
                      <a:cubicBezTo>
                        <a:pt x="2309153" y="11295"/>
                        <a:pt x="2256816" y="9330"/>
                        <a:pt x="2256074" y="12768"/>
                      </a:cubicBezTo>
                      <a:cubicBezTo>
                        <a:pt x="2252733" y="11786"/>
                        <a:pt x="2241597" y="12277"/>
                        <a:pt x="2238999" y="12768"/>
                      </a:cubicBezTo>
                      <a:cubicBezTo>
                        <a:pt x="2215986" y="12277"/>
                        <a:pt x="2214130" y="12277"/>
                        <a:pt x="2191487" y="12277"/>
                      </a:cubicBezTo>
                      <a:lnTo>
                        <a:pt x="2197797" y="12768"/>
                      </a:lnTo>
                      <a:cubicBezTo>
                        <a:pt x="2188889" y="16696"/>
                        <a:pt x="2179238" y="13750"/>
                        <a:pt x="2161050" y="14241"/>
                      </a:cubicBezTo>
                      <a:lnTo>
                        <a:pt x="2161421" y="13750"/>
                      </a:lnTo>
                      <a:cubicBezTo>
                        <a:pt x="2119848" y="10803"/>
                        <a:pt x="2143604" y="15223"/>
                        <a:pt x="2102774" y="11786"/>
                      </a:cubicBezTo>
                      <a:lnTo>
                        <a:pt x="2105001" y="14241"/>
                      </a:lnTo>
                      <a:cubicBezTo>
                        <a:pt x="2100918" y="19152"/>
                        <a:pt x="2068624" y="10803"/>
                        <a:pt x="2044868" y="12768"/>
                      </a:cubicBezTo>
                      <a:lnTo>
                        <a:pt x="2053406" y="14241"/>
                      </a:lnTo>
                      <a:cubicBezTo>
                        <a:pt x="2040414" y="16205"/>
                        <a:pt x="2017029" y="7366"/>
                        <a:pt x="2004038" y="6384"/>
                      </a:cubicBezTo>
                      <a:cubicBezTo>
                        <a:pt x="2001068" y="5893"/>
                        <a:pt x="2008492" y="5893"/>
                        <a:pt x="2012575" y="5402"/>
                      </a:cubicBezTo>
                      <a:cubicBezTo>
                        <a:pt x="1978426" y="2946"/>
                        <a:pt x="2008121" y="8348"/>
                        <a:pt x="1982509" y="9330"/>
                      </a:cubicBezTo>
                      <a:cubicBezTo>
                        <a:pt x="1977684" y="7366"/>
                        <a:pt x="1988448" y="4911"/>
                        <a:pt x="1971373" y="4420"/>
                      </a:cubicBezTo>
                      <a:cubicBezTo>
                        <a:pt x="1962836" y="3437"/>
                        <a:pt x="1921634" y="9821"/>
                        <a:pt x="1898250" y="6384"/>
                      </a:cubicBezTo>
                      <a:cubicBezTo>
                        <a:pt x="1903446" y="7857"/>
                        <a:pt x="1908643" y="9330"/>
                        <a:pt x="1896765" y="10312"/>
                      </a:cubicBezTo>
                      <a:cubicBezTo>
                        <a:pt x="1878577" y="10312"/>
                        <a:pt x="1847768" y="4911"/>
                        <a:pt x="1831436" y="9330"/>
                      </a:cubicBezTo>
                      <a:cubicBezTo>
                        <a:pt x="1829209" y="8839"/>
                        <a:pt x="1828095" y="8348"/>
                        <a:pt x="1828095" y="7857"/>
                      </a:cubicBezTo>
                      <a:cubicBezTo>
                        <a:pt x="1814361" y="9330"/>
                        <a:pt x="1783182" y="9821"/>
                        <a:pt x="1774644" y="11786"/>
                      </a:cubicBezTo>
                      <a:cubicBezTo>
                        <a:pt x="1762024" y="3929"/>
                        <a:pt x="1688529" y="15714"/>
                        <a:pt x="1688900" y="7857"/>
                      </a:cubicBezTo>
                      <a:lnTo>
                        <a:pt x="1646214" y="8348"/>
                      </a:lnTo>
                      <a:lnTo>
                        <a:pt x="1647327" y="7366"/>
                      </a:lnTo>
                      <a:cubicBezTo>
                        <a:pt x="1620230" y="6875"/>
                        <a:pt x="1610580" y="8839"/>
                        <a:pt x="1600929" y="10803"/>
                      </a:cubicBezTo>
                      <a:cubicBezTo>
                        <a:pt x="1594619" y="9821"/>
                        <a:pt x="1599444" y="9330"/>
                        <a:pt x="1599815" y="8839"/>
                      </a:cubicBezTo>
                      <a:cubicBezTo>
                        <a:pt x="1560098" y="7366"/>
                        <a:pt x="1556015" y="7366"/>
                        <a:pt x="1522608" y="11295"/>
                      </a:cubicBezTo>
                      <a:lnTo>
                        <a:pt x="1519268" y="8839"/>
                      </a:lnTo>
                      <a:cubicBezTo>
                        <a:pt x="1509988" y="10312"/>
                        <a:pt x="1461734" y="4911"/>
                        <a:pt x="1422759" y="7366"/>
                      </a:cubicBezTo>
                      <a:cubicBezTo>
                        <a:pt x="1423130" y="7366"/>
                        <a:pt x="1423873" y="6875"/>
                        <a:pt x="1426842" y="6384"/>
                      </a:cubicBezTo>
                      <a:cubicBezTo>
                        <a:pt x="1383042" y="9330"/>
                        <a:pt x="1321796" y="0"/>
                        <a:pt x="1305835" y="8348"/>
                      </a:cubicBezTo>
                      <a:lnTo>
                        <a:pt x="1276511" y="10312"/>
                      </a:lnTo>
                      <a:cubicBezTo>
                        <a:pt x="1314001" y="11295"/>
                        <a:pt x="1270944" y="14241"/>
                        <a:pt x="1286533" y="15714"/>
                      </a:cubicBezTo>
                      <a:cubicBezTo>
                        <a:pt x="1271686" y="16205"/>
                        <a:pt x="1248301" y="13259"/>
                        <a:pt x="1266489" y="12768"/>
                      </a:cubicBezTo>
                      <a:lnTo>
                        <a:pt x="1269459" y="13259"/>
                      </a:lnTo>
                      <a:cubicBezTo>
                        <a:pt x="1276140" y="8348"/>
                        <a:pt x="1222689" y="11295"/>
                        <a:pt x="1223803" y="7857"/>
                      </a:cubicBezTo>
                      <a:cubicBezTo>
                        <a:pt x="1149937" y="8348"/>
                        <a:pt x="1077926" y="5402"/>
                        <a:pt x="1008886" y="4911"/>
                      </a:cubicBezTo>
                      <a:lnTo>
                        <a:pt x="1017052" y="8839"/>
                      </a:lnTo>
                      <a:lnTo>
                        <a:pt x="992925" y="8348"/>
                      </a:lnTo>
                      <a:cubicBezTo>
                        <a:pt x="986614" y="7366"/>
                        <a:pt x="984387" y="5402"/>
                        <a:pt x="1001462" y="5893"/>
                      </a:cubicBezTo>
                      <a:cubicBezTo>
                        <a:pt x="992553" y="3929"/>
                        <a:pt x="972509" y="7366"/>
                        <a:pt x="972138" y="8348"/>
                      </a:cubicBezTo>
                      <a:cubicBezTo>
                        <a:pt x="938360" y="6875"/>
                        <a:pt x="985501" y="4420"/>
                        <a:pt x="975108" y="4420"/>
                      </a:cubicBezTo>
                      <a:lnTo>
                        <a:pt x="961002" y="4420"/>
                      </a:lnTo>
                      <a:lnTo>
                        <a:pt x="963972" y="4420"/>
                      </a:lnTo>
                      <a:cubicBezTo>
                        <a:pt x="952836" y="5893"/>
                        <a:pt x="951723" y="7366"/>
                        <a:pt x="930936" y="7366"/>
                      </a:cubicBezTo>
                      <a:cubicBezTo>
                        <a:pt x="917945" y="6384"/>
                        <a:pt x="924255" y="4911"/>
                        <a:pt x="919058" y="4911"/>
                      </a:cubicBezTo>
                      <a:cubicBezTo>
                        <a:pt x="919430" y="4911"/>
                        <a:pt x="917574" y="4420"/>
                        <a:pt x="911263" y="4911"/>
                      </a:cubicBezTo>
                      <a:lnTo>
                        <a:pt x="880826" y="4420"/>
                      </a:lnTo>
                      <a:lnTo>
                        <a:pt x="893075" y="7366"/>
                      </a:lnTo>
                      <a:cubicBezTo>
                        <a:pt x="879713" y="8839"/>
                        <a:pt x="864494" y="7366"/>
                        <a:pt x="878599" y="10312"/>
                      </a:cubicBezTo>
                      <a:cubicBezTo>
                        <a:pt x="857813" y="5402"/>
                        <a:pt x="765387" y="8348"/>
                        <a:pt x="752767" y="6875"/>
                      </a:cubicBezTo>
                      <a:cubicBezTo>
                        <a:pt x="733836" y="8839"/>
                        <a:pt x="715277" y="8839"/>
                        <a:pt x="691892" y="8348"/>
                      </a:cubicBezTo>
                      <a:cubicBezTo>
                        <a:pt x="697831" y="9330"/>
                        <a:pt x="701172" y="12277"/>
                        <a:pt x="681499" y="11786"/>
                      </a:cubicBezTo>
                      <a:cubicBezTo>
                        <a:pt x="688551" y="5402"/>
                        <a:pt x="644751" y="8839"/>
                        <a:pt x="628790" y="4420"/>
                      </a:cubicBezTo>
                      <a:cubicBezTo>
                        <a:pt x="643266" y="7366"/>
                        <a:pt x="572370" y="4911"/>
                        <a:pt x="595012" y="9330"/>
                      </a:cubicBezTo>
                      <a:cubicBezTo>
                        <a:pt x="578309" y="8839"/>
                        <a:pt x="593899" y="6875"/>
                        <a:pt x="581278" y="5402"/>
                      </a:cubicBezTo>
                      <a:cubicBezTo>
                        <a:pt x="541932" y="7857"/>
                        <a:pt x="494049" y="3929"/>
                        <a:pt x="445424" y="4420"/>
                      </a:cubicBezTo>
                      <a:cubicBezTo>
                        <a:pt x="444681" y="5402"/>
                        <a:pt x="452848" y="6384"/>
                        <a:pt x="442454" y="7857"/>
                      </a:cubicBezTo>
                      <a:lnTo>
                        <a:pt x="416471" y="3929"/>
                      </a:lnTo>
                      <a:cubicBezTo>
                        <a:pt x="406820" y="4420"/>
                        <a:pt x="407563" y="8348"/>
                        <a:pt x="390117" y="5402"/>
                      </a:cubicBezTo>
                      <a:cubicBezTo>
                        <a:pt x="392715" y="6384"/>
                        <a:pt x="396427" y="7366"/>
                        <a:pt x="389746" y="7366"/>
                      </a:cubicBezTo>
                      <a:cubicBezTo>
                        <a:pt x="293980" y="3437"/>
                        <a:pt x="194501" y="10803"/>
                        <a:pt x="97250" y="3437"/>
                      </a:cubicBezTo>
                      <a:cubicBezTo>
                        <a:pt x="110242" y="4420"/>
                        <a:pt x="101705" y="4911"/>
                        <a:pt x="91683" y="4911"/>
                      </a:cubicBezTo>
                      <a:cubicBezTo>
                        <a:pt x="97993" y="5402"/>
                        <a:pt x="91311" y="6875"/>
                        <a:pt x="92796" y="8348"/>
                      </a:cubicBezTo>
                      <a:lnTo>
                        <a:pt x="51966" y="4911"/>
                      </a:lnTo>
                      <a:cubicBezTo>
                        <a:pt x="44542" y="8348"/>
                        <a:pt x="8537" y="4911"/>
                        <a:pt x="4083" y="8348"/>
                      </a:cubicBezTo>
                      <a:lnTo>
                        <a:pt x="17074" y="7366"/>
                      </a:lnTo>
                      <a:cubicBezTo>
                        <a:pt x="0" y="11295"/>
                        <a:pt x="41201" y="15714"/>
                        <a:pt x="38603" y="20625"/>
                      </a:cubicBezTo>
                      <a:cubicBezTo>
                        <a:pt x="57905" y="16205"/>
                        <a:pt x="89084" y="27009"/>
                        <a:pt x="120635" y="21116"/>
                      </a:cubicBezTo>
                      <a:cubicBezTo>
                        <a:pt x="127688" y="22098"/>
                        <a:pt x="114696" y="22589"/>
                        <a:pt x="118408" y="23571"/>
                      </a:cubicBezTo>
                      <a:cubicBezTo>
                        <a:pt x="126203" y="21607"/>
                        <a:pt x="135854" y="21116"/>
                        <a:pt x="153671" y="22098"/>
                      </a:cubicBezTo>
                      <a:lnTo>
                        <a:pt x="151815" y="22589"/>
                      </a:lnTo>
                      <a:cubicBezTo>
                        <a:pt x="201925" y="22098"/>
                        <a:pt x="223454" y="24062"/>
                        <a:pt x="279874" y="25535"/>
                      </a:cubicBezTo>
                      <a:lnTo>
                        <a:pt x="275420" y="23080"/>
                      </a:lnTo>
                      <a:cubicBezTo>
                        <a:pt x="287669" y="23571"/>
                        <a:pt x="290268" y="24062"/>
                        <a:pt x="295835" y="24553"/>
                      </a:cubicBezTo>
                      <a:cubicBezTo>
                        <a:pt x="309941" y="21116"/>
                        <a:pt x="262057" y="24553"/>
                        <a:pt x="274678" y="20625"/>
                      </a:cubicBezTo>
                      <a:cubicBezTo>
                        <a:pt x="290639" y="25535"/>
                        <a:pt x="360051" y="20625"/>
                        <a:pt x="370815" y="26027"/>
                      </a:cubicBezTo>
                      <a:cubicBezTo>
                        <a:pt x="389375" y="26518"/>
                        <a:pt x="365247" y="23571"/>
                        <a:pt x="383807" y="23571"/>
                      </a:cubicBezTo>
                      <a:lnTo>
                        <a:pt x="389003" y="25044"/>
                      </a:lnTo>
                      <a:lnTo>
                        <a:pt x="393458" y="23080"/>
                      </a:lnTo>
                      <a:cubicBezTo>
                        <a:pt x="405707" y="23571"/>
                        <a:pt x="412017" y="25535"/>
                        <a:pt x="412388" y="26518"/>
                      </a:cubicBezTo>
                      <a:cubicBezTo>
                        <a:pt x="409419" y="26518"/>
                        <a:pt x="403851" y="27009"/>
                        <a:pt x="400881" y="27009"/>
                      </a:cubicBezTo>
                      <a:cubicBezTo>
                        <a:pt x="416471" y="28973"/>
                        <a:pt x="445424" y="26518"/>
                        <a:pt x="450992" y="27009"/>
                      </a:cubicBezTo>
                      <a:lnTo>
                        <a:pt x="432803" y="26027"/>
                      </a:lnTo>
                      <a:cubicBezTo>
                        <a:pt x="483656" y="24553"/>
                        <a:pt x="545644" y="27009"/>
                        <a:pt x="595012" y="24062"/>
                      </a:cubicBezTo>
                      <a:lnTo>
                        <a:pt x="591300" y="22589"/>
                      </a:lnTo>
                      <a:cubicBezTo>
                        <a:pt x="628790" y="20625"/>
                        <a:pt x="621366" y="24062"/>
                        <a:pt x="662197" y="23080"/>
                      </a:cubicBezTo>
                      <a:lnTo>
                        <a:pt x="660712" y="23571"/>
                      </a:lnTo>
                      <a:cubicBezTo>
                        <a:pt x="669250" y="22098"/>
                        <a:pt x="680014" y="21607"/>
                        <a:pt x="691521" y="22098"/>
                      </a:cubicBezTo>
                      <a:cubicBezTo>
                        <a:pt x="681128" y="23080"/>
                        <a:pt x="710822" y="24553"/>
                        <a:pt x="697460" y="26027"/>
                      </a:cubicBezTo>
                      <a:cubicBezTo>
                        <a:pt x="737919" y="23571"/>
                        <a:pt x="717504" y="24062"/>
                        <a:pt x="744229" y="20134"/>
                      </a:cubicBezTo>
                      <a:lnTo>
                        <a:pt x="750539" y="22098"/>
                      </a:lnTo>
                      <a:cubicBezTo>
                        <a:pt x="759448" y="20134"/>
                        <a:pt x="760190" y="19643"/>
                        <a:pt x="780977" y="19152"/>
                      </a:cubicBezTo>
                      <a:cubicBezTo>
                        <a:pt x="763902" y="20625"/>
                        <a:pt x="793968" y="21607"/>
                        <a:pt x="775038" y="24062"/>
                      </a:cubicBezTo>
                      <a:cubicBezTo>
                        <a:pt x="818467" y="27991"/>
                        <a:pt x="839253" y="20134"/>
                        <a:pt x="858926" y="26027"/>
                      </a:cubicBezTo>
                      <a:cubicBezTo>
                        <a:pt x="878970" y="20625"/>
                        <a:pt x="821807" y="23080"/>
                        <a:pt x="832943" y="22098"/>
                      </a:cubicBezTo>
                      <a:cubicBezTo>
                        <a:pt x="823663" y="20134"/>
                        <a:pt x="849275" y="18169"/>
                        <a:pt x="862638" y="18661"/>
                      </a:cubicBezTo>
                      <a:cubicBezTo>
                        <a:pt x="876372" y="18661"/>
                        <a:pt x="886023" y="25044"/>
                        <a:pt x="920914" y="25044"/>
                      </a:cubicBezTo>
                      <a:cubicBezTo>
                        <a:pt x="917202" y="25044"/>
                        <a:pt x="917202" y="25535"/>
                        <a:pt x="913491" y="25535"/>
                      </a:cubicBezTo>
                      <a:cubicBezTo>
                        <a:pt x="926482" y="27009"/>
                        <a:pt x="939102" y="23571"/>
                        <a:pt x="955063" y="26027"/>
                      </a:cubicBezTo>
                      <a:cubicBezTo>
                        <a:pt x="963972" y="23080"/>
                        <a:pt x="975479" y="26027"/>
                        <a:pt x="978077" y="22098"/>
                      </a:cubicBezTo>
                      <a:lnTo>
                        <a:pt x="946526" y="23080"/>
                      </a:lnTo>
                      <a:cubicBezTo>
                        <a:pt x="964343" y="22098"/>
                        <a:pt x="981418" y="17678"/>
                        <a:pt x="1011113" y="19643"/>
                      </a:cubicBezTo>
                      <a:cubicBezTo>
                        <a:pt x="1008886" y="20625"/>
                        <a:pt x="999977" y="21607"/>
                        <a:pt x="993667" y="22098"/>
                      </a:cubicBezTo>
                      <a:cubicBezTo>
                        <a:pt x="1002575" y="23571"/>
                        <a:pt x="1010370" y="21607"/>
                        <a:pt x="1019650" y="22589"/>
                      </a:cubicBezTo>
                      <a:cubicBezTo>
                        <a:pt x="1017052" y="26518"/>
                        <a:pt x="981047" y="23571"/>
                        <a:pt x="961745" y="26518"/>
                      </a:cubicBezTo>
                      <a:cubicBezTo>
                        <a:pt x="971025" y="27991"/>
                        <a:pt x="998121" y="23571"/>
                        <a:pt x="988470" y="27991"/>
                      </a:cubicBezTo>
                      <a:cubicBezTo>
                        <a:pt x="1002204" y="22589"/>
                        <a:pt x="1022620" y="28482"/>
                        <a:pt x="1046004" y="24553"/>
                      </a:cubicBezTo>
                      <a:lnTo>
                        <a:pt x="1044520" y="27009"/>
                      </a:lnTo>
                      <a:cubicBezTo>
                        <a:pt x="1048231" y="26518"/>
                        <a:pt x="1056026" y="25535"/>
                        <a:pt x="1062708" y="25535"/>
                      </a:cubicBezTo>
                      <a:lnTo>
                        <a:pt x="1050459" y="28482"/>
                      </a:lnTo>
                      <a:cubicBezTo>
                        <a:pt x="1069389" y="26027"/>
                        <a:pt x="1086835" y="30937"/>
                        <a:pt x="1105023" y="29464"/>
                      </a:cubicBezTo>
                      <a:cubicBezTo>
                        <a:pt x="1067162" y="29464"/>
                        <a:pt x="1096486" y="26518"/>
                        <a:pt x="1080525" y="25044"/>
                      </a:cubicBezTo>
                      <a:cubicBezTo>
                        <a:pt x="1127665" y="22098"/>
                        <a:pt x="1107621" y="31428"/>
                        <a:pt x="1160330" y="30446"/>
                      </a:cubicBezTo>
                      <a:cubicBezTo>
                        <a:pt x="1153277" y="30446"/>
                        <a:pt x="1133604" y="28482"/>
                        <a:pt x="1144740" y="27500"/>
                      </a:cubicBezTo>
                      <a:cubicBezTo>
                        <a:pt x="1154762" y="27991"/>
                        <a:pt x="1167754" y="28973"/>
                        <a:pt x="1174064" y="30446"/>
                      </a:cubicBezTo>
                      <a:cubicBezTo>
                        <a:pt x="1208955" y="29955"/>
                        <a:pt x="1168867" y="27991"/>
                        <a:pt x="1183715" y="26518"/>
                      </a:cubicBezTo>
                      <a:cubicBezTo>
                        <a:pt x="1195593" y="29464"/>
                        <a:pt x="1200789" y="25535"/>
                        <a:pt x="1216008" y="24553"/>
                      </a:cubicBezTo>
                      <a:lnTo>
                        <a:pt x="1216008" y="27009"/>
                      </a:lnTo>
                      <a:cubicBezTo>
                        <a:pt x="1256096" y="28482"/>
                        <a:pt x="1226772" y="22098"/>
                        <a:pt x="1262406" y="24062"/>
                      </a:cubicBezTo>
                      <a:lnTo>
                        <a:pt x="1247559" y="27009"/>
                      </a:lnTo>
                      <a:lnTo>
                        <a:pt x="1266118" y="26518"/>
                      </a:lnTo>
                      <a:lnTo>
                        <a:pt x="1262035" y="28973"/>
                      </a:lnTo>
                      <a:cubicBezTo>
                        <a:pt x="1282450" y="27009"/>
                        <a:pt x="1288761" y="27500"/>
                        <a:pt x="1308805" y="28482"/>
                      </a:cubicBezTo>
                      <a:cubicBezTo>
                        <a:pt x="1303979" y="26518"/>
                        <a:pt x="1311403" y="24062"/>
                        <a:pt x="1328849" y="24062"/>
                      </a:cubicBezTo>
                      <a:cubicBezTo>
                        <a:pt x="1341098" y="25535"/>
                        <a:pt x="1322167" y="26518"/>
                        <a:pt x="1347408" y="26027"/>
                      </a:cubicBezTo>
                      <a:cubicBezTo>
                        <a:pt x="1341469" y="27500"/>
                        <a:pt x="1335530" y="29464"/>
                        <a:pt x="1324394" y="27009"/>
                      </a:cubicBezTo>
                      <a:cubicBezTo>
                        <a:pt x="1323281" y="27991"/>
                        <a:pt x="1318827" y="28482"/>
                        <a:pt x="1317713" y="29464"/>
                      </a:cubicBezTo>
                      <a:cubicBezTo>
                        <a:pt x="1330705" y="30937"/>
                        <a:pt x="1350378" y="29955"/>
                        <a:pt x="1359286" y="29955"/>
                      </a:cubicBezTo>
                      <a:cubicBezTo>
                        <a:pt x="1355945" y="29955"/>
                        <a:pt x="1351862" y="29464"/>
                        <a:pt x="1349635" y="29464"/>
                      </a:cubicBezTo>
                      <a:lnTo>
                        <a:pt x="1386012" y="26027"/>
                      </a:lnTo>
                      <a:cubicBezTo>
                        <a:pt x="1391579" y="27009"/>
                        <a:pt x="1387125" y="27500"/>
                        <a:pt x="1382671" y="28482"/>
                      </a:cubicBezTo>
                      <a:cubicBezTo>
                        <a:pt x="1389723" y="27991"/>
                        <a:pt x="1394920" y="27009"/>
                        <a:pt x="1405684" y="27009"/>
                      </a:cubicBezTo>
                      <a:cubicBezTo>
                        <a:pt x="1403086" y="28973"/>
                        <a:pt x="1403457" y="30937"/>
                        <a:pt x="1388239" y="31919"/>
                      </a:cubicBezTo>
                      <a:lnTo>
                        <a:pt x="1422759" y="29464"/>
                      </a:lnTo>
                      <a:cubicBezTo>
                        <a:pt x="1424986" y="30446"/>
                        <a:pt x="1440576" y="31919"/>
                        <a:pt x="1436122" y="32901"/>
                      </a:cubicBezTo>
                      <a:cubicBezTo>
                        <a:pt x="1455052" y="33884"/>
                        <a:pt x="1482891" y="28973"/>
                        <a:pt x="1508503" y="30446"/>
                      </a:cubicBezTo>
                      <a:cubicBezTo>
                        <a:pt x="1509617" y="30446"/>
                        <a:pt x="1512215" y="29955"/>
                        <a:pt x="1517783" y="29464"/>
                      </a:cubicBezTo>
                      <a:cubicBezTo>
                        <a:pt x="1541539" y="30446"/>
                        <a:pt x="1562697" y="32901"/>
                        <a:pt x="1590907" y="29955"/>
                      </a:cubicBezTo>
                      <a:lnTo>
                        <a:pt x="1606868" y="33393"/>
                      </a:lnTo>
                      <a:cubicBezTo>
                        <a:pt x="1629139" y="32901"/>
                        <a:pt x="1585339" y="28973"/>
                        <a:pt x="1622086" y="27991"/>
                      </a:cubicBezTo>
                      <a:cubicBezTo>
                        <a:pt x="1648070" y="27009"/>
                        <a:pt x="1631737" y="30937"/>
                        <a:pt x="1641017" y="31919"/>
                      </a:cubicBezTo>
                      <a:cubicBezTo>
                        <a:pt x="1654009" y="30446"/>
                        <a:pt x="1676651" y="26518"/>
                        <a:pt x="1700407" y="29464"/>
                      </a:cubicBezTo>
                      <a:cubicBezTo>
                        <a:pt x="1692612" y="30446"/>
                        <a:pt x="1686302" y="29464"/>
                        <a:pt x="1678878" y="2995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8" name="곡선9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Ui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0MAALwWAAA+QwAAwBYAAAAAAAAmAAAACAAAAP//////////"/>
                    </a:ext>
                  </a:extLst>
                </p:cNvSpPr>
                <p:nvPr/>
              </p:nvSpPr>
              <p:spPr>
                <a:xfrm>
                  <a:off x="10926445" y="3695700"/>
                  <a:ext cx="4445" cy="2540"/>
                </a:xfrm>
                <a:custGeom>
                  <a:avLst/>
                  <a:gdLst/>
                  <a:ahLst/>
                  <a:cxnLst/>
                  <a:rect l="0" t="0" r="4445" b="2540"/>
                  <a:pathLst>
                    <a:path w="4445" h="2540">
                      <a:moveTo>
                        <a:pt x="4445" y="2540"/>
                      </a:moveTo>
                      <a:cubicBezTo>
                        <a:pt x="2963" y="1693"/>
                        <a:pt x="2592" y="847"/>
                        <a:pt x="2222" y="0"/>
                      </a:cubicBezTo>
                      <a:cubicBezTo>
                        <a:pt x="370" y="847"/>
                        <a:pt x="0" y="1693"/>
                        <a:pt x="44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7" name="자유형 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zNj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z4AAMMWAABCPgAAxBYAAAAAAAAmAAAACAAAAP//////////"/>
                    </a:ext>
                  </a:extLst>
                </p:cNvSpPr>
                <p:nvPr/>
              </p:nvSpPr>
              <p:spPr>
                <a:xfrm>
                  <a:off x="10118725" y="370014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635"/>
                      </a:moveTo>
                      <a:lnTo>
                        <a:pt x="1143" y="0"/>
                      </a:lnTo>
                      <a:cubicBezTo>
                        <a:pt x="381" y="635"/>
                        <a:pt x="381" y="635"/>
                        <a:pt x="0" y="635"/>
                      </a:cubicBezTo>
                      <a:lnTo>
                        <a:pt x="190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6" name="자유형 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sY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kgAAMMWAAB1SAAAxRYAAAAAAAAmAAAACAAAAP//////////"/>
                    </a:ext>
                  </a:extLst>
                </p:cNvSpPr>
                <p:nvPr/>
              </p:nvSpPr>
              <p:spPr>
                <a:xfrm>
                  <a:off x="11769090" y="3700145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9525" y="1270"/>
                      </a:moveTo>
                      <a:cubicBezTo>
                        <a:pt x="4586" y="847"/>
                        <a:pt x="2116" y="423"/>
                        <a:pt x="352" y="0"/>
                      </a:cubicBezTo>
                      <a:cubicBezTo>
                        <a:pt x="0" y="423"/>
                        <a:pt x="2116" y="847"/>
                        <a:pt x="952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5" name="자유형 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Byc3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0sAAKAWAACXSwAAoxYAAAAAAAAmAAAACAAAAP//////////"/>
                    </a:ext>
                  </a:extLst>
                </p:cNvSpPr>
                <p:nvPr/>
              </p:nvSpPr>
              <p:spPr>
                <a:xfrm>
                  <a:off x="12272645" y="3677920"/>
                  <a:ext cx="15240" cy="1905"/>
                </a:xfrm>
                <a:custGeom>
                  <a:avLst/>
                  <a:gdLst/>
                  <a:ahLst/>
                  <a:cxnLst/>
                  <a:rect l="0" t="0" r="15240" b="1905"/>
                  <a:pathLst>
                    <a:path w="15240" h="1905">
                      <a:moveTo>
                        <a:pt x="15240" y="0"/>
                      </a:moveTo>
                      <a:lnTo>
                        <a:pt x="0" y="635"/>
                      </a:lnTo>
                      <a:cubicBezTo>
                        <a:pt x="7257" y="635"/>
                        <a:pt x="9797" y="1270"/>
                        <a:pt x="13789" y="1905"/>
                      </a:cubicBezTo>
                      <a:cubicBezTo>
                        <a:pt x="13426" y="1270"/>
                        <a:pt x="10523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4" name="자유형 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cH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kwAALYWAAB5TAAAuBYAAAAAAAAmAAAACAAAAP//////////"/>
                    </a:ext>
                  </a:extLst>
                </p:cNvSpPr>
                <p:nvPr/>
              </p:nvSpPr>
              <p:spPr>
                <a:xfrm>
                  <a:off x="12414250" y="3691890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10063" y="1270"/>
                      </a:moveTo>
                      <a:cubicBezTo>
                        <a:pt x="12299" y="847"/>
                        <a:pt x="14908" y="1270"/>
                        <a:pt x="17145" y="847"/>
                      </a:cubicBezTo>
                      <a:lnTo>
                        <a:pt x="16399" y="0"/>
                      </a:lnTo>
                      <a:cubicBezTo>
                        <a:pt x="6708" y="0"/>
                        <a:pt x="0" y="847"/>
                        <a:pt x="10063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3" name="곡선10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Mj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ksAAKoWAADTSwAAsBYAAAAAAAAmAAAACAAAAP//////////"/>
                    </a:ext>
                  </a:extLst>
                </p:cNvSpPr>
                <p:nvPr/>
              </p:nvSpPr>
              <p:spPr>
                <a:xfrm>
                  <a:off x="12302490" y="368427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0" y="1633"/>
                      </a:moveTo>
                      <a:cubicBezTo>
                        <a:pt x="1118" y="3810"/>
                        <a:pt x="11188" y="3266"/>
                        <a:pt x="22376" y="2721"/>
                      </a:cubicBezTo>
                      <a:lnTo>
                        <a:pt x="20138" y="2721"/>
                      </a:lnTo>
                      <a:cubicBezTo>
                        <a:pt x="23495" y="0"/>
                        <a:pt x="11561" y="544"/>
                        <a:pt x="0" y="16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2" name="곡선11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xhOm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UsAAK0WAADmSwAArhYAAAAAAAAmAAAACAAAAP//////////"/>
                    </a:ext>
                  </a:extLst>
                </p:cNvSpPr>
                <p:nvPr/>
              </p:nvSpPr>
              <p:spPr>
                <a:xfrm>
                  <a:off x="12327255" y="3686175"/>
                  <a:ext cx="10795" cy="635"/>
                </a:xfrm>
                <a:custGeom>
                  <a:avLst/>
                  <a:gdLst/>
                  <a:ahLst/>
                  <a:cxnLst/>
                  <a:rect l="0" t="0" r="10795" b="635"/>
                  <a:pathLst>
                    <a:path w="10795" h="635">
                      <a:moveTo>
                        <a:pt x="0" y="635"/>
                      </a:moveTo>
                      <a:cubicBezTo>
                        <a:pt x="3482" y="635"/>
                        <a:pt x="6616" y="635"/>
                        <a:pt x="9750" y="635"/>
                      </a:cubicBezTo>
                      <a:cubicBezTo>
                        <a:pt x="10795" y="0"/>
                        <a:pt x="5919" y="635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1" name="자유형 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0oAAJ0WAAAOSwAAphYAAAAAAAAmAAAACAAAAP//////////"/>
                    </a:ext>
                  </a:extLst>
                </p:cNvSpPr>
                <p:nvPr/>
              </p:nvSpPr>
              <p:spPr>
                <a:xfrm>
                  <a:off x="12160885" y="3676015"/>
                  <a:ext cx="40005" cy="5715"/>
                </a:xfrm>
                <a:custGeom>
                  <a:avLst/>
                  <a:gdLst/>
                  <a:ahLst/>
                  <a:cxnLst/>
                  <a:rect l="0" t="0" r="40005" b="5715"/>
                  <a:pathLst>
                    <a:path w="40005" h="5715">
                      <a:moveTo>
                        <a:pt x="28260" y="4286"/>
                      </a:moveTo>
                      <a:cubicBezTo>
                        <a:pt x="33398" y="4762"/>
                        <a:pt x="31563" y="1905"/>
                        <a:pt x="34499" y="2857"/>
                      </a:cubicBezTo>
                      <a:cubicBezTo>
                        <a:pt x="40005" y="0"/>
                        <a:pt x="0" y="5715"/>
                        <a:pt x="28260" y="42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0" name="곡선11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A6Y0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EsAALMWAAC8SwAAuBYAAAAAAAAmAAAACAAAAP//////////"/>
                    </a:ext>
                  </a:extLst>
                </p:cNvSpPr>
                <p:nvPr/>
              </p:nvSpPr>
              <p:spPr>
                <a:xfrm>
                  <a:off x="12301220" y="3689985"/>
                  <a:ext cx="10160" cy="3175"/>
                </a:xfrm>
                <a:custGeom>
                  <a:avLst/>
                  <a:gdLst/>
                  <a:ahLst/>
                  <a:cxnLst/>
                  <a:rect l="0" t="0" r="10160" b="3175"/>
                  <a:pathLst>
                    <a:path w="10160" h="3175">
                      <a:moveTo>
                        <a:pt x="10160" y="3175"/>
                      </a:moveTo>
                      <a:lnTo>
                        <a:pt x="6021" y="0"/>
                      </a:lnTo>
                      <a:lnTo>
                        <a:pt x="0" y="2540"/>
                      </a:lnTo>
                      <a:lnTo>
                        <a:pt x="10160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9" name="자유형 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Ztb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ksAALIWAABWSwAAtBYAAAAAAAAmAAAACAAAAP//////////"/>
                    </a:ext>
                  </a:extLst>
                </p:cNvSpPr>
                <p:nvPr/>
              </p:nvSpPr>
              <p:spPr>
                <a:xfrm>
                  <a:off x="12223750" y="3689350"/>
                  <a:ext cx="22860" cy="1270"/>
                </a:xfrm>
                <a:custGeom>
                  <a:avLst/>
                  <a:gdLst/>
                  <a:ahLst/>
                  <a:cxnLst/>
                  <a:rect l="0" t="0" r="22860" b="1270"/>
                  <a:pathLst>
                    <a:path w="22860" h="1270">
                      <a:moveTo>
                        <a:pt x="375" y="847"/>
                      </a:moveTo>
                      <a:lnTo>
                        <a:pt x="18363" y="1270"/>
                      </a:lnTo>
                      <a:cubicBezTo>
                        <a:pt x="17988" y="847"/>
                        <a:pt x="20237" y="847"/>
                        <a:pt x="22860" y="847"/>
                      </a:cubicBezTo>
                      <a:cubicBezTo>
                        <a:pt x="11992" y="423"/>
                        <a:pt x="0" y="0"/>
                        <a:pt x="375" y="8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8" name="자유형 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Job3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ksAALMWAABsSwAAtBYAAAAAAAAmAAAACAAAAP//////////"/>
                    </a:ext>
                  </a:extLst>
                </p:cNvSpPr>
                <p:nvPr/>
              </p:nvSpPr>
              <p:spPr>
                <a:xfrm>
                  <a:off x="12246610" y="3689985"/>
                  <a:ext cx="13970" cy="635"/>
                </a:xfrm>
                <a:custGeom>
                  <a:avLst/>
                  <a:gdLst/>
                  <a:ahLst/>
                  <a:cxnLst/>
                  <a:rect l="0" t="0" r="13970" b="635"/>
                  <a:pathLst>
                    <a:path w="13970" h="635">
                      <a:moveTo>
                        <a:pt x="0" y="635"/>
                      </a:moveTo>
                      <a:cubicBezTo>
                        <a:pt x="5514" y="635"/>
                        <a:pt x="11029" y="635"/>
                        <a:pt x="13970" y="0"/>
                      </a:cubicBezTo>
                      <a:cubicBezTo>
                        <a:pt x="11029" y="0"/>
                        <a:pt x="4412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7" name="자유형 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Q0MC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ksAALgWAACWSwAAuBYAAAAAAAAmAAAACAAAAP//////////"/>
                    </a:ext>
                  </a:extLst>
                </p:cNvSpPr>
                <p:nvPr/>
              </p:nvSpPr>
              <p:spPr>
                <a:xfrm>
                  <a:off x="12269470" y="3693160"/>
                  <a:ext cx="17780" cy="0"/>
                </a:xfrm>
                <a:custGeom>
                  <a:avLst/>
                  <a:gdLst/>
                  <a:ahLst/>
                  <a:cxnLst/>
                  <a:rect l="0" t="0" r="17780" b="0"/>
                  <a:pathLst>
                    <a:path w="17780">
                      <a:moveTo>
                        <a:pt x="17780" y="0"/>
                      </a:moveTo>
                      <a:lnTo>
                        <a:pt x="12484" y="0"/>
                      </a:lnTo>
                      <a:lnTo>
                        <a:pt x="0" y="0"/>
                      </a:lnTo>
                      <a:lnTo>
                        <a:pt x="17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6" name="곡선1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uY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UkAALIWAAAPSgAAthYAAAAAAAAmAAAACAAAAP//////////"/>
                    </a:ext>
                  </a:extLst>
                </p:cNvSpPr>
                <p:nvPr/>
              </p:nvSpPr>
              <p:spPr>
                <a:xfrm>
                  <a:off x="12014835" y="368935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1160" y="0"/>
                      </a:moveTo>
                      <a:lnTo>
                        <a:pt x="1856" y="635"/>
                      </a:lnTo>
                      <a:cubicBezTo>
                        <a:pt x="0" y="1905"/>
                        <a:pt x="5197" y="2540"/>
                        <a:pt x="12251" y="2540"/>
                      </a:cubicBezTo>
                      <a:cubicBezTo>
                        <a:pt x="16705" y="1270"/>
                        <a:pt x="24130" y="1270"/>
                        <a:pt x="21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5" name="곡선1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52U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0oAALoWAABmSgAAwBYAAAAAAAAmAAAACAAAAP//////////"/>
                    </a:ext>
                  </a:extLst>
                </p:cNvSpPr>
                <p:nvPr/>
              </p:nvSpPr>
              <p:spPr>
                <a:xfrm>
                  <a:off x="12084685" y="3694430"/>
                  <a:ext cx="9525" cy="3810"/>
                </a:xfrm>
                <a:custGeom>
                  <a:avLst/>
                  <a:gdLst/>
                  <a:ahLst/>
                  <a:cxnLst/>
                  <a:rect l="0" t="0" r="9525" b="3810"/>
                  <a:pathLst>
                    <a:path w="9525" h="3810">
                      <a:moveTo>
                        <a:pt x="9525" y="2177"/>
                      </a:moveTo>
                      <a:cubicBezTo>
                        <a:pt x="4191" y="1633"/>
                        <a:pt x="3810" y="1089"/>
                        <a:pt x="762" y="0"/>
                      </a:cubicBezTo>
                      <a:lnTo>
                        <a:pt x="0" y="3810"/>
                      </a:lnTo>
                      <a:lnTo>
                        <a:pt x="9525" y="21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4" name="자유형 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I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UkAAMAWAAApSgAAwhYAAAAAAAAmAAAACAAAAP//////////"/>
                    </a:ext>
                  </a:extLst>
                </p:cNvSpPr>
                <p:nvPr/>
              </p:nvSpPr>
              <p:spPr>
                <a:xfrm>
                  <a:off x="12009755" y="3698240"/>
                  <a:ext cx="45720" cy="1270"/>
                </a:xfrm>
                <a:custGeom>
                  <a:avLst/>
                  <a:gdLst/>
                  <a:ahLst/>
                  <a:cxnLst/>
                  <a:rect l="0" t="0" r="45720" b="1270"/>
                  <a:pathLst>
                    <a:path w="45720" h="1270">
                      <a:moveTo>
                        <a:pt x="27878" y="0"/>
                      </a:moveTo>
                      <a:cubicBezTo>
                        <a:pt x="26020" y="318"/>
                        <a:pt x="0" y="1270"/>
                        <a:pt x="24533" y="1270"/>
                      </a:cubicBezTo>
                      <a:cubicBezTo>
                        <a:pt x="26391" y="635"/>
                        <a:pt x="45720" y="318"/>
                        <a:pt x="27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3" name="곡선1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Zyb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0gAALAWAABNSAAAuBYAAAAAAAAmAAAACAAAAP//////////"/>
                    </a:ext>
                  </a:extLst>
                </p:cNvSpPr>
                <p:nvPr/>
              </p:nvSpPr>
              <p:spPr>
                <a:xfrm>
                  <a:off x="11749405" y="3688080"/>
                  <a:ext cx="3810" cy="5080"/>
                </a:xfrm>
                <a:custGeom>
                  <a:avLst/>
                  <a:gdLst/>
                  <a:ahLst/>
                  <a:cxnLst/>
                  <a:rect l="0" t="0" r="3810" b="5080"/>
                  <a:pathLst>
                    <a:path w="3810" h="5080">
                      <a:moveTo>
                        <a:pt x="0" y="5080"/>
                      </a:moveTo>
                      <a:lnTo>
                        <a:pt x="3810" y="5080"/>
                      </a:lnTo>
                      <a:lnTo>
                        <a:pt x="3517" y="0"/>
                      </a:lnTo>
                      <a:lnTo>
                        <a:pt x="0" y="50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2" name="자유형 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g9Ij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EYAAMQWAADnRgAAzBYAAAAAAAAmAAAACAAAAP//////////"/>
                    </a:ext>
                  </a:extLst>
                </p:cNvSpPr>
                <p:nvPr/>
              </p:nvSpPr>
              <p:spPr>
                <a:xfrm>
                  <a:off x="11488420" y="3700780"/>
                  <a:ext cx="37465" cy="5080"/>
                </a:xfrm>
                <a:custGeom>
                  <a:avLst/>
                  <a:gdLst/>
                  <a:ahLst/>
                  <a:cxnLst/>
                  <a:rect l="0" t="0" r="37465" b="5080"/>
                  <a:pathLst>
                    <a:path w="37465" h="5080">
                      <a:moveTo>
                        <a:pt x="5935" y="4064"/>
                      </a:moveTo>
                      <a:cubicBezTo>
                        <a:pt x="28933" y="5080"/>
                        <a:pt x="11499" y="508"/>
                        <a:pt x="31900" y="2032"/>
                      </a:cubicBezTo>
                      <a:cubicBezTo>
                        <a:pt x="37465" y="1016"/>
                        <a:pt x="15208" y="1016"/>
                        <a:pt x="20772" y="0"/>
                      </a:cubicBezTo>
                      <a:cubicBezTo>
                        <a:pt x="7047" y="1016"/>
                        <a:pt x="0" y="508"/>
                        <a:pt x="5935" y="4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1" name="곡선1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l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UYAAMIWAADYRgAAxBYAAAAAAAAmAAAACAAAAP//////////"/>
                    </a:ext>
                  </a:extLst>
                </p:cNvSpPr>
                <p:nvPr/>
              </p:nvSpPr>
              <p:spPr>
                <a:xfrm>
                  <a:off x="11509375" y="369951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lnTo>
                        <a:pt x="6985" y="0"/>
                      </a:lnTo>
                      <a:cubicBezTo>
                        <a:pt x="2941" y="635"/>
                        <a:pt x="1102" y="635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0" name="곡선1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k9Ij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TUAAJUWAAAgNQAAmRYAAAAAAAAmAAAACAAAAP//////////"/>
                    </a:ext>
                  </a:extLst>
                </p:cNvSpPr>
                <p:nvPr/>
              </p:nvSpPr>
              <p:spPr>
                <a:xfrm>
                  <a:off x="8621395" y="3670935"/>
                  <a:ext cx="14605" cy="2540"/>
                </a:xfrm>
                <a:custGeom>
                  <a:avLst/>
                  <a:gdLst/>
                  <a:ahLst/>
                  <a:cxnLst/>
                  <a:rect l="0" t="0" r="14605" b="2540"/>
                  <a:pathLst>
                    <a:path w="14605" h="2540">
                      <a:moveTo>
                        <a:pt x="14605" y="1270"/>
                      </a:moveTo>
                      <a:lnTo>
                        <a:pt x="0" y="0"/>
                      </a:lnTo>
                      <a:lnTo>
                        <a:pt x="9362" y="2540"/>
                      </a:lnTo>
                      <a:lnTo>
                        <a:pt x="14605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9" name="곡선1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Qgb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TQAAJcWAADzNAAAnBYAAAAAAAAmAAAACAAAAP//////////"/>
                    </a:ext>
                  </a:extLst>
                </p:cNvSpPr>
                <p:nvPr/>
              </p:nvSpPr>
              <p:spPr>
                <a:xfrm>
                  <a:off x="8595995" y="3672205"/>
                  <a:ext cx="11430" cy="3175"/>
                </a:xfrm>
                <a:custGeom>
                  <a:avLst/>
                  <a:gdLst/>
                  <a:ahLst/>
                  <a:cxnLst/>
                  <a:rect l="0" t="0" r="11430" b="3175"/>
                  <a:pathLst>
                    <a:path w="11430" h="3175">
                      <a:moveTo>
                        <a:pt x="11430" y="3175"/>
                      </a:moveTo>
                      <a:lnTo>
                        <a:pt x="8215" y="0"/>
                      </a:lnTo>
                      <a:lnTo>
                        <a:pt x="0" y="2645"/>
                      </a:lnTo>
                      <a:cubicBezTo>
                        <a:pt x="2858" y="2645"/>
                        <a:pt x="9287" y="2645"/>
                        <a:pt x="1143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8" name="자유형 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9ke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UEAAMkWAAA9QQAAzBYAAAAAAAAmAAAACAAAAP//////////"/>
                    </a:ext>
                  </a:extLst>
                </p:cNvSpPr>
                <p:nvPr/>
              </p:nvSpPr>
              <p:spPr>
                <a:xfrm>
                  <a:off x="10592435" y="370395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1579" y="1905"/>
                      </a:moveTo>
                      <a:lnTo>
                        <a:pt x="12700" y="952"/>
                      </a:lnTo>
                      <a:cubicBezTo>
                        <a:pt x="10459" y="476"/>
                        <a:pt x="6724" y="476"/>
                        <a:pt x="0" y="0"/>
                      </a:cubicBezTo>
                      <a:lnTo>
                        <a:pt x="115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7" name="자유형 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Bvcy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j8AAMIWAAAIQAAAxhYAAAAAAAAmAAAACAAAAP//////////"/>
                    </a:ext>
                  </a:extLst>
                </p:cNvSpPr>
                <p:nvPr/>
              </p:nvSpPr>
              <p:spPr>
                <a:xfrm>
                  <a:off x="10402570" y="3699510"/>
                  <a:ext cx="6350" cy="2540"/>
                </a:xfrm>
                <a:custGeom>
                  <a:avLst/>
                  <a:gdLst/>
                  <a:ahLst/>
                  <a:cxnLst/>
                  <a:rect l="0" t="0" r="6350" b="2540"/>
                  <a:pathLst>
                    <a:path w="6350" h="2540">
                      <a:moveTo>
                        <a:pt x="2988" y="2540"/>
                      </a:moveTo>
                      <a:lnTo>
                        <a:pt x="6350" y="2540"/>
                      </a:lnTo>
                      <a:lnTo>
                        <a:pt x="0" y="0"/>
                      </a:lnTo>
                      <a:lnTo>
                        <a:pt x="2988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6" name="자유형 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FtZ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j4AAMYWAAAfPwAAzBYAAAAAAAAmAAAACAAAAP//////////"/>
                    </a:ext>
                  </a:extLst>
                </p:cNvSpPr>
                <p:nvPr/>
              </p:nvSpPr>
              <p:spPr>
                <a:xfrm>
                  <a:off x="10237470" y="370205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1864" y="3334"/>
                      </a:moveTo>
                      <a:cubicBezTo>
                        <a:pt x="8577" y="3810"/>
                        <a:pt x="16782" y="2858"/>
                        <a:pt x="23495" y="3334"/>
                      </a:cubicBezTo>
                      <a:cubicBezTo>
                        <a:pt x="8577" y="3810"/>
                        <a:pt x="0" y="0"/>
                        <a:pt x="1864" y="33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</p:grpSp>
        <p:grpSp>
          <p:nvGrpSpPr>
            <p:cNvPr id="3" name="그룹 616"/>
            <p:cNvGrp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IQqOAwfAAAAVAAAAAAAAAAAAAAAAAAAAAAAAAAAAAAAAAAAAAAAAAAAAAAAAAAAAAAAAAAAAAAAAAAAAAAAAAAAAAAAAAAAAAAAAAAAAAAAAAAAAAAAAAAAAAAAAAAAACEAAAAYAAAAFAAAAC0bAADeDAAAvjsAAC4mAAAAAAAAJgAAAAgAAAD/////AAAAAA=="/>
                </a:ext>
              </a:extLst>
            </p:cNvGrpSpPr>
            <p:nvPr/>
          </p:nvGrpSpPr>
          <p:grpSpPr>
            <a:xfrm rot="10800000">
              <a:off x="4417695" y="2091690"/>
              <a:ext cx="5293995" cy="4114800"/>
              <a:chOff x="4417695" y="2091690"/>
              <a:chExt cx="5293995" cy="4114800"/>
            </a:xfrm>
          </p:grpSpPr>
          <p:grpSp>
            <p:nvGrpSpPr>
              <p:cNvPr id="79" name="그룹 617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AA5wkfAAAAVAAAAAAAAAAAAAAAAAAAAAAAAAAAAAAAAAAAAAAAAAAAAAAAAAAAAAAAAAAAAAAAAAAAAAAAAAAAAAAAAAAAAAAAAAAAAAAAAAAAAAAAAAAAAAAAAAAAACEAAAAYAAAAFAAAAC0bAAAADQAAvjsAAFYNAAAAAAAAJgAAAAgAAAD/////AAAAAA=="/>
                  </a:ext>
                </a:extLst>
              </p:cNvGrpSpPr>
              <p:nvPr/>
            </p:nvGrpSpPr>
            <p:grpSpPr>
              <a:xfrm flipH="1">
                <a:off x="4417695" y="2113280"/>
                <a:ext cx="5293995" cy="54610"/>
                <a:chOff x="4417695" y="2113280"/>
                <a:chExt cx="5293995" cy="54610"/>
              </a:xfrm>
            </p:grpSpPr>
            <p:sp>
              <p:nvSpPr>
                <p:cNvPr id="153" name="자유형 69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Ii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DsAAA8NAAC+OwAAFg0AAAAAAAAmAAAACAAAAP//////////"/>
                    </a:ext>
                  </a:extLst>
                </p:cNvSpPr>
                <p:nvPr/>
              </p:nvSpPr>
              <p:spPr>
                <a:xfrm>
                  <a:off x="9679940" y="2122805"/>
                  <a:ext cx="31750" cy="4445"/>
                </a:xfrm>
                <a:custGeom>
                  <a:avLst/>
                  <a:gdLst/>
                  <a:ahLst/>
                  <a:cxnLst/>
                  <a:rect l="0" t="0" r="31750" b="4445"/>
                  <a:pathLst>
                    <a:path w="31750" h="4445">
                      <a:moveTo>
                        <a:pt x="14216" y="4445"/>
                      </a:moveTo>
                      <a:lnTo>
                        <a:pt x="31750" y="2222"/>
                      </a:lnTo>
                      <a:cubicBezTo>
                        <a:pt x="28433" y="1481"/>
                        <a:pt x="12321" y="740"/>
                        <a:pt x="18481" y="0"/>
                      </a:cubicBezTo>
                      <a:cubicBezTo>
                        <a:pt x="0" y="740"/>
                        <a:pt x="3791" y="2222"/>
                        <a:pt x="14216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2" name="자유형 69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w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zsAABkNAACWOwAAGg0AAAAAAAAmAAAACAAAAP//////////"/>
                    </a:ext>
                  </a:extLst>
                </p:cNvSpPr>
                <p:nvPr/>
              </p:nvSpPr>
              <p:spPr>
                <a:xfrm>
                  <a:off x="9676765" y="2129155"/>
                  <a:ext cx="9525" cy="635"/>
                </a:xfrm>
                <a:custGeom>
                  <a:avLst/>
                  <a:gdLst/>
                  <a:ahLst/>
                  <a:cxnLst/>
                  <a:rect l="0" t="0" r="9525" b="635"/>
                  <a:pathLst>
                    <a:path w="9525" h="635">
                      <a:moveTo>
                        <a:pt x="0" y="635"/>
                      </a:moveTo>
                      <a:lnTo>
                        <a:pt x="9525" y="317"/>
                      </a:lnTo>
                      <a:cubicBezTo>
                        <a:pt x="7620" y="0"/>
                        <a:pt x="5238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1" name="자유형 69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xuV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jsAABcNAAC1OwAAHw0AAAAAAAAmAAAACAAAAP//////////"/>
                    </a:ext>
                  </a:extLst>
                </p:cNvSpPr>
                <p:nvPr/>
              </p:nvSpPr>
              <p:spPr>
                <a:xfrm>
                  <a:off x="9686290" y="2127885"/>
                  <a:ext cx="19685" cy="5080"/>
                </a:xfrm>
                <a:custGeom>
                  <a:avLst/>
                  <a:gdLst/>
                  <a:ahLst/>
                  <a:cxnLst/>
                  <a:rect l="0" t="0" r="19685" b="5080"/>
                  <a:pathLst>
                    <a:path w="19685" h="5080">
                      <a:moveTo>
                        <a:pt x="19685" y="0"/>
                      </a:moveTo>
                      <a:lnTo>
                        <a:pt x="0" y="1693"/>
                      </a:lnTo>
                      <a:cubicBezTo>
                        <a:pt x="2400" y="2540"/>
                        <a:pt x="2880" y="5080"/>
                        <a:pt x="9122" y="847"/>
                      </a:cubicBezTo>
                      <a:cubicBezTo>
                        <a:pt x="7201" y="2540"/>
                        <a:pt x="11042" y="847"/>
                        <a:pt x="196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0" name="곡선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xhO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ToAABENAAASOwAAFw0AAAAAAAAmAAAACAAAAP//////////"/>
                    </a:ext>
                  </a:extLst>
                </p:cNvSpPr>
                <p:nvPr/>
              </p:nvSpPr>
              <p:spPr>
                <a:xfrm>
                  <a:off x="9581515" y="2124075"/>
                  <a:ext cx="20955" cy="3810"/>
                </a:xfrm>
                <a:custGeom>
                  <a:avLst/>
                  <a:gdLst/>
                  <a:ahLst/>
                  <a:cxnLst/>
                  <a:rect l="0" t="0" r="20955" b="3810"/>
                  <a:pathLst>
                    <a:path w="20955" h="3810">
                      <a:moveTo>
                        <a:pt x="931" y="0"/>
                      </a:moveTo>
                      <a:cubicBezTo>
                        <a:pt x="0" y="635"/>
                        <a:pt x="6985" y="2540"/>
                        <a:pt x="8382" y="3810"/>
                      </a:cubicBezTo>
                      <a:lnTo>
                        <a:pt x="20955" y="2540"/>
                      </a:lnTo>
                      <a:cubicBezTo>
                        <a:pt x="14435" y="1905"/>
                        <a:pt x="1862" y="1270"/>
                        <a:pt x="9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9" name="자유형 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Z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zoAABcNAAAAOwAAGg0AAAAAAAAmAAAACAAAAP//////////"/>
                    </a:ext>
                  </a:extLst>
                </p:cNvSpPr>
                <p:nvPr/>
              </p:nvSpPr>
              <p:spPr>
                <a:xfrm>
                  <a:off x="9570085" y="2127885"/>
                  <a:ext cx="20955" cy="1905"/>
                </a:xfrm>
                <a:custGeom>
                  <a:avLst/>
                  <a:gdLst/>
                  <a:ahLst/>
                  <a:cxnLst/>
                  <a:rect l="0" t="0" r="20955" b="1905"/>
                  <a:pathLst>
                    <a:path w="20955" h="1905">
                      <a:moveTo>
                        <a:pt x="20002" y="0"/>
                      </a:moveTo>
                      <a:lnTo>
                        <a:pt x="0" y="1905"/>
                      </a:lnTo>
                      <a:cubicBezTo>
                        <a:pt x="17621" y="1905"/>
                        <a:pt x="20955" y="1270"/>
                        <a:pt x="200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8" name="곡선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cH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DsAAB8NAAC1OwAAJA0AAAAAAAAmAAAACAAAAP//////////"/>
                    </a:ext>
                  </a:extLst>
                </p:cNvSpPr>
                <p:nvPr/>
              </p:nvSpPr>
              <p:spPr>
                <a:xfrm>
                  <a:off x="9667240" y="2132965"/>
                  <a:ext cx="38735" cy="3175"/>
                </a:xfrm>
                <a:custGeom>
                  <a:avLst/>
                  <a:gdLst/>
                  <a:ahLst/>
                  <a:cxnLst/>
                  <a:rect l="0" t="0" r="38735" b="3175"/>
                  <a:pathLst>
                    <a:path w="38735" h="3175">
                      <a:moveTo>
                        <a:pt x="6613" y="3175"/>
                      </a:moveTo>
                      <a:lnTo>
                        <a:pt x="38735" y="0"/>
                      </a:lnTo>
                      <a:lnTo>
                        <a:pt x="0" y="3175"/>
                      </a:lnTo>
                      <a:lnTo>
                        <a:pt x="661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7" name="곡선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3ID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ToAAAwNAACMOgAAEg0AAAAAAAAmAAAACAAAAP//////////"/>
                    </a:ext>
                  </a:extLst>
                </p:cNvSpPr>
                <p:nvPr/>
              </p:nvSpPr>
              <p:spPr>
                <a:xfrm>
                  <a:off x="9497695" y="2120900"/>
                  <a:ext cx="19685" cy="3810"/>
                </a:xfrm>
                <a:custGeom>
                  <a:avLst/>
                  <a:gdLst/>
                  <a:ahLst/>
                  <a:cxnLst/>
                  <a:rect l="0" t="0" r="19685" b="3810"/>
                  <a:pathLst>
                    <a:path w="19685" h="3810">
                      <a:moveTo>
                        <a:pt x="8905" y="3048"/>
                      </a:moveTo>
                      <a:lnTo>
                        <a:pt x="19685" y="0"/>
                      </a:lnTo>
                      <a:lnTo>
                        <a:pt x="0" y="3810"/>
                      </a:lnTo>
                      <a:lnTo>
                        <a:pt x="8905" y="30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6" name="곡선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EiL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DkAAAoNAAA5OgAAEQ0AAAAAAAAmAAAACAAAAP//////////"/>
                    </a:ext>
                  </a:extLst>
                </p:cNvSpPr>
                <p:nvPr/>
              </p:nvSpPr>
              <p:spPr>
                <a:xfrm>
                  <a:off x="9418320" y="2119630"/>
                  <a:ext cx="46355" cy="4445"/>
                </a:xfrm>
                <a:custGeom>
                  <a:avLst/>
                  <a:gdLst/>
                  <a:ahLst/>
                  <a:cxnLst/>
                  <a:rect l="0" t="0" r="46355" b="4445"/>
                  <a:pathLst>
                    <a:path w="46355" h="4445">
                      <a:moveTo>
                        <a:pt x="38313" y="4445"/>
                      </a:moveTo>
                      <a:cubicBezTo>
                        <a:pt x="46355" y="2222"/>
                        <a:pt x="26961" y="740"/>
                        <a:pt x="35475" y="0"/>
                      </a:cubicBezTo>
                      <a:cubicBezTo>
                        <a:pt x="22231" y="0"/>
                        <a:pt x="10406" y="1481"/>
                        <a:pt x="0" y="3704"/>
                      </a:cubicBezTo>
                      <a:cubicBezTo>
                        <a:pt x="11352" y="2222"/>
                        <a:pt x="23177" y="2963"/>
                        <a:pt x="38313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5" name="자유형 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gYj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DkAAA8NAADwOQAAFA0AAAAAAAAmAAAACAAAAP//////////"/>
                    </a:ext>
                  </a:extLst>
                </p:cNvSpPr>
                <p:nvPr/>
              </p:nvSpPr>
              <p:spPr>
                <a:xfrm>
                  <a:off x="9400540" y="212280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0" y="3175"/>
                      </a:moveTo>
                      <a:cubicBezTo>
                        <a:pt x="5433" y="2116"/>
                        <a:pt x="11359" y="1058"/>
                        <a:pt x="17780" y="0"/>
                      </a:cubicBezTo>
                      <a:cubicBezTo>
                        <a:pt x="11853" y="0"/>
                        <a:pt x="5927" y="1058"/>
                        <a:pt x="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4" name="곡선1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48L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ToAABQNAACpOgAAGg0AAAAAAAAmAAAACAAAAP//////////"/>
                    </a:ext>
                  </a:extLst>
                </p:cNvSpPr>
                <p:nvPr/>
              </p:nvSpPr>
              <p:spPr>
                <a:xfrm>
                  <a:off x="9520555" y="2125980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cubicBezTo>
                        <a:pt x="13811" y="3048"/>
                        <a:pt x="10954" y="762"/>
                        <a:pt x="0" y="0"/>
                      </a:cubicBezTo>
                      <a:lnTo>
                        <a:pt x="7620" y="3810"/>
                      </a:lnTo>
                      <a:lnTo>
                        <a:pt x="15240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3" name="곡선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ZQc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joAABkNAACeOgAAGg0AAAAAAAAmAAAACAAAAP//////////"/>
                    </a:ext>
                  </a:extLst>
                </p:cNvSpPr>
                <p:nvPr/>
              </p:nvSpPr>
              <p:spPr>
                <a:xfrm>
                  <a:off x="9511030" y="2129155"/>
                  <a:ext cx="17780" cy="635"/>
                </a:xfrm>
                <a:custGeom>
                  <a:avLst/>
                  <a:gdLst/>
                  <a:ahLst/>
                  <a:cxnLst/>
                  <a:rect l="0" t="0" r="17780" b="635"/>
                  <a:pathLst>
                    <a:path w="17780" h="635">
                      <a:moveTo>
                        <a:pt x="17780" y="635"/>
                      </a:moveTo>
                      <a:lnTo>
                        <a:pt x="17286" y="635"/>
                      </a:lnTo>
                      <a:lnTo>
                        <a:pt x="0" y="0"/>
                      </a:lnTo>
                      <a:lnTo>
                        <a:pt x="17780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2" name="자유형 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ciIG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ToAABoNAACtOgAAGg0AAAAAAAAmAAAACAAAAP//////////"/>
                    </a:ext>
                  </a:extLst>
                </p:cNvSpPr>
                <p:nvPr/>
              </p:nvSpPr>
              <p:spPr>
                <a:xfrm>
                  <a:off x="9535795" y="212979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2540" y="0"/>
                      </a:moveTo>
                      <a:lnTo>
                        <a:pt x="0" y="0"/>
                      </a:lnTo>
                      <a:cubicBezTo>
                        <a:pt x="1016" y="0"/>
                        <a:pt x="1524" y="0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1" name="곡선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VCQT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DoAAB8NAAAxOwAAKw0AAAAAAAAmAAAACAAAAP//////////"/>
                    </a:ext>
                  </a:extLst>
                </p:cNvSpPr>
                <p:nvPr/>
              </p:nvSpPr>
              <p:spPr>
                <a:xfrm>
                  <a:off x="9585960" y="2132965"/>
                  <a:ext cx="36195" cy="7620"/>
                </a:xfrm>
                <a:custGeom>
                  <a:avLst/>
                  <a:gdLst/>
                  <a:ahLst/>
                  <a:cxnLst/>
                  <a:rect l="0" t="0" r="36195" b="7620"/>
                  <a:pathLst>
                    <a:path w="36195" h="7620">
                      <a:moveTo>
                        <a:pt x="36195" y="0"/>
                      </a:moveTo>
                      <a:cubicBezTo>
                        <a:pt x="24612" y="2540"/>
                        <a:pt x="0" y="4233"/>
                        <a:pt x="23647" y="7620"/>
                      </a:cubicBezTo>
                      <a:cubicBezTo>
                        <a:pt x="31851" y="5080"/>
                        <a:pt x="18338" y="3387"/>
                        <a:pt x="36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0" name="자유형 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tb3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DoAABwNAADfOgAAIQ0AAAAAAAAmAAAACAAAAP//////////"/>
                    </a:ext>
                  </a:extLst>
                </p:cNvSpPr>
                <p:nvPr/>
              </p:nvSpPr>
              <p:spPr>
                <a:xfrm>
                  <a:off x="9547860" y="2131060"/>
                  <a:ext cx="22225" cy="3175"/>
                </a:xfrm>
                <a:custGeom>
                  <a:avLst/>
                  <a:gdLst/>
                  <a:ahLst/>
                  <a:cxnLst/>
                  <a:rect l="0" t="0" r="22225" b="3175"/>
                  <a:pathLst>
                    <a:path w="22225" h="3175">
                      <a:moveTo>
                        <a:pt x="0" y="2381"/>
                      </a:moveTo>
                      <a:lnTo>
                        <a:pt x="20806" y="3175"/>
                      </a:lnTo>
                      <a:cubicBezTo>
                        <a:pt x="20333" y="2381"/>
                        <a:pt x="16550" y="793"/>
                        <a:pt x="22225" y="0"/>
                      </a:cubicBez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9" name="자유형 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pwdC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DoAAB8NAAC8OgAAIw0AAAAAAAAmAAAACAAAAP//////////"/>
                    </a:ext>
                  </a:extLst>
                </p:cNvSpPr>
                <p:nvPr/>
              </p:nvSpPr>
              <p:spPr>
                <a:xfrm>
                  <a:off x="9537700" y="2132965"/>
                  <a:ext cx="10160" cy="2540"/>
                </a:xfrm>
                <a:custGeom>
                  <a:avLst/>
                  <a:gdLst/>
                  <a:ahLst/>
                  <a:cxnLst/>
                  <a:rect l="0" t="0" r="10160" b="2540"/>
                  <a:pathLst>
                    <a:path w="10160" h="2540">
                      <a:moveTo>
                        <a:pt x="0" y="2540"/>
                      </a:moveTo>
                      <a:lnTo>
                        <a:pt x="10160" y="0"/>
                      </a:lnTo>
                      <a:lnTo>
                        <a:pt x="2309" y="0"/>
                      </a:lnTo>
                      <a:lnTo>
                        <a:pt x="0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8" name="곡선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ljQ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TkAABcNAAAhOgAAHA0AAAAAAAAmAAAACAAAAP//////////"/>
                    </a:ext>
                  </a:extLst>
                </p:cNvSpPr>
                <p:nvPr/>
              </p:nvSpPr>
              <p:spPr>
                <a:xfrm>
                  <a:off x="9406255" y="2127885"/>
                  <a:ext cx="43180" cy="3175"/>
                </a:xfrm>
                <a:custGeom>
                  <a:avLst/>
                  <a:gdLst/>
                  <a:ahLst/>
                  <a:cxnLst/>
                  <a:rect l="0" t="0" r="43180" b="3175"/>
                  <a:pathLst>
                    <a:path w="43180" h="3175">
                      <a:moveTo>
                        <a:pt x="30226" y="0"/>
                      </a:moveTo>
                      <a:cubicBezTo>
                        <a:pt x="21110" y="1587"/>
                        <a:pt x="11035" y="1587"/>
                        <a:pt x="0" y="1587"/>
                      </a:cubicBezTo>
                      <a:cubicBezTo>
                        <a:pt x="11994" y="2381"/>
                        <a:pt x="24469" y="3175"/>
                        <a:pt x="36463" y="3175"/>
                      </a:cubicBezTo>
                      <a:cubicBezTo>
                        <a:pt x="37902" y="1587"/>
                        <a:pt x="43180" y="0"/>
                        <a:pt x="302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7" name="곡선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pUb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zoAABkNAABTOgAAGg0AAAAAAAAmAAAACAAAAP//////////"/>
                    </a:ext>
                  </a:extLst>
                </p:cNvSpPr>
                <p:nvPr/>
              </p:nvSpPr>
              <p:spPr>
                <a:xfrm>
                  <a:off x="9478645" y="2129155"/>
                  <a:ext cx="2540" cy="635"/>
                </a:xfrm>
                <a:custGeom>
                  <a:avLst/>
                  <a:gdLst/>
                  <a:ahLst/>
                  <a:cxnLst/>
                  <a:rect l="0" t="0" r="2540" b="635"/>
                  <a:pathLst>
                    <a:path w="2540" h="635">
                      <a:moveTo>
                        <a:pt x="2540" y="0"/>
                      </a:moveTo>
                      <a:lnTo>
                        <a:pt x="0" y="635"/>
                      </a:lnTo>
                      <a:cubicBezTo>
                        <a:pt x="1524" y="635"/>
                        <a:pt x="2540" y="635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6" name="자유형 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1MD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zkAABoNAAAzOQAAGg0AAAAAAAAmAAAACAAAAP//////////"/>
                    </a:ext>
                  </a:extLst>
                </p:cNvSpPr>
                <p:nvPr/>
              </p:nvSpPr>
              <p:spPr>
                <a:xfrm>
                  <a:off x="9295765" y="212979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0" y="0"/>
                      </a:moveTo>
                      <a:lnTo>
                        <a:pt x="2032" y="0"/>
                      </a:lnTo>
                      <a:cubicBezTo>
                        <a:pt x="2032" y="0"/>
                        <a:pt x="2032" y="0"/>
                        <a:pt x="254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5" name="곡선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wzcF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joAABoNAAA5OgAAHg0AAAAAAAAmAAAACAAAAP//////////"/>
                    </a:ext>
                  </a:extLst>
                </p:cNvSpPr>
                <p:nvPr/>
              </p:nvSpPr>
              <p:spPr>
                <a:xfrm>
                  <a:off x="9442450" y="2129790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2837" y="2540"/>
                      </a:moveTo>
                      <a:cubicBezTo>
                        <a:pt x="11821" y="2540"/>
                        <a:pt x="17023" y="1270"/>
                        <a:pt x="22225" y="0"/>
                      </a:cubicBezTo>
                      <a:cubicBezTo>
                        <a:pt x="15604" y="0"/>
                        <a:pt x="8511" y="1270"/>
                        <a:pt x="945" y="1270"/>
                      </a:cubicBezTo>
                      <a:cubicBezTo>
                        <a:pt x="0" y="1270"/>
                        <a:pt x="0" y="2540"/>
                        <a:pt x="2837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4" name="자유형 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jsp7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kAABQNAAC9OQAAFw0AAAAAAAAmAAAACAAAAP//////////"/>
                    </a:ext>
                  </a:extLst>
                </p:cNvSpPr>
                <p:nvPr/>
              </p:nvSpPr>
              <p:spPr>
                <a:xfrm>
                  <a:off x="9370060" y="2125980"/>
                  <a:ext cx="15875" cy="1905"/>
                </a:xfrm>
                <a:custGeom>
                  <a:avLst/>
                  <a:gdLst/>
                  <a:ahLst/>
                  <a:cxnLst/>
                  <a:rect l="0" t="0" r="15875" b="1905"/>
                  <a:pathLst>
                    <a:path w="15875" h="1905">
                      <a:moveTo>
                        <a:pt x="0" y="635"/>
                      </a:moveTo>
                      <a:cubicBezTo>
                        <a:pt x="4810" y="1270"/>
                        <a:pt x="10102" y="1905"/>
                        <a:pt x="15875" y="1905"/>
                      </a:cubicBezTo>
                      <a:cubicBezTo>
                        <a:pt x="11064" y="1270"/>
                        <a:pt x="1443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3" name="곡선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4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ToAABcNAABOOgAAFw0AAAAAAAAmAAAACAAAAP//////////"/>
                    </a:ext>
                  </a:extLst>
                </p:cNvSpPr>
                <p:nvPr/>
              </p:nvSpPr>
              <p:spPr>
                <a:xfrm>
                  <a:off x="9474835" y="2127885"/>
                  <a:ext cx="3175" cy="0"/>
                </a:xfrm>
                <a:custGeom>
                  <a:avLst/>
                  <a:gdLst/>
                  <a:ahLst/>
                  <a:cxnLst/>
                  <a:rect l="0" t="0" r="3175" b="0"/>
                  <a:pathLst>
                    <a:path w="3175">
                      <a:moveTo>
                        <a:pt x="1587" y="0"/>
                      </a:moveTo>
                      <a:lnTo>
                        <a:pt x="3175" y="0"/>
                      </a:lnTo>
                      <a:cubicBezTo>
                        <a:pt x="0" y="0"/>
                        <a:pt x="0" y="0"/>
                        <a:pt x="15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2" name="곡선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ToAABcNAABPOgAAGg0AAAAAAAAmAAAACAAAAP//////////"/>
                    </a:ext>
                  </a:extLst>
                </p:cNvSpPr>
                <p:nvPr/>
              </p:nvSpPr>
              <p:spPr>
                <a:xfrm>
                  <a:off x="9464675" y="212788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11266" y="0"/>
                      </a:moveTo>
                      <a:cubicBezTo>
                        <a:pt x="6760" y="635"/>
                        <a:pt x="3605" y="1270"/>
                        <a:pt x="0" y="1905"/>
                      </a:cubicBezTo>
                      <a:cubicBezTo>
                        <a:pt x="4957" y="1905"/>
                        <a:pt x="9914" y="1270"/>
                        <a:pt x="13970" y="1270"/>
                      </a:cubicBezTo>
                      <a:cubicBezTo>
                        <a:pt x="13069" y="635"/>
                        <a:pt x="12167" y="635"/>
                        <a:pt x="112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1" name="곡선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B3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TgAABoNAABiOQAAOg0AAAAAAAAmAAAACAAAAP//////////"/>
                    </a:ext>
                  </a:extLst>
                </p:cNvSpPr>
                <p:nvPr/>
              </p:nvSpPr>
              <p:spPr>
                <a:xfrm>
                  <a:off x="9233535" y="2129790"/>
                  <a:ext cx="94615" cy="20320"/>
                </a:xfrm>
                <a:custGeom>
                  <a:avLst/>
                  <a:gdLst/>
                  <a:ahLst/>
                  <a:cxnLst/>
                  <a:rect l="0" t="0" r="94615" b="20320"/>
                  <a:pathLst>
                    <a:path w="94615" h="20320">
                      <a:moveTo>
                        <a:pt x="28671" y="20320"/>
                      </a:moveTo>
                      <a:cubicBezTo>
                        <a:pt x="30104" y="17310"/>
                        <a:pt x="53997" y="14299"/>
                        <a:pt x="74545" y="18062"/>
                      </a:cubicBezTo>
                      <a:cubicBezTo>
                        <a:pt x="94615" y="15804"/>
                        <a:pt x="81712" y="5268"/>
                        <a:pt x="64032" y="0"/>
                      </a:cubicBezTo>
                      <a:cubicBezTo>
                        <a:pt x="63554" y="1505"/>
                        <a:pt x="63554" y="2258"/>
                        <a:pt x="42528" y="4516"/>
                      </a:cubicBezTo>
                      <a:cubicBezTo>
                        <a:pt x="49696" y="6021"/>
                        <a:pt x="88880" y="8279"/>
                        <a:pt x="71200" y="10536"/>
                      </a:cubicBezTo>
                      <a:cubicBezTo>
                        <a:pt x="43484" y="12041"/>
                        <a:pt x="48741" y="9784"/>
                        <a:pt x="35361" y="8279"/>
                      </a:cubicBezTo>
                      <a:cubicBezTo>
                        <a:pt x="46351" y="12041"/>
                        <a:pt x="0" y="13547"/>
                        <a:pt x="6212" y="18815"/>
                      </a:cubicBezTo>
                      <a:lnTo>
                        <a:pt x="30104" y="17310"/>
                      </a:lnTo>
                      <a:cubicBezTo>
                        <a:pt x="30582" y="18062"/>
                        <a:pt x="21981" y="19567"/>
                        <a:pt x="28671" y="20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0" name="자유형 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5z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zkAABQNAAB+OQAAGg0AAAAAAAAmAAAACAAAAP//////////"/>
                    </a:ext>
                  </a:extLst>
                </p:cNvSpPr>
                <p:nvPr/>
              </p:nvSpPr>
              <p:spPr>
                <a:xfrm>
                  <a:off x="9298305" y="2125980"/>
                  <a:ext cx="47625" cy="3810"/>
                </a:xfrm>
                <a:custGeom>
                  <a:avLst/>
                  <a:gdLst/>
                  <a:ahLst/>
                  <a:cxnLst/>
                  <a:rect l="0" t="0" r="47625" b="3810"/>
                  <a:pathLst>
                    <a:path w="47625" h="3810">
                      <a:moveTo>
                        <a:pt x="39052" y="3810"/>
                      </a:moveTo>
                      <a:lnTo>
                        <a:pt x="47625" y="3810"/>
                      </a:lnTo>
                      <a:cubicBezTo>
                        <a:pt x="37623" y="3175"/>
                        <a:pt x="30956" y="2540"/>
                        <a:pt x="18097" y="0"/>
                      </a:cubicBezTo>
                      <a:cubicBezTo>
                        <a:pt x="3810" y="1270"/>
                        <a:pt x="952" y="2540"/>
                        <a:pt x="0" y="3175"/>
                      </a:cubicBezTo>
                      <a:lnTo>
                        <a:pt x="41910" y="3810"/>
                      </a:lnTo>
                      <a:lnTo>
                        <a:pt x="39052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9" name="곡선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0iK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jkAABcNAADoOQAAKA0AAAAAAAAmAAAACAAAAP//////////"/>
                    </a:ext>
                  </a:extLst>
                </p:cNvSpPr>
                <p:nvPr/>
              </p:nvSpPr>
              <p:spPr>
                <a:xfrm>
                  <a:off x="9345930" y="2127885"/>
                  <a:ext cx="67310" cy="10795"/>
                </a:xfrm>
                <a:custGeom>
                  <a:avLst/>
                  <a:gdLst/>
                  <a:ahLst/>
                  <a:cxnLst/>
                  <a:rect l="0" t="0" r="67310" b="10795"/>
                  <a:pathLst>
                    <a:path w="67310" h="10795">
                      <a:moveTo>
                        <a:pt x="37921" y="2313"/>
                      </a:moveTo>
                      <a:cubicBezTo>
                        <a:pt x="31285" y="5397"/>
                        <a:pt x="10902" y="6939"/>
                        <a:pt x="23227" y="10795"/>
                      </a:cubicBezTo>
                      <a:cubicBezTo>
                        <a:pt x="48349" y="10795"/>
                        <a:pt x="40765" y="7710"/>
                        <a:pt x="55934" y="6168"/>
                      </a:cubicBezTo>
                      <a:cubicBezTo>
                        <a:pt x="15642" y="6939"/>
                        <a:pt x="67310" y="4626"/>
                        <a:pt x="38395" y="2313"/>
                      </a:cubicBezTo>
                      <a:cubicBezTo>
                        <a:pt x="45979" y="2313"/>
                        <a:pt x="53090" y="1542"/>
                        <a:pt x="60200" y="1542"/>
                      </a:cubicBezTo>
                      <a:cubicBezTo>
                        <a:pt x="52616" y="1542"/>
                        <a:pt x="45979" y="771"/>
                        <a:pt x="39343" y="0"/>
                      </a:cubicBezTo>
                      <a:lnTo>
                        <a:pt x="40291" y="771"/>
                      </a:lnTo>
                      <a:cubicBezTo>
                        <a:pt x="40291" y="771"/>
                        <a:pt x="40291" y="771"/>
                        <a:pt x="40291" y="771"/>
                      </a:cubicBezTo>
                      <a:cubicBezTo>
                        <a:pt x="42187" y="771"/>
                        <a:pt x="42661" y="771"/>
                        <a:pt x="40765" y="771"/>
                      </a:cubicBezTo>
                      <a:lnTo>
                        <a:pt x="39817" y="771"/>
                      </a:lnTo>
                      <a:cubicBezTo>
                        <a:pt x="39343" y="1542"/>
                        <a:pt x="38869" y="1542"/>
                        <a:pt x="37921" y="2313"/>
                      </a:cubicBezTo>
                      <a:cubicBezTo>
                        <a:pt x="26545" y="1542"/>
                        <a:pt x="36025" y="1542"/>
                        <a:pt x="39817" y="771"/>
                      </a:cubicBezTo>
                      <a:cubicBezTo>
                        <a:pt x="39817" y="771"/>
                        <a:pt x="40291" y="771"/>
                        <a:pt x="40291" y="771"/>
                      </a:cubicBezTo>
                      <a:lnTo>
                        <a:pt x="0" y="2313"/>
                      </a:lnTo>
                      <a:cubicBezTo>
                        <a:pt x="8532" y="2313"/>
                        <a:pt x="18961" y="2313"/>
                        <a:pt x="37921" y="23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8" name="자유형 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1wYX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zoAADMNAAD7OgAANQ0AAAAAAAAmAAAACAAAAP//////////"/>
                    </a:ext>
                  </a:extLst>
                </p:cNvSpPr>
                <p:nvPr/>
              </p:nvSpPr>
              <p:spPr>
                <a:xfrm>
                  <a:off x="9582785" y="2145665"/>
                  <a:ext cx="5080" cy="1270"/>
                </a:xfrm>
                <a:custGeom>
                  <a:avLst/>
                  <a:gdLst/>
                  <a:ahLst/>
                  <a:cxnLst/>
                  <a:rect l="0" t="0" r="5080" b="1270"/>
                  <a:pathLst>
                    <a:path w="5080" h="1270">
                      <a:moveTo>
                        <a:pt x="5080" y="1270"/>
                      </a:moveTo>
                      <a:cubicBezTo>
                        <a:pt x="3695" y="1270"/>
                        <a:pt x="3695" y="1270"/>
                        <a:pt x="3695" y="0"/>
                      </a:cubicBezTo>
                      <a:cubicBezTo>
                        <a:pt x="924" y="1270"/>
                        <a:pt x="0" y="1270"/>
                        <a:pt x="508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7" name="자유형 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IxIj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DoAACYNAAAZOwAAMw0AAAAAAAAmAAAACAAAAP//////////"/>
                    </a:ext>
                  </a:extLst>
                </p:cNvSpPr>
                <p:nvPr/>
              </p:nvSpPr>
              <p:spPr>
                <a:xfrm>
                  <a:off x="9547860" y="2137410"/>
                  <a:ext cx="59055" cy="8255"/>
                </a:xfrm>
                <a:custGeom>
                  <a:avLst/>
                  <a:gdLst/>
                  <a:ahLst/>
                  <a:cxnLst/>
                  <a:rect l="0" t="0" r="59055" b="8255"/>
                  <a:pathLst>
                    <a:path w="59055" h="8255">
                      <a:moveTo>
                        <a:pt x="23234" y="7567"/>
                      </a:moveTo>
                      <a:cubicBezTo>
                        <a:pt x="26139" y="6879"/>
                        <a:pt x="28559" y="5503"/>
                        <a:pt x="38240" y="6191"/>
                      </a:cubicBezTo>
                      <a:cubicBezTo>
                        <a:pt x="46469" y="6879"/>
                        <a:pt x="38240" y="7567"/>
                        <a:pt x="38724" y="8255"/>
                      </a:cubicBezTo>
                      <a:cubicBezTo>
                        <a:pt x="44533" y="7567"/>
                        <a:pt x="59055" y="6191"/>
                        <a:pt x="40660" y="4815"/>
                      </a:cubicBezTo>
                      <a:lnTo>
                        <a:pt x="37756" y="5503"/>
                      </a:lnTo>
                      <a:cubicBezTo>
                        <a:pt x="21298" y="4127"/>
                        <a:pt x="0" y="687"/>
                        <a:pt x="2904" y="0"/>
                      </a:cubicBezTo>
                      <a:cubicBezTo>
                        <a:pt x="7744" y="2751"/>
                        <a:pt x="12101" y="4815"/>
                        <a:pt x="23234" y="75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6" name="곡선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E6Ym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zoAACgNAABOOgAALg0AAAAAAAAmAAAACAAAAP//////////"/>
                    </a:ext>
                  </a:extLst>
                </p:cNvSpPr>
                <p:nvPr/>
              </p:nvSpPr>
              <p:spPr>
                <a:xfrm>
                  <a:off x="9443085" y="2138680"/>
                  <a:ext cx="34925" cy="3810"/>
                </a:xfrm>
                <a:custGeom>
                  <a:avLst/>
                  <a:gdLst/>
                  <a:ahLst/>
                  <a:cxnLst/>
                  <a:rect l="0" t="0" r="34925" b="3810"/>
                  <a:pathLst>
                    <a:path w="34925" h="3810">
                      <a:moveTo>
                        <a:pt x="33037" y="0"/>
                      </a:moveTo>
                      <a:lnTo>
                        <a:pt x="0" y="1270"/>
                      </a:lnTo>
                      <a:lnTo>
                        <a:pt x="16990" y="3810"/>
                      </a:lnTo>
                      <a:lnTo>
                        <a:pt x="16046" y="2540"/>
                      </a:lnTo>
                      <a:cubicBezTo>
                        <a:pt x="34925" y="2540"/>
                        <a:pt x="30677" y="1270"/>
                        <a:pt x="330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5" name="자유형 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8+P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TkAABINAAAvOQAAGg0AAAAAAAAmAAAACAAAAP//////////"/>
                    </a:ext>
                  </a:extLst>
                </p:cNvSpPr>
                <p:nvPr/>
              </p:nvSpPr>
              <p:spPr>
                <a:xfrm>
                  <a:off x="9276715" y="2124710"/>
                  <a:ext cx="19050" cy="5080"/>
                </a:xfrm>
                <a:custGeom>
                  <a:avLst/>
                  <a:gdLst/>
                  <a:ahLst/>
                  <a:cxnLst/>
                  <a:rect l="0" t="0" r="19050" b="5080"/>
                  <a:pathLst>
                    <a:path w="19050" h="5080">
                      <a:moveTo>
                        <a:pt x="14764" y="3629"/>
                      </a:moveTo>
                      <a:lnTo>
                        <a:pt x="19050" y="0"/>
                      </a:lnTo>
                      <a:lnTo>
                        <a:pt x="0" y="5080"/>
                      </a:lnTo>
                      <a:lnTo>
                        <a:pt x="14764" y="362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4" name="자유형 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8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DgAABQNAADlOAAAFw0AAAAAAAAmAAAACAAAAP//////////"/>
                    </a:ext>
                  </a:extLst>
                </p:cNvSpPr>
                <p:nvPr/>
              </p:nvSpPr>
              <p:spPr>
                <a:xfrm>
                  <a:off x="9237980" y="212598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9445" y="1905"/>
                      </a:moveTo>
                      <a:lnTo>
                        <a:pt x="10795" y="0"/>
                      </a:lnTo>
                      <a:lnTo>
                        <a:pt x="0" y="1428"/>
                      </a:lnTo>
                      <a:lnTo>
                        <a:pt x="9445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3" name="곡선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U3Mj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SkAAEUNAAClKQAARw0AAAAAAAAmAAAACAAAAP//////////"/>
                    </a:ext>
                  </a:extLst>
                </p:cNvSpPr>
                <p:nvPr/>
              </p:nvSpPr>
              <p:spPr>
                <a:xfrm>
                  <a:off x="6759575" y="2157095"/>
                  <a:ext cx="10160" cy="1270"/>
                </a:xfrm>
                <a:custGeom>
                  <a:avLst/>
                  <a:gdLst/>
                  <a:ahLst/>
                  <a:cxnLst/>
                  <a:rect l="0" t="0" r="10160" b="1270"/>
                  <a:pathLst>
                    <a:path w="10160" h="1270">
                      <a:moveTo>
                        <a:pt x="10160" y="0"/>
                      </a:moveTo>
                      <a:lnTo>
                        <a:pt x="0" y="1270"/>
                      </a:lnTo>
                      <a:cubicBezTo>
                        <a:pt x="4838" y="0"/>
                        <a:pt x="7741" y="0"/>
                        <a:pt x="10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2" name="곡선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FuY2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ioAAEQNAAAZKgAARQ0AAAAAAAAmAAAACAAAAP//////////"/>
                    </a:ext>
                  </a:extLst>
                </p:cNvSpPr>
                <p:nvPr/>
              </p:nvSpPr>
              <p:spPr>
                <a:xfrm>
                  <a:off x="6838950" y="2156460"/>
                  <a:ext cx="4445" cy="635"/>
                </a:xfrm>
                <a:custGeom>
                  <a:avLst/>
                  <a:gdLst/>
                  <a:ahLst/>
                  <a:cxnLst/>
                  <a:rect l="0" t="0" r="4445" b="635"/>
                  <a:pathLst>
                    <a:path w="4445" h="635">
                      <a:moveTo>
                        <a:pt x="2667" y="635"/>
                      </a:moveTo>
                      <a:lnTo>
                        <a:pt x="4445" y="0"/>
                      </a:lnTo>
                      <a:cubicBezTo>
                        <a:pt x="1333" y="317"/>
                        <a:pt x="0" y="635"/>
                        <a:pt x="2667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1" name="자유형 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DIAAAoNAABBMgAAFA0AAAAAAAAmAAAACAAAAP//////////"/>
                    </a:ext>
                  </a:extLst>
                </p:cNvSpPr>
                <p:nvPr/>
              </p:nvSpPr>
              <p:spPr>
                <a:xfrm>
                  <a:off x="8138160" y="2119630"/>
                  <a:ext cx="31115" cy="6350"/>
                </a:xfrm>
                <a:custGeom>
                  <a:avLst/>
                  <a:gdLst/>
                  <a:ahLst/>
                  <a:cxnLst/>
                  <a:rect l="0" t="0" r="31115" b="6350"/>
                  <a:pathLst>
                    <a:path w="31115" h="6350">
                      <a:moveTo>
                        <a:pt x="31115" y="6350"/>
                      </a:moveTo>
                      <a:cubicBezTo>
                        <a:pt x="16275" y="3528"/>
                        <a:pt x="0" y="0"/>
                        <a:pt x="1914" y="2822"/>
                      </a:cubicBezTo>
                      <a:lnTo>
                        <a:pt x="6223" y="5644"/>
                      </a:lnTo>
                      <a:cubicBezTo>
                        <a:pt x="16754" y="4939"/>
                        <a:pt x="24413" y="5644"/>
                        <a:pt x="31115" y="63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0" name="곡선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i0AACsNAADMLQAAMA0AAAAAAAAmAAAACAAAAP//////////"/>
                    </a:ext>
                  </a:extLst>
                </p:cNvSpPr>
                <p:nvPr/>
              </p:nvSpPr>
              <p:spPr>
                <a:xfrm>
                  <a:off x="7430770" y="2140585"/>
                  <a:ext cx="13970" cy="3175"/>
                </a:xfrm>
                <a:custGeom>
                  <a:avLst/>
                  <a:gdLst/>
                  <a:ahLst/>
                  <a:cxnLst/>
                  <a:rect l="0" t="0" r="13970" b="3175"/>
                  <a:pathLst>
                    <a:path w="13970" h="3175">
                      <a:moveTo>
                        <a:pt x="0" y="2381"/>
                      </a:moveTo>
                      <a:lnTo>
                        <a:pt x="4336" y="3175"/>
                      </a:lnTo>
                      <a:lnTo>
                        <a:pt x="13970" y="0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9" name="자유형 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y0AAEENAAClLQAARA0AAAAAAAAmAAAACAAAAP//////////"/>
                    </a:ext>
                  </a:extLst>
                </p:cNvSpPr>
                <p:nvPr/>
              </p:nvSpPr>
              <p:spPr>
                <a:xfrm>
                  <a:off x="7400925" y="2154555"/>
                  <a:ext cx="19050" cy="1905"/>
                </a:xfrm>
                <a:custGeom>
                  <a:avLst/>
                  <a:gdLst/>
                  <a:ahLst/>
                  <a:cxnLst/>
                  <a:rect l="0" t="0" r="19050" b="1905"/>
                  <a:pathLst>
                    <a:path w="19050" h="1905">
                      <a:moveTo>
                        <a:pt x="19050" y="1905"/>
                      </a:moveTo>
                      <a:lnTo>
                        <a:pt x="0" y="0"/>
                      </a:lnTo>
                      <a:cubicBezTo>
                        <a:pt x="4286" y="635"/>
                        <a:pt x="10478" y="1270"/>
                        <a:pt x="1905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8" name="자유형 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CcAAEkNAABEJwAATg0AAAAAAAAmAAAACAAAAP//////////"/>
                    </a:ext>
                  </a:extLst>
                </p:cNvSpPr>
                <p:nvPr/>
              </p:nvSpPr>
              <p:spPr>
                <a:xfrm>
                  <a:off x="6365240" y="215963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11229" y="0"/>
                      </a:moveTo>
                      <a:lnTo>
                        <a:pt x="0" y="3175"/>
                      </a:lnTo>
                      <a:cubicBezTo>
                        <a:pt x="17780" y="3175"/>
                        <a:pt x="9826" y="1905"/>
                        <a:pt x="11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7" name="자유형 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jUAABYNAAAfNgAAHA0AAAAAAAAmAAAACAAAAP//////////"/>
                    </a:ext>
                  </a:extLst>
                </p:cNvSpPr>
                <p:nvPr/>
              </p:nvSpPr>
              <p:spPr>
                <a:xfrm>
                  <a:off x="8766810" y="2127250"/>
                  <a:ext cx="31115" cy="3810"/>
                </a:xfrm>
                <a:custGeom>
                  <a:avLst/>
                  <a:gdLst/>
                  <a:ahLst/>
                  <a:cxnLst/>
                  <a:rect l="0" t="0" r="31115" b="3810"/>
                  <a:pathLst>
                    <a:path w="31115" h="3810">
                      <a:moveTo>
                        <a:pt x="31115" y="1905"/>
                      </a:moveTo>
                      <a:cubicBezTo>
                        <a:pt x="18669" y="635"/>
                        <a:pt x="8616" y="0"/>
                        <a:pt x="0" y="0"/>
                      </a:cubicBezTo>
                      <a:cubicBezTo>
                        <a:pt x="15318" y="1270"/>
                        <a:pt x="27285" y="3810"/>
                        <a:pt x="31115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6" name="곡선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CkAAA8NAADTKQAAEg0AAAAAAAAmAAAACAAAAP//////////"/>
                    </a:ext>
                  </a:extLst>
                </p:cNvSpPr>
                <p:nvPr/>
              </p:nvSpPr>
              <p:spPr>
                <a:xfrm>
                  <a:off x="6789420" y="2122805"/>
                  <a:ext cx="9525" cy="1905"/>
                </a:xfrm>
                <a:custGeom>
                  <a:avLst/>
                  <a:gdLst/>
                  <a:ahLst/>
                  <a:cxnLst/>
                  <a:rect l="0" t="0" r="9525" b="1905"/>
                  <a:pathLst>
                    <a:path w="9525" h="1905">
                      <a:moveTo>
                        <a:pt x="8164" y="0"/>
                      </a:moveTo>
                      <a:cubicBezTo>
                        <a:pt x="2267" y="952"/>
                        <a:pt x="0" y="1905"/>
                        <a:pt x="0" y="1905"/>
                      </a:cubicBezTo>
                      <a:cubicBezTo>
                        <a:pt x="5896" y="1905"/>
                        <a:pt x="9525" y="952"/>
                        <a:pt x="81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5" name="곡선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jUAABINAADuNQAAFw0AAAAAAAAmAAAACAAAAP//////////"/>
                    </a:ext>
                  </a:extLst>
                </p:cNvSpPr>
                <p:nvPr/>
              </p:nvSpPr>
              <p:spPr>
                <a:xfrm>
                  <a:off x="8731250" y="2124710"/>
                  <a:ext cx="35560" cy="3175"/>
                </a:xfrm>
                <a:custGeom>
                  <a:avLst/>
                  <a:gdLst/>
                  <a:ahLst/>
                  <a:cxnLst/>
                  <a:rect l="0" t="0" r="35560" b="3175"/>
                  <a:pathLst>
                    <a:path w="35560" h="3175">
                      <a:moveTo>
                        <a:pt x="0" y="2381"/>
                      </a:moveTo>
                      <a:lnTo>
                        <a:pt x="6164" y="3175"/>
                      </a:lnTo>
                      <a:cubicBezTo>
                        <a:pt x="15172" y="2381"/>
                        <a:pt x="24655" y="1587"/>
                        <a:pt x="35560" y="2381"/>
                      </a:cubicBezTo>
                      <a:cubicBezTo>
                        <a:pt x="24655" y="793"/>
                        <a:pt x="11853" y="0"/>
                        <a:pt x="0" y="2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4" name="곡선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R4AAD0NAAB4HgAAPw0AAAAAAAAmAAAACAAAAP//////////"/>
                    </a:ext>
                  </a:extLst>
                </p:cNvSpPr>
                <p:nvPr/>
              </p:nvSpPr>
              <p:spPr>
                <a:xfrm>
                  <a:off x="4948555" y="2152015"/>
                  <a:ext cx="4445" cy="1270"/>
                </a:xfrm>
                <a:custGeom>
                  <a:avLst/>
                  <a:gdLst/>
                  <a:ahLst/>
                  <a:cxnLst/>
                  <a:rect l="0" t="0" r="4445" b="1270"/>
                  <a:pathLst>
                    <a:path w="4445" h="1270">
                      <a:moveTo>
                        <a:pt x="4445" y="1270"/>
                      </a:moveTo>
                      <a:lnTo>
                        <a:pt x="555" y="0"/>
                      </a:lnTo>
                      <a:cubicBezTo>
                        <a:pt x="0" y="1270"/>
                        <a:pt x="1666" y="1270"/>
                        <a:pt x="444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3" name="자유형 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hsAAAoNAAAGHAAADA0AAAAAAAAmAAAACAAAAP//////////"/>
                    </a:ext>
                  </a:extLst>
                </p:cNvSpPr>
                <p:nvPr/>
              </p:nvSpPr>
              <p:spPr>
                <a:xfrm>
                  <a:off x="4537710" y="211963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4445" y="1270"/>
                        <a:pt x="11359" y="1270"/>
                        <a:pt x="17780" y="1270"/>
                      </a:cubicBezTo>
                      <a:cubicBezTo>
                        <a:pt x="14323" y="0"/>
                        <a:pt x="9384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2" name="곡선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TcAABQNAADcNwAAFg0AAAAAAAAmAAAACAAAAP//////////"/>
                    </a:ext>
                  </a:extLst>
                </p:cNvSpPr>
                <p:nvPr/>
              </p:nvSpPr>
              <p:spPr>
                <a:xfrm>
                  <a:off x="9070975" y="212598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cubicBezTo>
                        <a:pt x="9525" y="1270"/>
                        <a:pt x="142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1" name="곡선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zgAACkNAAAVOAAALQ0AAAAAAAAmAAAACAAAAP//////////"/>
                    </a:ext>
                  </a:extLst>
                </p:cNvSpPr>
                <p:nvPr/>
              </p:nvSpPr>
              <p:spPr>
                <a:xfrm>
                  <a:off x="9112885" y="2139315"/>
                  <a:ext cx="3810" cy="2540"/>
                </a:xfrm>
                <a:custGeom>
                  <a:avLst/>
                  <a:gdLst/>
                  <a:ahLst/>
                  <a:cxnLst/>
                  <a:rect l="0" t="0" r="3810" b="2540"/>
                  <a:pathLst>
                    <a:path w="3810" h="2540">
                      <a:moveTo>
                        <a:pt x="3810" y="0"/>
                      </a:moveTo>
                      <a:cubicBezTo>
                        <a:pt x="1905" y="847"/>
                        <a:pt x="476" y="1693"/>
                        <a:pt x="0" y="2540"/>
                      </a:cubicBezTo>
                      <a:cubicBezTo>
                        <a:pt x="953" y="1693"/>
                        <a:pt x="1905" y="847"/>
                        <a:pt x="38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0" name="자유형 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jUAADUNAAAmNQAANw0AAAAAAAAmAAAACAAAAP//////////"/>
                    </a:ext>
                  </a:extLst>
                </p:cNvSpPr>
                <p:nvPr/>
              </p:nvSpPr>
              <p:spPr>
                <a:xfrm>
                  <a:off x="8637270" y="214693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508" y="0"/>
                      </a:moveTo>
                      <a:lnTo>
                        <a:pt x="0" y="0"/>
                      </a:lnTo>
                      <a:cubicBezTo>
                        <a:pt x="2540" y="1270"/>
                        <a:pt x="2032" y="0"/>
                        <a:pt x="5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9" name="곡선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TcAABcNAADjNwAAFw0AAAAAAAAmAAAACAAAAP//////////"/>
                    </a:ext>
                  </a:extLst>
                </p:cNvSpPr>
                <p:nvPr/>
              </p:nvSpPr>
              <p:spPr>
                <a:xfrm>
                  <a:off x="9073515" y="2127885"/>
                  <a:ext cx="11430" cy="0"/>
                </a:xfrm>
                <a:custGeom>
                  <a:avLst/>
                  <a:gdLst/>
                  <a:ahLst/>
                  <a:cxnLst/>
                  <a:rect l="0" t="0" r="11430" b="0"/>
                  <a:pathLst>
                    <a:path w="11430">
                      <a:moveTo>
                        <a:pt x="11430" y="0"/>
                      </a:moveTo>
                      <a:cubicBezTo>
                        <a:pt x="8230" y="0"/>
                        <a:pt x="4572" y="0"/>
                        <a:pt x="0" y="0"/>
                      </a:cubicBezTo>
                      <a:cubicBezTo>
                        <a:pt x="2286" y="0"/>
                        <a:pt x="5486" y="0"/>
                        <a:pt x="11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8" name="자유형 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DcAABQNAADvNwAAFg0AAAAAAAAmAAAACAAAAP//////////"/>
                    </a:ext>
                  </a:extLst>
                </p:cNvSpPr>
                <p:nvPr/>
              </p:nvSpPr>
              <p:spPr>
                <a:xfrm>
                  <a:off x="9083040" y="212598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lnTo>
                        <a:pt x="8572" y="1270"/>
                      </a:lnTo>
                      <a:cubicBezTo>
                        <a:pt x="9525" y="1270"/>
                        <a:pt x="8572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7" name="자유형 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TcAABYNAADRNwAAFw0AAAAAAAAmAAAACAAAAP//////////"/>
                    </a:ext>
                  </a:extLst>
                </p:cNvSpPr>
                <p:nvPr/>
              </p:nvSpPr>
              <p:spPr>
                <a:xfrm>
                  <a:off x="9058275" y="2127250"/>
                  <a:ext cx="15240" cy="635"/>
                </a:xfrm>
                <a:custGeom>
                  <a:avLst/>
                  <a:gdLst/>
                  <a:ahLst/>
                  <a:cxnLst/>
                  <a:rect l="0" t="0" r="15240" b="635"/>
                  <a:pathLst>
                    <a:path w="15240" h="635">
                      <a:moveTo>
                        <a:pt x="0" y="0"/>
                      </a:moveTo>
                      <a:cubicBezTo>
                        <a:pt x="5408" y="0"/>
                        <a:pt x="10324" y="0"/>
                        <a:pt x="15240" y="635"/>
                      </a:cubicBezTo>
                      <a:cubicBezTo>
                        <a:pt x="13765" y="0"/>
                        <a:pt x="12782" y="0"/>
                        <a:pt x="1327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6" name="자유형 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CMAADMNAAApIwAANw0AAAAAAAAmAAAACAAAAP//////////"/>
                    </a:ext>
                  </a:extLst>
                </p:cNvSpPr>
                <p:nvPr/>
              </p:nvSpPr>
              <p:spPr>
                <a:xfrm>
                  <a:off x="5704840" y="2145665"/>
                  <a:ext cx="10795" cy="2540"/>
                </a:xfrm>
                <a:custGeom>
                  <a:avLst/>
                  <a:gdLst/>
                  <a:ahLst/>
                  <a:cxnLst/>
                  <a:rect l="0" t="0" r="10795" b="2540"/>
                  <a:pathLst>
                    <a:path w="10795" h="2540">
                      <a:moveTo>
                        <a:pt x="10795" y="0"/>
                      </a:moveTo>
                      <a:lnTo>
                        <a:pt x="8917" y="0"/>
                      </a:lnTo>
                      <a:cubicBezTo>
                        <a:pt x="0" y="2540"/>
                        <a:pt x="3754" y="1270"/>
                        <a:pt x="107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5" name="자유형 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zAAAEcNAADFMAAASQ0AAAAAAAAmAAAACAAAAP//////////"/>
                    </a:ext>
                  </a:extLst>
                </p:cNvSpPr>
                <p:nvPr/>
              </p:nvSpPr>
              <p:spPr>
                <a:xfrm>
                  <a:off x="7926705" y="2158365"/>
                  <a:ext cx="1270" cy="1270"/>
                </a:xfrm>
                <a:custGeom>
                  <a:avLst/>
                  <a:gdLst/>
                  <a:ahLst/>
                  <a:cxnLst/>
                  <a:rect l="0" t="0" r="1270" b="1270"/>
                  <a:pathLst>
                    <a:path w="1270" h="1270">
                      <a:moveTo>
                        <a:pt x="423" y="1270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4" name="자유형 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jAAADgNAADDMAAATA0AAAAAAAAmAAAACAAAAP//////////"/>
                    </a:ext>
                  </a:extLst>
                </p:cNvSpPr>
                <p:nvPr/>
              </p:nvSpPr>
              <p:spPr>
                <a:xfrm>
                  <a:off x="7893050" y="2148840"/>
                  <a:ext cx="33655" cy="12700"/>
                </a:xfrm>
                <a:custGeom>
                  <a:avLst/>
                  <a:gdLst/>
                  <a:ahLst/>
                  <a:cxnLst/>
                  <a:rect l="0" t="0" r="33655" b="12700"/>
                  <a:pathLst>
                    <a:path w="33655" h="12700">
                      <a:moveTo>
                        <a:pt x="0" y="12700"/>
                      </a:moveTo>
                      <a:cubicBezTo>
                        <a:pt x="14632" y="8218"/>
                        <a:pt x="22924" y="8965"/>
                        <a:pt x="33655" y="9712"/>
                      </a:cubicBezTo>
                      <a:lnTo>
                        <a:pt x="22436" y="0"/>
                      </a:lnTo>
                      <a:lnTo>
                        <a:pt x="0" y="127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3" name="곡선9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BsAAAANAADDOAAAVg0AAAAAAAAmAAAACAAAAP//////////"/>
                    </a:ext>
                  </a:extLst>
                </p:cNvSpPr>
                <p:nvPr/>
              </p:nvSpPr>
              <p:spPr>
                <a:xfrm>
                  <a:off x="4437380" y="2113280"/>
                  <a:ext cx="4789805" cy="54610"/>
                </a:xfrm>
                <a:custGeom>
                  <a:avLst/>
                  <a:gdLst/>
                  <a:ahLst/>
                  <a:cxnLst/>
                  <a:rect l="0" t="0" r="4789805" b="54610"/>
                  <a:pathLst>
                    <a:path w="4789805" h="54610">
                      <a:moveTo>
                        <a:pt x="1179065" y="8738"/>
                      </a:moveTo>
                      <a:lnTo>
                        <a:pt x="1185273" y="9466"/>
                      </a:lnTo>
                      <a:cubicBezTo>
                        <a:pt x="1171424" y="10922"/>
                        <a:pt x="1175245" y="9466"/>
                        <a:pt x="1179065" y="8738"/>
                      </a:cubicBezTo>
                      <a:close/>
                      <a:moveTo>
                        <a:pt x="4562969" y="18203"/>
                      </a:moveTo>
                      <a:cubicBezTo>
                        <a:pt x="4566312" y="17475"/>
                        <a:pt x="4565835" y="16747"/>
                        <a:pt x="4564879" y="16747"/>
                      </a:cubicBezTo>
                      <a:cubicBezTo>
                        <a:pt x="4562492" y="17475"/>
                        <a:pt x="4555329" y="17475"/>
                        <a:pt x="4547210" y="17475"/>
                      </a:cubicBezTo>
                      <a:cubicBezTo>
                        <a:pt x="4549598" y="18203"/>
                        <a:pt x="4553896" y="18931"/>
                        <a:pt x="4562969" y="18203"/>
                      </a:cubicBezTo>
                      <a:close/>
                      <a:moveTo>
                        <a:pt x="4531451" y="16747"/>
                      </a:moveTo>
                      <a:lnTo>
                        <a:pt x="4530974" y="16747"/>
                      </a:lnTo>
                      <a:cubicBezTo>
                        <a:pt x="4515692" y="15291"/>
                        <a:pt x="4520945" y="16019"/>
                        <a:pt x="4531451" y="16747"/>
                      </a:cubicBezTo>
                      <a:close/>
                      <a:moveTo>
                        <a:pt x="3044845" y="36407"/>
                      </a:moveTo>
                      <a:cubicBezTo>
                        <a:pt x="3039592" y="37863"/>
                        <a:pt x="3031951" y="37135"/>
                        <a:pt x="3022877" y="35679"/>
                      </a:cubicBezTo>
                      <a:cubicBezTo>
                        <a:pt x="3029563" y="35679"/>
                        <a:pt x="3036726" y="35679"/>
                        <a:pt x="3044845" y="36407"/>
                      </a:cubicBezTo>
                      <a:close/>
                      <a:moveTo>
                        <a:pt x="2510946" y="43688"/>
                      </a:moveTo>
                      <a:cubicBezTo>
                        <a:pt x="2504260" y="44416"/>
                        <a:pt x="2490889" y="46601"/>
                        <a:pt x="2485636" y="44416"/>
                      </a:cubicBezTo>
                      <a:cubicBezTo>
                        <a:pt x="2493754" y="40047"/>
                        <a:pt x="2499485" y="42232"/>
                        <a:pt x="2510946" y="43688"/>
                      </a:cubicBezTo>
                      <a:close/>
                      <a:moveTo>
                        <a:pt x="2159948" y="44416"/>
                      </a:moveTo>
                      <a:lnTo>
                        <a:pt x="2183348" y="47329"/>
                      </a:lnTo>
                      <a:cubicBezTo>
                        <a:pt x="2155173" y="51697"/>
                        <a:pt x="2134638" y="50241"/>
                        <a:pt x="2156606" y="54610"/>
                      </a:cubicBezTo>
                      <a:cubicBezTo>
                        <a:pt x="2159948" y="44416"/>
                        <a:pt x="2247817" y="53882"/>
                        <a:pt x="2251160" y="43688"/>
                      </a:cubicBezTo>
                      <a:lnTo>
                        <a:pt x="2266919" y="45872"/>
                      </a:lnTo>
                      <a:cubicBezTo>
                        <a:pt x="2262144" y="45872"/>
                        <a:pt x="2261666" y="46601"/>
                        <a:pt x="2257368" y="46601"/>
                      </a:cubicBezTo>
                      <a:cubicBezTo>
                        <a:pt x="2287454" y="50969"/>
                        <a:pt x="2279813" y="39319"/>
                        <a:pt x="2318494" y="40775"/>
                      </a:cubicBezTo>
                      <a:cubicBezTo>
                        <a:pt x="2331866" y="41504"/>
                        <a:pt x="2341417" y="42960"/>
                        <a:pt x="2332343" y="44416"/>
                      </a:cubicBezTo>
                      <a:lnTo>
                        <a:pt x="2362429" y="41504"/>
                      </a:lnTo>
                      <a:cubicBezTo>
                        <a:pt x="2371025" y="42232"/>
                        <a:pt x="2369114" y="43688"/>
                        <a:pt x="2360041" y="43688"/>
                      </a:cubicBezTo>
                      <a:lnTo>
                        <a:pt x="2406363" y="42960"/>
                      </a:lnTo>
                      <a:lnTo>
                        <a:pt x="2405886" y="42960"/>
                      </a:lnTo>
                      <a:cubicBezTo>
                        <a:pt x="2412571" y="41504"/>
                        <a:pt x="2427375" y="39319"/>
                        <a:pt x="2434538" y="37863"/>
                      </a:cubicBezTo>
                      <a:cubicBezTo>
                        <a:pt x="2446000" y="39319"/>
                        <a:pt x="2428808" y="39319"/>
                        <a:pt x="2431673" y="40775"/>
                      </a:cubicBezTo>
                      <a:lnTo>
                        <a:pt x="2456983" y="37863"/>
                      </a:lnTo>
                      <a:cubicBezTo>
                        <a:pt x="2467489" y="40775"/>
                        <a:pt x="2446477" y="42960"/>
                        <a:pt x="2428808" y="42960"/>
                      </a:cubicBezTo>
                      <a:cubicBezTo>
                        <a:pt x="2452685" y="53154"/>
                        <a:pt x="2449820" y="40047"/>
                        <a:pt x="2501395" y="46601"/>
                      </a:cubicBezTo>
                      <a:lnTo>
                        <a:pt x="2477040" y="47329"/>
                      </a:lnTo>
                      <a:cubicBezTo>
                        <a:pt x="2492799" y="53154"/>
                        <a:pt x="2511424" y="50969"/>
                        <a:pt x="2538644" y="54610"/>
                      </a:cubicBezTo>
                      <a:cubicBezTo>
                        <a:pt x="2531958" y="53154"/>
                        <a:pt x="2484203" y="45872"/>
                        <a:pt x="2511901" y="43688"/>
                      </a:cubicBezTo>
                      <a:cubicBezTo>
                        <a:pt x="2519542" y="44416"/>
                        <a:pt x="2530048" y="44416"/>
                        <a:pt x="2544852" y="42960"/>
                      </a:cubicBezTo>
                      <a:cubicBezTo>
                        <a:pt x="2544852" y="45872"/>
                        <a:pt x="2559178" y="45144"/>
                        <a:pt x="2577803" y="45144"/>
                      </a:cubicBezTo>
                      <a:lnTo>
                        <a:pt x="2576370" y="50241"/>
                      </a:lnTo>
                      <a:cubicBezTo>
                        <a:pt x="2595950" y="48785"/>
                        <a:pt x="2594517" y="46601"/>
                        <a:pt x="2605978" y="44416"/>
                      </a:cubicBezTo>
                      <a:cubicBezTo>
                        <a:pt x="2627945" y="44416"/>
                        <a:pt x="2632721" y="48057"/>
                        <a:pt x="2637496" y="51697"/>
                      </a:cubicBezTo>
                      <a:cubicBezTo>
                        <a:pt x="2672835" y="52426"/>
                        <a:pt x="2613619" y="45872"/>
                        <a:pt x="2655166" y="45144"/>
                      </a:cubicBezTo>
                      <a:cubicBezTo>
                        <a:pt x="2684296" y="46601"/>
                        <a:pt x="2704831" y="45144"/>
                        <a:pt x="2739692" y="42232"/>
                      </a:cubicBezTo>
                      <a:cubicBezTo>
                        <a:pt x="2760226" y="43688"/>
                        <a:pt x="2736349" y="45144"/>
                        <a:pt x="2743512" y="46601"/>
                      </a:cubicBezTo>
                      <a:lnTo>
                        <a:pt x="2761659" y="42960"/>
                      </a:lnTo>
                      <a:cubicBezTo>
                        <a:pt x="2765957" y="42960"/>
                        <a:pt x="2764524" y="43688"/>
                        <a:pt x="2764046" y="44416"/>
                      </a:cubicBezTo>
                      <a:cubicBezTo>
                        <a:pt x="2779328" y="42960"/>
                        <a:pt x="2765002" y="40047"/>
                        <a:pt x="2789357" y="38591"/>
                      </a:cubicBezTo>
                      <a:cubicBezTo>
                        <a:pt x="2795565" y="33494"/>
                        <a:pt x="2838544" y="46601"/>
                        <a:pt x="2868152" y="40775"/>
                      </a:cubicBezTo>
                      <a:cubicBezTo>
                        <a:pt x="2875315" y="42232"/>
                        <a:pt x="2864809" y="43688"/>
                        <a:pt x="2866719" y="45144"/>
                      </a:cubicBezTo>
                      <a:cubicBezTo>
                        <a:pt x="2907788" y="41504"/>
                        <a:pt x="2902058" y="42960"/>
                        <a:pt x="2935486" y="37863"/>
                      </a:cubicBezTo>
                      <a:lnTo>
                        <a:pt x="2963661" y="40775"/>
                      </a:lnTo>
                      <a:cubicBezTo>
                        <a:pt x="2943127" y="37135"/>
                        <a:pt x="2969870" y="32766"/>
                        <a:pt x="2993269" y="29853"/>
                      </a:cubicBezTo>
                      <a:cubicBezTo>
                        <a:pt x="2985629" y="27669"/>
                        <a:pt x="2979421" y="26213"/>
                        <a:pt x="2975123" y="25485"/>
                      </a:cubicBezTo>
                      <a:lnTo>
                        <a:pt x="3012371" y="23300"/>
                      </a:lnTo>
                      <a:cubicBezTo>
                        <a:pt x="3017147" y="24028"/>
                        <a:pt x="3013326" y="25485"/>
                        <a:pt x="3007118" y="27669"/>
                      </a:cubicBezTo>
                      <a:lnTo>
                        <a:pt x="3013804" y="26213"/>
                      </a:lnTo>
                      <a:cubicBezTo>
                        <a:pt x="3027175" y="28397"/>
                        <a:pt x="3020490" y="31310"/>
                        <a:pt x="3010939" y="33494"/>
                      </a:cubicBezTo>
                      <a:lnTo>
                        <a:pt x="2997567" y="30582"/>
                      </a:lnTo>
                      <a:cubicBezTo>
                        <a:pt x="2988016" y="33494"/>
                        <a:pt x="2979421" y="36407"/>
                        <a:pt x="2981331" y="39319"/>
                      </a:cubicBezTo>
                      <a:cubicBezTo>
                        <a:pt x="2983719" y="38591"/>
                        <a:pt x="2988494" y="38591"/>
                        <a:pt x="2993747" y="37863"/>
                      </a:cubicBezTo>
                      <a:cubicBezTo>
                        <a:pt x="2991359" y="38591"/>
                        <a:pt x="2989927" y="39319"/>
                        <a:pt x="2990882" y="40047"/>
                      </a:cubicBezTo>
                      <a:cubicBezTo>
                        <a:pt x="2992314" y="40775"/>
                        <a:pt x="2996135" y="39319"/>
                        <a:pt x="3002343" y="38591"/>
                      </a:cubicBezTo>
                      <a:lnTo>
                        <a:pt x="3010461" y="43688"/>
                      </a:lnTo>
                      <a:lnTo>
                        <a:pt x="3012849" y="41504"/>
                      </a:lnTo>
                      <a:lnTo>
                        <a:pt x="3061559" y="45144"/>
                      </a:lnTo>
                      <a:cubicBezTo>
                        <a:pt x="3096897" y="40047"/>
                        <a:pt x="3126983" y="32038"/>
                        <a:pt x="3182856" y="29853"/>
                      </a:cubicBezTo>
                      <a:cubicBezTo>
                        <a:pt x="3169007" y="34222"/>
                        <a:pt x="3179991" y="36407"/>
                        <a:pt x="3179036" y="40775"/>
                      </a:cubicBezTo>
                      <a:cubicBezTo>
                        <a:pt x="3163754" y="36407"/>
                        <a:pt x="3136056" y="42960"/>
                        <a:pt x="3107403" y="42232"/>
                      </a:cubicBezTo>
                      <a:cubicBezTo>
                        <a:pt x="3122207" y="42232"/>
                        <a:pt x="3118865" y="44416"/>
                        <a:pt x="3115044" y="45144"/>
                      </a:cubicBezTo>
                      <a:lnTo>
                        <a:pt x="3166619" y="41504"/>
                      </a:lnTo>
                      <a:cubicBezTo>
                        <a:pt x="3165187" y="45144"/>
                        <a:pt x="3177603" y="43688"/>
                        <a:pt x="3190974" y="45872"/>
                      </a:cubicBezTo>
                      <a:cubicBezTo>
                        <a:pt x="3180468" y="37863"/>
                        <a:pt x="3229178" y="40775"/>
                        <a:pt x="3250190" y="38591"/>
                      </a:cubicBezTo>
                      <a:cubicBezTo>
                        <a:pt x="3251145" y="40775"/>
                        <a:pt x="3246370" y="43688"/>
                        <a:pt x="3220582" y="42960"/>
                      </a:cubicBezTo>
                      <a:cubicBezTo>
                        <a:pt x="3248758" y="48785"/>
                        <a:pt x="3257353" y="34222"/>
                        <a:pt x="3285051" y="39319"/>
                      </a:cubicBezTo>
                      <a:cubicBezTo>
                        <a:pt x="3278366" y="39319"/>
                        <a:pt x="3275023" y="38591"/>
                        <a:pt x="3272635" y="40047"/>
                      </a:cubicBezTo>
                      <a:cubicBezTo>
                        <a:pt x="3287439" y="37863"/>
                        <a:pt x="3322777" y="40047"/>
                        <a:pt x="3314659" y="42232"/>
                      </a:cubicBezTo>
                      <a:lnTo>
                        <a:pt x="3308451" y="42232"/>
                      </a:lnTo>
                      <a:cubicBezTo>
                        <a:pt x="3349520" y="42960"/>
                        <a:pt x="3434046" y="42232"/>
                        <a:pt x="3440254" y="36407"/>
                      </a:cubicBezTo>
                      <a:cubicBezTo>
                        <a:pt x="3440732" y="37135"/>
                        <a:pt x="3435001" y="43688"/>
                        <a:pt x="3432613" y="45144"/>
                      </a:cubicBezTo>
                      <a:lnTo>
                        <a:pt x="3506156" y="24028"/>
                      </a:lnTo>
                      <a:cubicBezTo>
                        <a:pt x="3499948" y="29853"/>
                        <a:pt x="3524780" y="42232"/>
                        <a:pt x="3490397" y="45144"/>
                      </a:cubicBezTo>
                      <a:cubicBezTo>
                        <a:pt x="3500425" y="45872"/>
                        <a:pt x="3512364" y="47329"/>
                        <a:pt x="3533376" y="45144"/>
                      </a:cubicBezTo>
                      <a:cubicBezTo>
                        <a:pt x="3526690" y="44416"/>
                        <a:pt x="3516662" y="37135"/>
                        <a:pt x="3525735" y="37135"/>
                      </a:cubicBezTo>
                      <a:cubicBezTo>
                        <a:pt x="3551045" y="42960"/>
                        <a:pt x="3543405" y="40047"/>
                        <a:pt x="3574445" y="45144"/>
                      </a:cubicBezTo>
                      <a:cubicBezTo>
                        <a:pt x="3563939" y="44416"/>
                        <a:pt x="3575400" y="35679"/>
                        <a:pt x="3591159" y="36407"/>
                      </a:cubicBezTo>
                      <a:cubicBezTo>
                        <a:pt x="3588772" y="37135"/>
                        <a:pt x="3592592" y="44416"/>
                        <a:pt x="3586861" y="45144"/>
                      </a:cubicBezTo>
                      <a:lnTo>
                        <a:pt x="3626498" y="37135"/>
                      </a:lnTo>
                      <a:cubicBezTo>
                        <a:pt x="3616469" y="38591"/>
                        <a:pt x="3624588" y="44416"/>
                        <a:pt x="3633661" y="46601"/>
                      </a:cubicBezTo>
                      <a:cubicBezTo>
                        <a:pt x="3629363" y="45144"/>
                        <a:pt x="3667567" y="46601"/>
                        <a:pt x="3678073" y="45872"/>
                      </a:cubicBezTo>
                      <a:lnTo>
                        <a:pt x="3661359" y="44416"/>
                      </a:lnTo>
                      <a:cubicBezTo>
                        <a:pt x="3706248" y="45872"/>
                        <a:pt x="3705771" y="32766"/>
                        <a:pt x="3750183" y="33494"/>
                      </a:cubicBezTo>
                      <a:cubicBezTo>
                        <a:pt x="3744930" y="34950"/>
                        <a:pt x="3736811" y="43688"/>
                        <a:pt x="3759256" y="45144"/>
                      </a:cubicBezTo>
                      <a:cubicBezTo>
                        <a:pt x="3769762" y="40775"/>
                        <a:pt x="3805101" y="24757"/>
                        <a:pt x="3844260" y="21116"/>
                      </a:cubicBezTo>
                      <a:lnTo>
                        <a:pt x="3851901" y="24028"/>
                      </a:lnTo>
                      <a:lnTo>
                        <a:pt x="3881986" y="21116"/>
                      </a:lnTo>
                      <a:cubicBezTo>
                        <a:pt x="3863362" y="27669"/>
                        <a:pt x="3810831" y="40775"/>
                        <a:pt x="3781701" y="45872"/>
                      </a:cubicBezTo>
                      <a:cubicBezTo>
                        <a:pt x="3798415" y="48057"/>
                        <a:pt x="3786476" y="48785"/>
                        <a:pt x="3811786" y="48785"/>
                      </a:cubicBezTo>
                      <a:cubicBezTo>
                        <a:pt x="3820382" y="50969"/>
                        <a:pt x="3797938" y="52426"/>
                        <a:pt x="3790774" y="52426"/>
                      </a:cubicBezTo>
                      <a:lnTo>
                        <a:pt x="3849035" y="53882"/>
                      </a:lnTo>
                      <a:cubicBezTo>
                        <a:pt x="3846170" y="48785"/>
                        <a:pt x="3893447" y="48785"/>
                        <a:pt x="3891537" y="45144"/>
                      </a:cubicBezTo>
                      <a:lnTo>
                        <a:pt x="3828023" y="49513"/>
                      </a:lnTo>
                      <a:cubicBezTo>
                        <a:pt x="3825635" y="45144"/>
                        <a:pt x="3864794" y="35679"/>
                        <a:pt x="3905863" y="37135"/>
                      </a:cubicBezTo>
                      <a:cubicBezTo>
                        <a:pt x="3916369" y="38591"/>
                        <a:pt x="3898223" y="45872"/>
                        <a:pt x="3899178" y="47329"/>
                      </a:cubicBezTo>
                      <a:cubicBezTo>
                        <a:pt x="3904431" y="45872"/>
                        <a:pt x="3938337" y="44416"/>
                        <a:pt x="3942157" y="45144"/>
                      </a:cubicBezTo>
                      <a:lnTo>
                        <a:pt x="3924488" y="48057"/>
                      </a:lnTo>
                      <a:cubicBezTo>
                        <a:pt x="3947410" y="50241"/>
                        <a:pt x="3962214" y="41504"/>
                        <a:pt x="3989912" y="46601"/>
                      </a:cubicBezTo>
                      <a:cubicBezTo>
                        <a:pt x="3999463" y="46601"/>
                        <a:pt x="4018087" y="53154"/>
                        <a:pt x="4019997" y="50241"/>
                      </a:cubicBezTo>
                      <a:cubicBezTo>
                        <a:pt x="4004238" y="44416"/>
                        <a:pt x="4001373" y="26941"/>
                        <a:pt x="4011879" y="22572"/>
                      </a:cubicBezTo>
                      <a:cubicBezTo>
                        <a:pt x="4015222" y="22572"/>
                        <a:pt x="4061544" y="27669"/>
                        <a:pt x="4072528" y="30582"/>
                      </a:cubicBezTo>
                      <a:cubicBezTo>
                        <a:pt x="4088287" y="34950"/>
                        <a:pt x="4049128" y="41504"/>
                        <a:pt x="4062499" y="45144"/>
                      </a:cubicBezTo>
                      <a:cubicBezTo>
                        <a:pt x="4062977" y="43688"/>
                        <a:pt x="4071573" y="42232"/>
                        <a:pt x="4075393" y="41504"/>
                      </a:cubicBezTo>
                      <a:cubicBezTo>
                        <a:pt x="4085421" y="42960"/>
                        <a:pt x="4071095" y="45872"/>
                        <a:pt x="4093062" y="45144"/>
                      </a:cubicBezTo>
                      <a:cubicBezTo>
                        <a:pt x="4096405" y="40047"/>
                        <a:pt x="4137474" y="45872"/>
                        <a:pt x="4103091" y="40775"/>
                      </a:cubicBezTo>
                      <a:cubicBezTo>
                        <a:pt x="4124580" y="40047"/>
                        <a:pt x="4126013" y="42232"/>
                        <a:pt x="4150845" y="42232"/>
                      </a:cubicBezTo>
                      <a:cubicBezTo>
                        <a:pt x="4142727" y="38591"/>
                        <a:pt x="4173290" y="31310"/>
                        <a:pt x="4194780" y="29853"/>
                      </a:cubicBezTo>
                      <a:cubicBezTo>
                        <a:pt x="4193347" y="30582"/>
                        <a:pt x="4198123" y="32766"/>
                        <a:pt x="4200510" y="33494"/>
                      </a:cubicBezTo>
                      <a:cubicBezTo>
                        <a:pt x="4244445" y="34222"/>
                        <a:pt x="4267845" y="36407"/>
                        <a:pt x="4308436" y="36407"/>
                      </a:cubicBezTo>
                      <a:cubicBezTo>
                        <a:pt x="4312257" y="37863"/>
                        <a:pt x="4331836" y="39319"/>
                        <a:pt x="4323718" y="41504"/>
                      </a:cubicBezTo>
                      <a:cubicBezTo>
                        <a:pt x="4329448" y="40775"/>
                        <a:pt x="4334701" y="38591"/>
                        <a:pt x="4347118" y="38591"/>
                      </a:cubicBezTo>
                      <a:cubicBezTo>
                        <a:pt x="4371473" y="42960"/>
                        <a:pt x="4319420" y="39319"/>
                        <a:pt x="4338044" y="44416"/>
                      </a:cubicBezTo>
                      <a:cubicBezTo>
                        <a:pt x="4339477" y="41504"/>
                        <a:pt x="4370517" y="40775"/>
                        <a:pt x="4388187" y="38591"/>
                      </a:cubicBezTo>
                      <a:cubicBezTo>
                        <a:pt x="4382934" y="34222"/>
                        <a:pt x="4347118" y="37863"/>
                        <a:pt x="4328971" y="39319"/>
                      </a:cubicBezTo>
                      <a:cubicBezTo>
                        <a:pt x="4328971" y="33494"/>
                        <a:pt x="4360011" y="26941"/>
                        <a:pt x="4402513" y="24028"/>
                      </a:cubicBezTo>
                      <a:cubicBezTo>
                        <a:pt x="4436419" y="22572"/>
                        <a:pt x="4417317" y="28397"/>
                        <a:pt x="4423048" y="27669"/>
                      </a:cubicBezTo>
                      <a:cubicBezTo>
                        <a:pt x="4486562" y="28397"/>
                        <a:pt x="4477488" y="16747"/>
                        <a:pt x="4530018" y="21116"/>
                      </a:cubicBezTo>
                      <a:cubicBezTo>
                        <a:pt x="4551031" y="25485"/>
                        <a:pt x="4530974" y="29125"/>
                        <a:pt x="4535749" y="32038"/>
                      </a:cubicBezTo>
                      <a:cubicBezTo>
                        <a:pt x="4508051" y="33494"/>
                        <a:pt x="4493247" y="29125"/>
                        <a:pt x="4474623" y="29125"/>
                      </a:cubicBezTo>
                      <a:lnTo>
                        <a:pt x="4497545" y="31310"/>
                      </a:lnTo>
                      <a:cubicBezTo>
                        <a:pt x="4488949" y="32766"/>
                        <a:pt x="4470325" y="33494"/>
                        <a:pt x="4460296" y="32766"/>
                      </a:cubicBezTo>
                      <a:cubicBezTo>
                        <a:pt x="4477966" y="36407"/>
                        <a:pt x="4567745" y="33494"/>
                        <a:pt x="4616932" y="37135"/>
                      </a:cubicBezTo>
                      <a:cubicBezTo>
                        <a:pt x="4625528" y="35679"/>
                        <a:pt x="4640810" y="34222"/>
                        <a:pt x="4633646" y="32766"/>
                      </a:cubicBezTo>
                      <a:lnTo>
                        <a:pt x="4617887" y="32766"/>
                      </a:lnTo>
                      <a:cubicBezTo>
                        <a:pt x="4603561" y="29853"/>
                        <a:pt x="4647495" y="28397"/>
                        <a:pt x="4627438" y="26941"/>
                      </a:cubicBezTo>
                      <a:cubicBezTo>
                        <a:pt x="4648450" y="24757"/>
                        <a:pt x="4671850" y="21116"/>
                        <a:pt x="4700981" y="23300"/>
                      </a:cubicBezTo>
                      <a:lnTo>
                        <a:pt x="4706711" y="27669"/>
                      </a:lnTo>
                      <a:cubicBezTo>
                        <a:pt x="4705756" y="26213"/>
                        <a:pt x="4687609" y="25485"/>
                        <a:pt x="4679013" y="26213"/>
                      </a:cubicBezTo>
                      <a:cubicBezTo>
                        <a:pt x="4691430" y="24757"/>
                        <a:pt x="4723903" y="32766"/>
                        <a:pt x="4737274" y="26941"/>
                      </a:cubicBezTo>
                      <a:lnTo>
                        <a:pt x="4716740" y="23300"/>
                      </a:lnTo>
                      <a:cubicBezTo>
                        <a:pt x="4737752" y="21116"/>
                        <a:pt x="4763539" y="16747"/>
                        <a:pt x="4789805" y="18203"/>
                      </a:cubicBezTo>
                      <a:cubicBezTo>
                        <a:pt x="4777866" y="13835"/>
                        <a:pt x="4783596" y="18931"/>
                        <a:pt x="4765450" y="13106"/>
                      </a:cubicBezTo>
                      <a:cubicBezTo>
                        <a:pt x="4781209" y="19660"/>
                        <a:pt x="4698593" y="13106"/>
                        <a:pt x="4724380" y="19660"/>
                      </a:cubicBezTo>
                      <a:cubicBezTo>
                        <a:pt x="4705756" y="13835"/>
                        <a:pt x="4691907" y="17475"/>
                        <a:pt x="4667075" y="11650"/>
                      </a:cubicBezTo>
                      <a:cubicBezTo>
                        <a:pt x="4667552" y="13106"/>
                        <a:pt x="4675671" y="14563"/>
                        <a:pt x="4654181" y="13835"/>
                      </a:cubicBezTo>
                      <a:cubicBezTo>
                        <a:pt x="4652748" y="14563"/>
                        <a:pt x="4650838" y="15291"/>
                        <a:pt x="4648928" y="15291"/>
                      </a:cubicBezTo>
                      <a:lnTo>
                        <a:pt x="4647495" y="15291"/>
                      </a:lnTo>
                      <a:lnTo>
                        <a:pt x="4648928" y="15291"/>
                      </a:lnTo>
                      <a:cubicBezTo>
                        <a:pt x="4647973" y="15291"/>
                        <a:pt x="4647973" y="16019"/>
                        <a:pt x="4649405" y="15291"/>
                      </a:cubicBezTo>
                      <a:cubicBezTo>
                        <a:pt x="4654658" y="16019"/>
                        <a:pt x="4658956" y="16747"/>
                        <a:pt x="4660389" y="17475"/>
                      </a:cubicBezTo>
                      <a:cubicBezTo>
                        <a:pt x="4649405" y="21116"/>
                        <a:pt x="4615022" y="21116"/>
                        <a:pt x="4603083" y="22572"/>
                      </a:cubicBezTo>
                      <a:cubicBezTo>
                        <a:pt x="4590189" y="21844"/>
                        <a:pt x="4608814" y="21116"/>
                        <a:pt x="4601651" y="19660"/>
                      </a:cubicBezTo>
                      <a:lnTo>
                        <a:pt x="4583981" y="21844"/>
                      </a:lnTo>
                      <a:cubicBezTo>
                        <a:pt x="4582549" y="18931"/>
                        <a:pt x="4549598" y="16747"/>
                        <a:pt x="4580161" y="14563"/>
                      </a:cubicBezTo>
                      <a:lnTo>
                        <a:pt x="4552941" y="14563"/>
                      </a:lnTo>
                      <a:cubicBezTo>
                        <a:pt x="4536704" y="12378"/>
                        <a:pt x="4514259" y="11650"/>
                        <a:pt x="4500888" y="13106"/>
                      </a:cubicBezTo>
                      <a:cubicBezTo>
                        <a:pt x="4487994" y="12378"/>
                        <a:pt x="4467937" y="16747"/>
                        <a:pt x="4479398" y="13835"/>
                      </a:cubicBezTo>
                      <a:lnTo>
                        <a:pt x="4436419" y="16019"/>
                      </a:lnTo>
                      <a:lnTo>
                        <a:pt x="4435942" y="15291"/>
                      </a:lnTo>
                      <a:cubicBezTo>
                        <a:pt x="4393440" y="14563"/>
                        <a:pt x="4348550" y="20388"/>
                        <a:pt x="4299840" y="14563"/>
                      </a:cubicBezTo>
                      <a:cubicBezTo>
                        <a:pt x="4285514" y="15291"/>
                        <a:pt x="4271188" y="16019"/>
                        <a:pt x="4246833" y="15291"/>
                      </a:cubicBezTo>
                      <a:lnTo>
                        <a:pt x="4242535" y="12378"/>
                      </a:lnTo>
                      <a:cubicBezTo>
                        <a:pt x="4223910" y="13106"/>
                        <a:pt x="4187139" y="9466"/>
                        <a:pt x="4179498" y="12378"/>
                      </a:cubicBezTo>
                      <a:cubicBezTo>
                        <a:pt x="4159441" y="5097"/>
                        <a:pt x="4090197" y="10194"/>
                        <a:pt x="4058201" y="8738"/>
                      </a:cubicBezTo>
                      <a:lnTo>
                        <a:pt x="4056769" y="12378"/>
                      </a:lnTo>
                      <a:cubicBezTo>
                        <a:pt x="4034801" y="12378"/>
                        <a:pt x="4013312" y="13106"/>
                        <a:pt x="3985614" y="14563"/>
                      </a:cubicBezTo>
                      <a:lnTo>
                        <a:pt x="3987524" y="18203"/>
                      </a:lnTo>
                      <a:cubicBezTo>
                        <a:pt x="3963647" y="20388"/>
                        <a:pt x="3926398" y="15291"/>
                        <a:pt x="3888672" y="16019"/>
                      </a:cubicBezTo>
                      <a:cubicBezTo>
                        <a:pt x="3891537" y="14563"/>
                        <a:pt x="3901088" y="14563"/>
                        <a:pt x="3907774" y="15291"/>
                      </a:cubicBezTo>
                      <a:cubicBezTo>
                        <a:pt x="3862884" y="8009"/>
                        <a:pt x="3812742" y="20388"/>
                        <a:pt x="3772150" y="15291"/>
                      </a:cubicBezTo>
                      <a:cubicBezTo>
                        <a:pt x="3762122" y="16019"/>
                        <a:pt x="3754481" y="16019"/>
                        <a:pt x="3747795" y="15291"/>
                      </a:cubicBezTo>
                      <a:cubicBezTo>
                        <a:pt x="3748750" y="15291"/>
                        <a:pt x="3749228" y="15291"/>
                        <a:pt x="3750183" y="14563"/>
                      </a:cubicBezTo>
                      <a:lnTo>
                        <a:pt x="3745885" y="14563"/>
                      </a:lnTo>
                      <a:lnTo>
                        <a:pt x="3732036" y="13106"/>
                      </a:lnTo>
                      <a:cubicBezTo>
                        <a:pt x="3735856" y="13835"/>
                        <a:pt x="3740154" y="14563"/>
                        <a:pt x="3743497" y="14563"/>
                      </a:cubicBezTo>
                      <a:cubicBezTo>
                        <a:pt x="3735856" y="14563"/>
                        <a:pt x="3723918" y="15291"/>
                        <a:pt x="3712457" y="16019"/>
                      </a:cubicBezTo>
                      <a:lnTo>
                        <a:pt x="3707204" y="12378"/>
                      </a:lnTo>
                      <a:lnTo>
                        <a:pt x="3704816" y="12378"/>
                      </a:lnTo>
                      <a:cubicBezTo>
                        <a:pt x="3693355" y="10922"/>
                        <a:pt x="3695742" y="13835"/>
                        <a:pt x="3701473" y="16747"/>
                      </a:cubicBezTo>
                      <a:cubicBezTo>
                        <a:pt x="3695742" y="17475"/>
                        <a:pt x="3690489" y="18203"/>
                        <a:pt x="3686191" y="18931"/>
                      </a:cubicBezTo>
                      <a:cubicBezTo>
                        <a:pt x="3677118" y="13106"/>
                        <a:pt x="3655628" y="21116"/>
                        <a:pt x="3643212" y="14563"/>
                      </a:cubicBezTo>
                      <a:cubicBezTo>
                        <a:pt x="3635094" y="17475"/>
                        <a:pt x="3584474" y="16747"/>
                        <a:pt x="3578266" y="23300"/>
                      </a:cubicBezTo>
                      <a:cubicBezTo>
                        <a:pt x="3577788" y="21844"/>
                        <a:pt x="3574445" y="21844"/>
                        <a:pt x="3580653" y="21844"/>
                      </a:cubicBezTo>
                      <a:cubicBezTo>
                        <a:pt x="3567760" y="21116"/>
                        <a:pt x="3554866" y="20388"/>
                        <a:pt x="3543405" y="21844"/>
                      </a:cubicBezTo>
                      <a:lnTo>
                        <a:pt x="3537674" y="17475"/>
                      </a:lnTo>
                      <a:lnTo>
                        <a:pt x="3509499" y="23300"/>
                      </a:lnTo>
                      <a:cubicBezTo>
                        <a:pt x="3492307" y="20388"/>
                        <a:pt x="3485144" y="18931"/>
                        <a:pt x="3502335" y="15291"/>
                      </a:cubicBezTo>
                      <a:cubicBezTo>
                        <a:pt x="3460789" y="20388"/>
                        <a:pt x="3468430" y="17475"/>
                        <a:pt x="3433569" y="22572"/>
                      </a:cubicBezTo>
                      <a:lnTo>
                        <a:pt x="3435479" y="19660"/>
                      </a:lnTo>
                      <a:cubicBezTo>
                        <a:pt x="3422585" y="19660"/>
                        <a:pt x="3402528" y="23300"/>
                        <a:pt x="3394887" y="21116"/>
                      </a:cubicBezTo>
                      <a:cubicBezTo>
                        <a:pt x="3367189" y="15291"/>
                        <a:pt x="3256398" y="19660"/>
                        <a:pt x="3184289" y="14563"/>
                      </a:cubicBezTo>
                      <a:cubicBezTo>
                        <a:pt x="3198137" y="23300"/>
                        <a:pt x="3150860" y="10194"/>
                        <a:pt x="3147995" y="17475"/>
                      </a:cubicBezTo>
                      <a:cubicBezTo>
                        <a:pt x="3143697" y="15291"/>
                        <a:pt x="3133669" y="13835"/>
                        <a:pt x="3145130" y="12378"/>
                      </a:cubicBezTo>
                      <a:cubicBezTo>
                        <a:pt x="3108358" y="13835"/>
                        <a:pt x="3090212" y="8738"/>
                        <a:pt x="3064902" y="14563"/>
                      </a:cubicBezTo>
                      <a:cubicBezTo>
                        <a:pt x="3060604" y="12378"/>
                        <a:pt x="3072542" y="11650"/>
                        <a:pt x="3068722" y="10194"/>
                      </a:cubicBezTo>
                      <a:cubicBezTo>
                        <a:pt x="3065857" y="10194"/>
                        <a:pt x="3057261" y="11650"/>
                        <a:pt x="3053440" y="10922"/>
                      </a:cubicBezTo>
                      <a:cubicBezTo>
                        <a:pt x="3049620" y="9466"/>
                        <a:pt x="3058694" y="8738"/>
                        <a:pt x="3064424" y="8009"/>
                      </a:cubicBezTo>
                      <a:cubicBezTo>
                        <a:pt x="3027175" y="8009"/>
                        <a:pt x="3023355" y="14563"/>
                        <a:pt x="3020490" y="20388"/>
                      </a:cubicBezTo>
                      <a:cubicBezTo>
                        <a:pt x="3001388" y="17475"/>
                        <a:pt x="2991837" y="18203"/>
                        <a:pt x="2977988" y="21844"/>
                      </a:cubicBezTo>
                      <a:cubicBezTo>
                        <a:pt x="2971780" y="19660"/>
                        <a:pt x="2960319" y="17475"/>
                        <a:pt x="2983719" y="17475"/>
                      </a:cubicBezTo>
                      <a:cubicBezTo>
                        <a:pt x="2970825" y="16747"/>
                        <a:pt x="2903490" y="13835"/>
                        <a:pt x="2902535" y="18931"/>
                      </a:cubicBezTo>
                      <a:cubicBezTo>
                        <a:pt x="2898237" y="17475"/>
                        <a:pt x="2883911" y="18203"/>
                        <a:pt x="2880568" y="18931"/>
                      </a:cubicBezTo>
                      <a:cubicBezTo>
                        <a:pt x="2850960" y="18203"/>
                        <a:pt x="2848572" y="18203"/>
                        <a:pt x="2819442" y="18203"/>
                      </a:cubicBezTo>
                      <a:lnTo>
                        <a:pt x="2827560" y="18931"/>
                      </a:lnTo>
                      <a:cubicBezTo>
                        <a:pt x="2816099" y="24757"/>
                        <a:pt x="2803683" y="20388"/>
                        <a:pt x="2780283" y="21116"/>
                      </a:cubicBezTo>
                      <a:lnTo>
                        <a:pt x="2780761" y="20388"/>
                      </a:lnTo>
                      <a:cubicBezTo>
                        <a:pt x="2727275" y="16019"/>
                        <a:pt x="2757838" y="22572"/>
                        <a:pt x="2705308" y="17475"/>
                      </a:cubicBezTo>
                      <a:lnTo>
                        <a:pt x="2708173" y="21116"/>
                      </a:lnTo>
                      <a:cubicBezTo>
                        <a:pt x="2702920" y="28397"/>
                        <a:pt x="2661374" y="16019"/>
                        <a:pt x="2630811" y="18931"/>
                      </a:cubicBezTo>
                      <a:lnTo>
                        <a:pt x="2641794" y="21116"/>
                      </a:lnTo>
                      <a:cubicBezTo>
                        <a:pt x="2625080" y="24028"/>
                        <a:pt x="2594995" y="10922"/>
                        <a:pt x="2578280" y="9466"/>
                      </a:cubicBezTo>
                      <a:cubicBezTo>
                        <a:pt x="2574460" y="8738"/>
                        <a:pt x="2584011" y="8738"/>
                        <a:pt x="2589264" y="8009"/>
                      </a:cubicBezTo>
                      <a:cubicBezTo>
                        <a:pt x="2545330" y="4369"/>
                        <a:pt x="2583533" y="12378"/>
                        <a:pt x="2550583" y="13835"/>
                      </a:cubicBezTo>
                      <a:cubicBezTo>
                        <a:pt x="2544374" y="10922"/>
                        <a:pt x="2558223" y="7281"/>
                        <a:pt x="2536256" y="6553"/>
                      </a:cubicBezTo>
                      <a:cubicBezTo>
                        <a:pt x="2525273" y="5097"/>
                        <a:pt x="2472265" y="14563"/>
                        <a:pt x="2442179" y="9466"/>
                      </a:cubicBezTo>
                      <a:cubicBezTo>
                        <a:pt x="2448865" y="11650"/>
                        <a:pt x="2455551" y="13835"/>
                        <a:pt x="2440269" y="15291"/>
                      </a:cubicBezTo>
                      <a:cubicBezTo>
                        <a:pt x="2416869" y="15291"/>
                        <a:pt x="2377233" y="7281"/>
                        <a:pt x="2356221" y="13835"/>
                      </a:cubicBezTo>
                      <a:cubicBezTo>
                        <a:pt x="2353355" y="13106"/>
                        <a:pt x="2351923" y="12378"/>
                        <a:pt x="2351923" y="11650"/>
                      </a:cubicBezTo>
                      <a:cubicBezTo>
                        <a:pt x="2334253" y="13835"/>
                        <a:pt x="2294139" y="14563"/>
                        <a:pt x="2283156" y="17475"/>
                      </a:cubicBezTo>
                      <a:cubicBezTo>
                        <a:pt x="2266919" y="5825"/>
                        <a:pt x="2172365" y="23300"/>
                        <a:pt x="2172842" y="11650"/>
                      </a:cubicBezTo>
                      <a:lnTo>
                        <a:pt x="2117924" y="12378"/>
                      </a:lnTo>
                      <a:lnTo>
                        <a:pt x="2119357" y="10922"/>
                      </a:lnTo>
                      <a:cubicBezTo>
                        <a:pt x="2084496" y="10194"/>
                        <a:pt x="2072080" y="13106"/>
                        <a:pt x="2059663" y="16019"/>
                      </a:cubicBezTo>
                      <a:cubicBezTo>
                        <a:pt x="2051545" y="14563"/>
                        <a:pt x="2057753" y="13835"/>
                        <a:pt x="2058231" y="13106"/>
                      </a:cubicBezTo>
                      <a:cubicBezTo>
                        <a:pt x="2007133" y="10922"/>
                        <a:pt x="2001880" y="10922"/>
                        <a:pt x="1958901" y="16747"/>
                      </a:cubicBezTo>
                      <a:lnTo>
                        <a:pt x="1954603" y="13106"/>
                      </a:lnTo>
                      <a:cubicBezTo>
                        <a:pt x="1942664" y="15291"/>
                        <a:pt x="1880583" y="7281"/>
                        <a:pt x="1830440" y="10922"/>
                      </a:cubicBezTo>
                      <a:cubicBezTo>
                        <a:pt x="1830918" y="10922"/>
                        <a:pt x="1831873" y="10194"/>
                        <a:pt x="1835693" y="9466"/>
                      </a:cubicBezTo>
                      <a:cubicBezTo>
                        <a:pt x="1779343" y="13835"/>
                        <a:pt x="1700547" y="0"/>
                        <a:pt x="1680013" y="12378"/>
                      </a:cubicBezTo>
                      <a:lnTo>
                        <a:pt x="1642287" y="15291"/>
                      </a:lnTo>
                      <a:cubicBezTo>
                        <a:pt x="1690519" y="16747"/>
                        <a:pt x="1635123" y="21116"/>
                        <a:pt x="1655180" y="23300"/>
                      </a:cubicBezTo>
                      <a:cubicBezTo>
                        <a:pt x="1636078" y="24028"/>
                        <a:pt x="1605993" y="19660"/>
                        <a:pt x="1629393" y="18931"/>
                      </a:cubicBezTo>
                      <a:lnTo>
                        <a:pt x="1633213" y="19660"/>
                      </a:lnTo>
                      <a:cubicBezTo>
                        <a:pt x="1641809" y="12378"/>
                        <a:pt x="1573042" y="16747"/>
                        <a:pt x="1574475" y="11650"/>
                      </a:cubicBezTo>
                      <a:cubicBezTo>
                        <a:pt x="1479443" y="12378"/>
                        <a:pt x="1386798" y="8009"/>
                        <a:pt x="1297975" y="7281"/>
                      </a:cubicBezTo>
                      <a:lnTo>
                        <a:pt x="1308481" y="13106"/>
                      </a:lnTo>
                      <a:lnTo>
                        <a:pt x="1277440" y="12378"/>
                      </a:lnTo>
                      <a:cubicBezTo>
                        <a:pt x="1269322" y="10922"/>
                        <a:pt x="1266456" y="8009"/>
                        <a:pt x="1288424" y="8738"/>
                      </a:cubicBezTo>
                      <a:cubicBezTo>
                        <a:pt x="1276962" y="5825"/>
                        <a:pt x="1251175" y="10922"/>
                        <a:pt x="1250697" y="12378"/>
                      </a:cubicBezTo>
                      <a:cubicBezTo>
                        <a:pt x="1207240" y="10194"/>
                        <a:pt x="1267889" y="6553"/>
                        <a:pt x="1254518" y="6553"/>
                      </a:cubicBezTo>
                      <a:lnTo>
                        <a:pt x="1236371" y="6553"/>
                      </a:lnTo>
                      <a:lnTo>
                        <a:pt x="1240191" y="6553"/>
                      </a:lnTo>
                      <a:cubicBezTo>
                        <a:pt x="1225865" y="8738"/>
                        <a:pt x="1224432" y="10922"/>
                        <a:pt x="1197690" y="10922"/>
                      </a:cubicBezTo>
                      <a:cubicBezTo>
                        <a:pt x="1180975" y="9466"/>
                        <a:pt x="1189094" y="7281"/>
                        <a:pt x="1182408" y="7281"/>
                      </a:cubicBezTo>
                      <a:cubicBezTo>
                        <a:pt x="1182886" y="7281"/>
                        <a:pt x="1180498" y="6553"/>
                        <a:pt x="1172379" y="7281"/>
                      </a:cubicBezTo>
                      <a:lnTo>
                        <a:pt x="1133221" y="6553"/>
                      </a:lnTo>
                      <a:lnTo>
                        <a:pt x="1148980" y="10922"/>
                      </a:lnTo>
                      <a:cubicBezTo>
                        <a:pt x="1131788" y="13106"/>
                        <a:pt x="1112208" y="10922"/>
                        <a:pt x="1130355" y="15291"/>
                      </a:cubicBezTo>
                      <a:cubicBezTo>
                        <a:pt x="1103613" y="8009"/>
                        <a:pt x="984703" y="12378"/>
                        <a:pt x="968467" y="10194"/>
                      </a:cubicBezTo>
                      <a:cubicBezTo>
                        <a:pt x="944112" y="13106"/>
                        <a:pt x="920234" y="13106"/>
                        <a:pt x="890149" y="12378"/>
                      </a:cubicBezTo>
                      <a:cubicBezTo>
                        <a:pt x="897789" y="13835"/>
                        <a:pt x="902087" y="18203"/>
                        <a:pt x="876777" y="17475"/>
                      </a:cubicBezTo>
                      <a:cubicBezTo>
                        <a:pt x="885851" y="8009"/>
                        <a:pt x="829500" y="13106"/>
                        <a:pt x="808966" y="6553"/>
                      </a:cubicBezTo>
                      <a:cubicBezTo>
                        <a:pt x="827590" y="10922"/>
                        <a:pt x="736378" y="7281"/>
                        <a:pt x="765509" y="13835"/>
                      </a:cubicBezTo>
                      <a:cubicBezTo>
                        <a:pt x="744019" y="13106"/>
                        <a:pt x="764076" y="10194"/>
                        <a:pt x="747839" y="8009"/>
                      </a:cubicBezTo>
                      <a:cubicBezTo>
                        <a:pt x="697219" y="11650"/>
                        <a:pt x="635616" y="5825"/>
                        <a:pt x="573057" y="6553"/>
                      </a:cubicBezTo>
                      <a:cubicBezTo>
                        <a:pt x="572102" y="8009"/>
                        <a:pt x="582608" y="9466"/>
                        <a:pt x="569237" y="11650"/>
                      </a:cubicBezTo>
                      <a:lnTo>
                        <a:pt x="535808" y="5825"/>
                      </a:lnTo>
                      <a:cubicBezTo>
                        <a:pt x="523392" y="6553"/>
                        <a:pt x="524347" y="12378"/>
                        <a:pt x="501902" y="8009"/>
                      </a:cubicBezTo>
                      <a:cubicBezTo>
                        <a:pt x="505245" y="9466"/>
                        <a:pt x="510021" y="10922"/>
                        <a:pt x="501425" y="10922"/>
                      </a:cubicBezTo>
                      <a:cubicBezTo>
                        <a:pt x="378217" y="5097"/>
                        <a:pt x="250235" y="16019"/>
                        <a:pt x="125117" y="5097"/>
                      </a:cubicBezTo>
                      <a:cubicBezTo>
                        <a:pt x="141831" y="6553"/>
                        <a:pt x="130848" y="7281"/>
                        <a:pt x="117954" y="7281"/>
                      </a:cubicBezTo>
                      <a:cubicBezTo>
                        <a:pt x="126072" y="8009"/>
                        <a:pt x="117476" y="10194"/>
                        <a:pt x="119386" y="12378"/>
                      </a:cubicBezTo>
                      <a:lnTo>
                        <a:pt x="66856" y="7281"/>
                      </a:lnTo>
                      <a:cubicBezTo>
                        <a:pt x="57305" y="12378"/>
                        <a:pt x="10983" y="7281"/>
                        <a:pt x="5253" y="12378"/>
                      </a:cubicBezTo>
                      <a:lnTo>
                        <a:pt x="21967" y="10922"/>
                      </a:lnTo>
                      <a:cubicBezTo>
                        <a:pt x="0" y="16747"/>
                        <a:pt x="53007" y="23300"/>
                        <a:pt x="49664" y="30582"/>
                      </a:cubicBezTo>
                      <a:cubicBezTo>
                        <a:pt x="74497" y="24028"/>
                        <a:pt x="114611" y="40047"/>
                        <a:pt x="155203" y="31310"/>
                      </a:cubicBezTo>
                      <a:cubicBezTo>
                        <a:pt x="164276" y="32766"/>
                        <a:pt x="147562" y="33494"/>
                        <a:pt x="152337" y="34950"/>
                      </a:cubicBezTo>
                      <a:cubicBezTo>
                        <a:pt x="162366" y="32038"/>
                        <a:pt x="174782" y="31310"/>
                        <a:pt x="197704" y="32766"/>
                      </a:cubicBezTo>
                      <a:lnTo>
                        <a:pt x="195317" y="33494"/>
                      </a:lnTo>
                      <a:cubicBezTo>
                        <a:pt x="259786" y="32766"/>
                        <a:pt x="287483" y="35679"/>
                        <a:pt x="360071" y="37863"/>
                      </a:cubicBezTo>
                      <a:lnTo>
                        <a:pt x="354340" y="34222"/>
                      </a:lnTo>
                      <a:cubicBezTo>
                        <a:pt x="370099" y="34950"/>
                        <a:pt x="373442" y="35679"/>
                        <a:pt x="380605" y="36407"/>
                      </a:cubicBezTo>
                      <a:cubicBezTo>
                        <a:pt x="398752" y="31310"/>
                        <a:pt x="337148" y="36407"/>
                        <a:pt x="353385" y="30582"/>
                      </a:cubicBezTo>
                      <a:cubicBezTo>
                        <a:pt x="373919" y="37863"/>
                        <a:pt x="463221" y="30582"/>
                        <a:pt x="477070" y="38591"/>
                      </a:cubicBezTo>
                      <a:cubicBezTo>
                        <a:pt x="500947" y="39319"/>
                        <a:pt x="469907" y="34950"/>
                        <a:pt x="493784" y="34950"/>
                      </a:cubicBezTo>
                      <a:lnTo>
                        <a:pt x="500470" y="37135"/>
                      </a:lnTo>
                      <a:lnTo>
                        <a:pt x="506200" y="34222"/>
                      </a:lnTo>
                      <a:cubicBezTo>
                        <a:pt x="521959" y="34950"/>
                        <a:pt x="530078" y="37863"/>
                        <a:pt x="530555" y="39319"/>
                      </a:cubicBezTo>
                      <a:cubicBezTo>
                        <a:pt x="526735" y="39319"/>
                        <a:pt x="519572" y="40047"/>
                        <a:pt x="515751" y="40047"/>
                      </a:cubicBezTo>
                      <a:cubicBezTo>
                        <a:pt x="535808" y="42960"/>
                        <a:pt x="573057" y="39319"/>
                        <a:pt x="580220" y="40047"/>
                      </a:cubicBezTo>
                      <a:lnTo>
                        <a:pt x="556820" y="38591"/>
                      </a:lnTo>
                      <a:cubicBezTo>
                        <a:pt x="622244" y="36407"/>
                        <a:pt x="701995" y="40047"/>
                        <a:pt x="765509" y="35679"/>
                      </a:cubicBezTo>
                      <a:lnTo>
                        <a:pt x="760733" y="33494"/>
                      </a:lnTo>
                      <a:cubicBezTo>
                        <a:pt x="808966" y="30582"/>
                        <a:pt x="799415" y="35679"/>
                        <a:pt x="851945" y="34222"/>
                      </a:cubicBezTo>
                      <a:lnTo>
                        <a:pt x="850035" y="34950"/>
                      </a:lnTo>
                      <a:cubicBezTo>
                        <a:pt x="861018" y="32766"/>
                        <a:pt x="874867" y="32038"/>
                        <a:pt x="889671" y="32766"/>
                      </a:cubicBezTo>
                      <a:cubicBezTo>
                        <a:pt x="876300" y="34222"/>
                        <a:pt x="914504" y="36407"/>
                        <a:pt x="897312" y="38591"/>
                      </a:cubicBezTo>
                      <a:cubicBezTo>
                        <a:pt x="949365" y="34950"/>
                        <a:pt x="923100" y="35679"/>
                        <a:pt x="957483" y="29853"/>
                      </a:cubicBezTo>
                      <a:lnTo>
                        <a:pt x="965601" y="32766"/>
                      </a:lnTo>
                      <a:cubicBezTo>
                        <a:pt x="977062" y="29853"/>
                        <a:pt x="978018" y="29125"/>
                        <a:pt x="1004760" y="28397"/>
                      </a:cubicBezTo>
                      <a:cubicBezTo>
                        <a:pt x="982793" y="30582"/>
                        <a:pt x="1021474" y="32038"/>
                        <a:pt x="997119" y="35679"/>
                      </a:cubicBezTo>
                      <a:cubicBezTo>
                        <a:pt x="1052993" y="41504"/>
                        <a:pt x="1079735" y="29853"/>
                        <a:pt x="1105045" y="38591"/>
                      </a:cubicBezTo>
                      <a:cubicBezTo>
                        <a:pt x="1130833" y="30582"/>
                        <a:pt x="1057290" y="34222"/>
                        <a:pt x="1071617" y="32766"/>
                      </a:cubicBezTo>
                      <a:cubicBezTo>
                        <a:pt x="1059678" y="29853"/>
                        <a:pt x="1092629" y="26941"/>
                        <a:pt x="1109821" y="27669"/>
                      </a:cubicBezTo>
                      <a:cubicBezTo>
                        <a:pt x="1127490" y="27669"/>
                        <a:pt x="1139906" y="37135"/>
                        <a:pt x="1184796" y="37135"/>
                      </a:cubicBezTo>
                      <a:cubicBezTo>
                        <a:pt x="1180020" y="37135"/>
                        <a:pt x="1180020" y="37863"/>
                        <a:pt x="1175245" y="37863"/>
                      </a:cubicBezTo>
                      <a:cubicBezTo>
                        <a:pt x="1191959" y="40047"/>
                        <a:pt x="1208196" y="34950"/>
                        <a:pt x="1228730" y="38591"/>
                      </a:cubicBezTo>
                      <a:cubicBezTo>
                        <a:pt x="1240191" y="34222"/>
                        <a:pt x="1254995" y="38591"/>
                        <a:pt x="1258338" y="32766"/>
                      </a:cubicBezTo>
                      <a:lnTo>
                        <a:pt x="1217747" y="34222"/>
                      </a:lnTo>
                      <a:cubicBezTo>
                        <a:pt x="1240669" y="32766"/>
                        <a:pt x="1262636" y="26213"/>
                        <a:pt x="1300840" y="29125"/>
                      </a:cubicBezTo>
                      <a:cubicBezTo>
                        <a:pt x="1297975" y="30582"/>
                        <a:pt x="1286513" y="32038"/>
                        <a:pt x="1278395" y="32766"/>
                      </a:cubicBezTo>
                      <a:cubicBezTo>
                        <a:pt x="1289856" y="34950"/>
                        <a:pt x="1299885" y="32038"/>
                        <a:pt x="1311823" y="33494"/>
                      </a:cubicBezTo>
                      <a:cubicBezTo>
                        <a:pt x="1308481" y="39319"/>
                        <a:pt x="1262158" y="34950"/>
                        <a:pt x="1237326" y="39319"/>
                      </a:cubicBezTo>
                      <a:cubicBezTo>
                        <a:pt x="1249265" y="41504"/>
                        <a:pt x="1284126" y="34950"/>
                        <a:pt x="1271709" y="41504"/>
                      </a:cubicBezTo>
                      <a:cubicBezTo>
                        <a:pt x="1289379" y="33494"/>
                        <a:pt x="1315644" y="42232"/>
                        <a:pt x="1345729" y="36407"/>
                      </a:cubicBezTo>
                      <a:lnTo>
                        <a:pt x="1343819" y="40047"/>
                      </a:lnTo>
                      <a:cubicBezTo>
                        <a:pt x="1348595" y="39319"/>
                        <a:pt x="1358623" y="37863"/>
                        <a:pt x="1367219" y="37863"/>
                      </a:cubicBezTo>
                      <a:lnTo>
                        <a:pt x="1351460" y="42232"/>
                      </a:lnTo>
                      <a:cubicBezTo>
                        <a:pt x="1375815" y="38591"/>
                        <a:pt x="1398260" y="45872"/>
                        <a:pt x="1421659" y="43688"/>
                      </a:cubicBezTo>
                      <a:cubicBezTo>
                        <a:pt x="1372950" y="43688"/>
                        <a:pt x="1410676" y="39319"/>
                        <a:pt x="1390141" y="37135"/>
                      </a:cubicBezTo>
                      <a:cubicBezTo>
                        <a:pt x="1450790" y="32766"/>
                        <a:pt x="1425002" y="46601"/>
                        <a:pt x="1492814" y="45144"/>
                      </a:cubicBezTo>
                      <a:cubicBezTo>
                        <a:pt x="1483741" y="45144"/>
                        <a:pt x="1458431" y="42232"/>
                        <a:pt x="1472757" y="40775"/>
                      </a:cubicBezTo>
                      <a:cubicBezTo>
                        <a:pt x="1485651" y="41504"/>
                        <a:pt x="1502365" y="42960"/>
                        <a:pt x="1510483" y="45144"/>
                      </a:cubicBezTo>
                      <a:cubicBezTo>
                        <a:pt x="1555373" y="44416"/>
                        <a:pt x="1503798" y="41504"/>
                        <a:pt x="1522900" y="39319"/>
                      </a:cubicBezTo>
                      <a:cubicBezTo>
                        <a:pt x="1538181" y="43688"/>
                        <a:pt x="1544867" y="37863"/>
                        <a:pt x="1564446" y="36407"/>
                      </a:cubicBezTo>
                      <a:lnTo>
                        <a:pt x="1564446" y="40047"/>
                      </a:lnTo>
                      <a:cubicBezTo>
                        <a:pt x="1616021" y="42232"/>
                        <a:pt x="1578295" y="32766"/>
                        <a:pt x="1624140" y="35679"/>
                      </a:cubicBezTo>
                      <a:lnTo>
                        <a:pt x="1605038" y="40047"/>
                      </a:lnTo>
                      <a:lnTo>
                        <a:pt x="1628915" y="39319"/>
                      </a:lnTo>
                      <a:lnTo>
                        <a:pt x="1623662" y="42960"/>
                      </a:lnTo>
                      <a:cubicBezTo>
                        <a:pt x="1649927" y="40047"/>
                        <a:pt x="1658046" y="40775"/>
                        <a:pt x="1683833" y="42232"/>
                      </a:cubicBezTo>
                      <a:cubicBezTo>
                        <a:pt x="1677625" y="39319"/>
                        <a:pt x="1687176" y="35679"/>
                        <a:pt x="1709621" y="35679"/>
                      </a:cubicBezTo>
                      <a:cubicBezTo>
                        <a:pt x="1725380" y="37863"/>
                        <a:pt x="1701025" y="39319"/>
                        <a:pt x="1733498" y="38591"/>
                      </a:cubicBezTo>
                      <a:cubicBezTo>
                        <a:pt x="1725857" y="40775"/>
                        <a:pt x="1718217" y="43688"/>
                        <a:pt x="1703890" y="40047"/>
                      </a:cubicBezTo>
                      <a:cubicBezTo>
                        <a:pt x="1702458" y="41504"/>
                        <a:pt x="1696727" y="42232"/>
                        <a:pt x="1695294" y="43688"/>
                      </a:cubicBezTo>
                      <a:cubicBezTo>
                        <a:pt x="1712009" y="45872"/>
                        <a:pt x="1737319" y="44416"/>
                        <a:pt x="1748780" y="44416"/>
                      </a:cubicBezTo>
                      <a:cubicBezTo>
                        <a:pt x="1744482" y="44416"/>
                        <a:pt x="1739229" y="43688"/>
                        <a:pt x="1736364" y="43688"/>
                      </a:cubicBezTo>
                      <a:lnTo>
                        <a:pt x="1783163" y="38591"/>
                      </a:lnTo>
                      <a:cubicBezTo>
                        <a:pt x="1790326" y="40047"/>
                        <a:pt x="1784596" y="40775"/>
                        <a:pt x="1778865" y="42232"/>
                      </a:cubicBezTo>
                      <a:cubicBezTo>
                        <a:pt x="1787939" y="41504"/>
                        <a:pt x="1794624" y="40047"/>
                        <a:pt x="1808473" y="40047"/>
                      </a:cubicBezTo>
                      <a:cubicBezTo>
                        <a:pt x="1805130" y="42960"/>
                        <a:pt x="1805608" y="45872"/>
                        <a:pt x="1786028" y="47329"/>
                      </a:cubicBezTo>
                      <a:lnTo>
                        <a:pt x="1830440" y="43688"/>
                      </a:lnTo>
                      <a:cubicBezTo>
                        <a:pt x="1833306" y="45144"/>
                        <a:pt x="1853363" y="47329"/>
                        <a:pt x="1847632" y="48785"/>
                      </a:cubicBezTo>
                      <a:cubicBezTo>
                        <a:pt x="1871987" y="50241"/>
                        <a:pt x="1907803" y="42960"/>
                        <a:pt x="1940754" y="45144"/>
                      </a:cubicBezTo>
                      <a:cubicBezTo>
                        <a:pt x="1942187" y="45144"/>
                        <a:pt x="1945529" y="44416"/>
                        <a:pt x="1952693" y="43688"/>
                      </a:cubicBezTo>
                      <a:cubicBezTo>
                        <a:pt x="1983256" y="45144"/>
                        <a:pt x="2010476" y="48785"/>
                        <a:pt x="2046770" y="44416"/>
                      </a:cubicBezTo>
                      <a:lnTo>
                        <a:pt x="2067304" y="49513"/>
                      </a:lnTo>
                      <a:cubicBezTo>
                        <a:pt x="2095957" y="48785"/>
                        <a:pt x="2039606" y="42960"/>
                        <a:pt x="2086884" y="41504"/>
                      </a:cubicBezTo>
                      <a:cubicBezTo>
                        <a:pt x="2120312" y="40047"/>
                        <a:pt x="2099300" y="45872"/>
                        <a:pt x="2111239" y="47329"/>
                      </a:cubicBezTo>
                      <a:cubicBezTo>
                        <a:pt x="2127953" y="45144"/>
                        <a:pt x="2157083" y="39319"/>
                        <a:pt x="2187646" y="43688"/>
                      </a:cubicBezTo>
                      <a:cubicBezTo>
                        <a:pt x="2177618" y="45144"/>
                        <a:pt x="2169499" y="43688"/>
                        <a:pt x="2159948" y="44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2" name="자유형 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y0AAD0NAACoLQAAQg0AAAAAAAAmAAAACAAAAP//////////"/>
                    </a:ext>
                  </a:extLst>
                </p:cNvSpPr>
                <p:nvPr/>
              </p:nvSpPr>
              <p:spPr>
                <a:xfrm>
                  <a:off x="7416165" y="2152015"/>
                  <a:ext cx="5715" cy="3175"/>
                </a:xfrm>
                <a:custGeom>
                  <a:avLst/>
                  <a:gdLst/>
                  <a:ahLst/>
                  <a:cxnLst/>
                  <a:rect l="0" t="0" r="5715" b="3175"/>
                  <a:pathLst>
                    <a:path w="5715" h="3175">
                      <a:moveTo>
                        <a:pt x="5715" y="3175"/>
                      </a:moveTo>
                      <a:cubicBezTo>
                        <a:pt x="3810" y="2116"/>
                        <a:pt x="3333" y="1058"/>
                        <a:pt x="2857" y="0"/>
                      </a:cubicBezTo>
                      <a:cubicBezTo>
                        <a:pt x="476" y="1058"/>
                        <a:pt x="0" y="2116"/>
                        <a:pt x="5715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1" name="곡선9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icAAEcNAAA+JwAASQ0AAAAAAAAmAAAACAAAAP//////////"/>
                    </a:ext>
                  </a:extLst>
                </p:cNvSpPr>
                <p:nvPr/>
              </p:nvSpPr>
              <p:spPr>
                <a:xfrm>
                  <a:off x="6376670" y="215836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2540" y="1270"/>
                      </a:moveTo>
                      <a:lnTo>
                        <a:pt x="1524" y="0"/>
                      </a:lnTo>
                      <a:cubicBezTo>
                        <a:pt x="508" y="1270"/>
                        <a:pt x="508" y="1270"/>
                        <a:pt x="0" y="1270"/>
                      </a:cubicBezTo>
                      <a:lnTo>
                        <a:pt x="254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0" name="곡선10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jQAAEcNAABeNAAASg0AAAAAAAAmAAAACAAAAP//////////"/>
                    </a:ext>
                  </a:extLst>
                </p:cNvSpPr>
                <p:nvPr/>
              </p:nvSpPr>
              <p:spPr>
                <a:xfrm>
                  <a:off x="8500110" y="215836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2700" y="1905"/>
                      </a:moveTo>
                      <a:cubicBezTo>
                        <a:pt x="6115" y="1270"/>
                        <a:pt x="2822" y="635"/>
                        <a:pt x="470" y="0"/>
                      </a:cubicBezTo>
                      <a:cubicBezTo>
                        <a:pt x="0" y="635"/>
                        <a:pt x="2822" y="1270"/>
                        <a:pt x="1270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9" name="곡선10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jgAABQNAABmOAAAFw0AAAAAAAAmAAAACAAAAP//////////"/>
                    </a:ext>
                  </a:extLst>
                </p:cNvSpPr>
                <p:nvPr/>
              </p:nvSpPr>
              <p:spPr>
                <a:xfrm>
                  <a:off x="9147810" y="2125980"/>
                  <a:ext cx="20320" cy="1905"/>
                </a:xfrm>
                <a:custGeom>
                  <a:avLst/>
                  <a:gdLst/>
                  <a:ahLst/>
                  <a:cxnLst/>
                  <a:rect l="0" t="0" r="20320" b="1905"/>
                  <a:pathLst>
                    <a:path w="20320" h="1905">
                      <a:moveTo>
                        <a:pt x="20320" y="0"/>
                      </a:moveTo>
                      <a:lnTo>
                        <a:pt x="0" y="635"/>
                      </a:lnTo>
                      <a:cubicBezTo>
                        <a:pt x="9676" y="635"/>
                        <a:pt x="13063" y="1270"/>
                        <a:pt x="18385" y="1905"/>
                      </a:cubicBezTo>
                      <a:cubicBezTo>
                        <a:pt x="17901" y="1270"/>
                        <a:pt x="14030" y="0"/>
                        <a:pt x="20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8" name="곡선10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TkAADMNAACIOQAANw0AAAAAAAAmAAAACAAAAP//////////"/>
                    </a:ext>
                  </a:extLst>
                </p:cNvSpPr>
                <p:nvPr/>
              </p:nvSpPr>
              <p:spPr>
                <a:xfrm>
                  <a:off x="9330055" y="2145665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13045" y="2540"/>
                      </a:moveTo>
                      <a:cubicBezTo>
                        <a:pt x="15944" y="1693"/>
                        <a:pt x="19326" y="2540"/>
                        <a:pt x="22225" y="1693"/>
                      </a:cubicBezTo>
                      <a:lnTo>
                        <a:pt x="21258" y="0"/>
                      </a:lnTo>
                      <a:cubicBezTo>
                        <a:pt x="8696" y="0"/>
                        <a:pt x="0" y="1693"/>
                        <a:pt x="130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7" name="자유형 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jgAACMNAACyOAAAKw0AAAAAAAAmAAAACAAAAP//////////"/>
                    </a:ext>
                  </a:extLst>
                </p:cNvSpPr>
                <p:nvPr/>
              </p:nvSpPr>
              <p:spPr>
                <a:xfrm>
                  <a:off x="9185910" y="2135505"/>
                  <a:ext cx="30480" cy="5080"/>
                </a:xfrm>
                <a:custGeom>
                  <a:avLst/>
                  <a:gdLst/>
                  <a:ahLst/>
                  <a:cxnLst/>
                  <a:rect l="0" t="0" r="30480" b="5080"/>
                  <a:pathLst>
                    <a:path w="30480" h="5080">
                      <a:moveTo>
                        <a:pt x="0" y="2177"/>
                      </a:moveTo>
                      <a:cubicBezTo>
                        <a:pt x="1451" y="5080"/>
                        <a:pt x="14514" y="4354"/>
                        <a:pt x="29029" y="3629"/>
                      </a:cubicBezTo>
                      <a:lnTo>
                        <a:pt x="26126" y="3629"/>
                      </a:lnTo>
                      <a:cubicBezTo>
                        <a:pt x="30480" y="0"/>
                        <a:pt x="14998" y="726"/>
                        <a:pt x="0" y="21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6" name="자유형 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DgAACYNAADLOAAAKA0AAAAAAAAmAAAACAAAAP//////////"/>
                    </a:ext>
                  </a:extLst>
                </p:cNvSpPr>
                <p:nvPr/>
              </p:nvSpPr>
              <p:spPr>
                <a:xfrm>
                  <a:off x="9217660" y="2137410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0" y="1270"/>
                      </a:moveTo>
                      <a:cubicBezTo>
                        <a:pt x="4711" y="1270"/>
                        <a:pt x="8951" y="1270"/>
                        <a:pt x="13191" y="1270"/>
                      </a:cubicBezTo>
                      <a:cubicBezTo>
                        <a:pt x="14605" y="0"/>
                        <a:pt x="8009" y="127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5" name="곡선11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DcAAA8NAAC1NwAAHA0AAAAAAAAmAAAACAAAAP//////////"/>
                    </a:ext>
                  </a:extLst>
                </p:cNvSpPr>
                <p:nvPr/>
              </p:nvSpPr>
              <p:spPr>
                <a:xfrm>
                  <a:off x="9004300" y="2122805"/>
                  <a:ext cx="51435" cy="8255"/>
                </a:xfrm>
                <a:custGeom>
                  <a:avLst/>
                  <a:gdLst/>
                  <a:ahLst/>
                  <a:cxnLst/>
                  <a:rect l="0" t="0" r="51435" b="8255"/>
                  <a:pathLst>
                    <a:path w="51435" h="8255">
                      <a:moveTo>
                        <a:pt x="36334" y="6191"/>
                      </a:moveTo>
                      <a:cubicBezTo>
                        <a:pt x="42941" y="6879"/>
                        <a:pt x="40581" y="2751"/>
                        <a:pt x="44356" y="4127"/>
                      </a:cubicBezTo>
                      <a:cubicBezTo>
                        <a:pt x="51435" y="0"/>
                        <a:pt x="0" y="8255"/>
                        <a:pt x="36334" y="619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4" name="곡선11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DgAADANAACVOAAANw0AAAAAAAAmAAAACAAAAP//////////"/>
                    </a:ext>
                  </a:extLst>
                </p:cNvSpPr>
                <p:nvPr/>
              </p:nvSpPr>
              <p:spPr>
                <a:xfrm>
                  <a:off x="9184640" y="2143760"/>
                  <a:ext cx="13335" cy="4445"/>
                </a:xfrm>
                <a:custGeom>
                  <a:avLst/>
                  <a:gdLst/>
                  <a:ahLst/>
                  <a:cxnLst/>
                  <a:rect l="0" t="0" r="13335" b="4445"/>
                  <a:pathLst>
                    <a:path w="13335" h="4445">
                      <a:moveTo>
                        <a:pt x="13335" y="4445"/>
                      </a:moveTo>
                      <a:lnTo>
                        <a:pt x="7902" y="0"/>
                      </a:lnTo>
                      <a:lnTo>
                        <a:pt x="0" y="3556"/>
                      </a:lnTo>
                      <a:lnTo>
                        <a:pt x="13335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3" name="곡선1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zcAAC4NAAASOAAAMg0AAAAAAAAmAAAACAAAAP//////////"/>
                    </a:ext>
                  </a:extLst>
                </p:cNvSpPr>
                <p:nvPr/>
              </p:nvSpPr>
              <p:spPr>
                <a:xfrm>
                  <a:off x="9084945" y="2142490"/>
                  <a:ext cx="29845" cy="2540"/>
                </a:xfrm>
                <a:custGeom>
                  <a:avLst/>
                  <a:gdLst/>
                  <a:ahLst/>
                  <a:cxnLst/>
                  <a:rect l="0" t="0" r="29845" b="2540"/>
                  <a:pathLst>
                    <a:path w="29845" h="2540">
                      <a:moveTo>
                        <a:pt x="489" y="1693"/>
                      </a:moveTo>
                      <a:lnTo>
                        <a:pt x="23973" y="2540"/>
                      </a:lnTo>
                      <a:cubicBezTo>
                        <a:pt x="23484" y="1693"/>
                        <a:pt x="26420" y="1693"/>
                        <a:pt x="29845" y="1693"/>
                      </a:cubicBezTo>
                      <a:cubicBezTo>
                        <a:pt x="15656" y="847"/>
                        <a:pt x="0" y="0"/>
                        <a:pt x="489" y="169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2" name="곡선1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jgAADANAAAuOAAAMg0AAAAAAAAmAAAACAAAAP//////////"/>
                    </a:ext>
                  </a:extLst>
                </p:cNvSpPr>
                <p:nvPr/>
              </p:nvSpPr>
              <p:spPr>
                <a:xfrm>
                  <a:off x="9114790" y="214376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7018" y="1270"/>
                        <a:pt x="14037" y="1270"/>
                        <a:pt x="17780" y="0"/>
                      </a:cubicBezTo>
                      <a:cubicBezTo>
                        <a:pt x="14037" y="0"/>
                        <a:pt x="5615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1" name="곡선1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DgAADcNAABkOAAANw0AAAAAAAAmAAAACAAAAP//////////"/>
                    </a:ext>
                  </a:extLst>
                </p:cNvSpPr>
                <p:nvPr/>
              </p:nvSpPr>
              <p:spPr>
                <a:xfrm>
                  <a:off x="9144000" y="2148205"/>
                  <a:ext cx="22860" cy="0"/>
                </a:xfrm>
                <a:custGeom>
                  <a:avLst/>
                  <a:gdLst/>
                  <a:ahLst/>
                  <a:cxnLst/>
                  <a:rect l="0" t="0" r="22860" b="0"/>
                  <a:pathLst>
                    <a:path w="22860">
                      <a:moveTo>
                        <a:pt x="22860" y="0"/>
                      </a:moveTo>
                      <a:lnTo>
                        <a:pt x="16051" y="0"/>
                      </a:lnTo>
                      <a:lnTo>
                        <a:pt x="0" y="0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0" name="곡선1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YAAC4NAABtNgAAMw0AAAAAAAAmAAAACAAAAP//////////"/>
                    </a:ext>
                  </a:extLst>
                </p:cNvSpPr>
                <p:nvPr/>
              </p:nvSpPr>
              <p:spPr>
                <a:xfrm>
                  <a:off x="8816340" y="2142490"/>
                  <a:ext cx="31115" cy="3175"/>
                </a:xfrm>
                <a:custGeom>
                  <a:avLst/>
                  <a:gdLst/>
                  <a:ahLst/>
                  <a:cxnLst/>
                  <a:rect l="0" t="0" r="31115" b="3175"/>
                  <a:pathLst>
                    <a:path w="31115" h="3175">
                      <a:moveTo>
                        <a:pt x="27285" y="0"/>
                      </a:moveTo>
                      <a:lnTo>
                        <a:pt x="2393" y="793"/>
                      </a:lnTo>
                      <a:cubicBezTo>
                        <a:pt x="0" y="2381"/>
                        <a:pt x="6701" y="3175"/>
                        <a:pt x="15796" y="3175"/>
                      </a:cubicBezTo>
                      <a:cubicBezTo>
                        <a:pt x="21541" y="1587"/>
                        <a:pt x="31115" y="1587"/>
                        <a:pt x="272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9" name="자유형 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jYAADoNAADcNgAAQg0AAAAAAAAmAAAACAAAAP//////////"/>
                    </a:ext>
                  </a:extLst>
                </p:cNvSpPr>
                <p:nvPr/>
              </p:nvSpPr>
              <p:spPr>
                <a:xfrm>
                  <a:off x="8906510" y="2150110"/>
                  <a:ext cx="11430" cy="5080"/>
                </a:xfrm>
                <a:custGeom>
                  <a:avLst/>
                  <a:gdLst/>
                  <a:ahLst/>
                  <a:cxnLst/>
                  <a:rect l="0" t="0" r="11430" b="5080"/>
                  <a:pathLst>
                    <a:path w="11430" h="5080">
                      <a:moveTo>
                        <a:pt x="11430" y="2903"/>
                      </a:moveTo>
                      <a:cubicBezTo>
                        <a:pt x="5029" y="2177"/>
                        <a:pt x="4572" y="1451"/>
                        <a:pt x="914" y="0"/>
                      </a:cubicBezTo>
                      <a:lnTo>
                        <a:pt x="0" y="5080"/>
                      </a:lnTo>
                      <a:lnTo>
                        <a:pt x="11430" y="29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8" name="자유형 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jYAAEINAACPNgAARQ0AAAAAAAAmAAAACAAAAP//////////"/>
                    </a:ext>
                  </a:extLst>
                </p:cNvSpPr>
                <p:nvPr/>
              </p:nvSpPr>
              <p:spPr>
                <a:xfrm>
                  <a:off x="8809990" y="2155190"/>
                  <a:ext cx="59055" cy="1905"/>
                </a:xfrm>
                <a:custGeom>
                  <a:avLst/>
                  <a:gdLst/>
                  <a:ahLst/>
                  <a:cxnLst/>
                  <a:rect l="0" t="0" r="59055" b="1905"/>
                  <a:pathLst>
                    <a:path w="59055" h="1905">
                      <a:moveTo>
                        <a:pt x="36009" y="0"/>
                      </a:moveTo>
                      <a:cubicBezTo>
                        <a:pt x="33608" y="476"/>
                        <a:pt x="0" y="1905"/>
                        <a:pt x="31688" y="1905"/>
                      </a:cubicBezTo>
                      <a:cubicBezTo>
                        <a:pt x="34088" y="952"/>
                        <a:pt x="59055" y="476"/>
                        <a:pt x="360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7" name="자유형 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jQAACsNAAAqNAAANw0AAAAAAAAmAAAACAAAAP//////////"/>
                    </a:ext>
                  </a:extLst>
                </p:cNvSpPr>
                <p:nvPr/>
              </p:nvSpPr>
              <p:spPr>
                <a:xfrm>
                  <a:off x="8474710" y="2140585"/>
                  <a:ext cx="5080" cy="7620"/>
                </a:xfrm>
                <a:custGeom>
                  <a:avLst/>
                  <a:gdLst/>
                  <a:ahLst/>
                  <a:cxnLst/>
                  <a:rect l="0" t="0" r="5080" b="7620"/>
                  <a:pathLst>
                    <a:path w="5080" h="7620">
                      <a:moveTo>
                        <a:pt x="0" y="7620"/>
                      </a:moveTo>
                      <a:lnTo>
                        <a:pt x="5080" y="7620"/>
                      </a:lnTo>
                      <a:lnTo>
                        <a:pt x="4689" y="0"/>
                      </a:lnTo>
                      <a:lnTo>
                        <a:pt x="0" y="762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6" name="곡선1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TIAAEkNAABeMgAAVA0AAAAAAAAmAAAACAAAAP//////////"/>
                    </a:ext>
                  </a:extLst>
                </p:cNvSpPr>
                <p:nvPr/>
              </p:nvSpPr>
              <p:spPr>
                <a:xfrm>
                  <a:off x="8138795" y="2159635"/>
                  <a:ext cx="48895" cy="6985"/>
                </a:xfrm>
                <a:custGeom>
                  <a:avLst/>
                  <a:gdLst/>
                  <a:ahLst/>
                  <a:cxnLst/>
                  <a:rect l="0" t="0" r="48895" b="6985"/>
                  <a:pathLst>
                    <a:path w="48895" h="6985">
                      <a:moveTo>
                        <a:pt x="7745" y="5588"/>
                      </a:moveTo>
                      <a:cubicBezTo>
                        <a:pt x="37760" y="6985"/>
                        <a:pt x="15007" y="698"/>
                        <a:pt x="41633" y="2794"/>
                      </a:cubicBezTo>
                      <a:cubicBezTo>
                        <a:pt x="48895" y="1397"/>
                        <a:pt x="19848" y="1397"/>
                        <a:pt x="27110" y="0"/>
                      </a:cubicBezTo>
                      <a:cubicBezTo>
                        <a:pt x="9198" y="1397"/>
                        <a:pt x="0" y="698"/>
                        <a:pt x="7745" y="55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5" name="곡선1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IAAEUNAABKMgAASQ0AAAAAAAAmAAAACAAAAP//////////"/>
                    </a:ext>
                  </a:extLst>
                </p:cNvSpPr>
                <p:nvPr/>
              </p:nvSpPr>
              <p:spPr>
                <a:xfrm>
                  <a:off x="8166100" y="2157095"/>
                  <a:ext cx="8890" cy="2540"/>
                </a:xfrm>
                <a:custGeom>
                  <a:avLst/>
                  <a:gdLst/>
                  <a:ahLst/>
                  <a:cxnLst/>
                  <a:rect l="0" t="0" r="8890" b="2540"/>
                  <a:pathLst>
                    <a:path w="8890" h="2540">
                      <a:moveTo>
                        <a:pt x="0" y="2540"/>
                      </a:moveTo>
                      <a:lnTo>
                        <a:pt x="8890" y="0"/>
                      </a:lnTo>
                      <a:cubicBezTo>
                        <a:pt x="3743" y="1270"/>
                        <a:pt x="1404" y="1270"/>
                        <a:pt x="0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4" name="자유형 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BsAAAMNAAB+GwAACA0AAAAAAAAmAAAACAAAAP//////////"/>
                    </a:ext>
                  </a:extLst>
                </p:cNvSpPr>
                <p:nvPr/>
              </p:nvSpPr>
              <p:spPr>
                <a:xfrm>
                  <a:off x="4450080" y="2115185"/>
                  <a:ext cx="19050" cy="3175"/>
                </a:xfrm>
                <a:custGeom>
                  <a:avLst/>
                  <a:gdLst/>
                  <a:ahLst/>
                  <a:cxnLst/>
                  <a:rect l="0" t="0" r="19050" b="3175"/>
                  <a:pathLst>
                    <a:path w="19050" h="3175">
                      <a:moveTo>
                        <a:pt x="19050" y="1587"/>
                      </a:moveTo>
                      <a:lnTo>
                        <a:pt x="0" y="0"/>
                      </a:lnTo>
                      <a:lnTo>
                        <a:pt x="12212" y="3175"/>
                      </a:lnTo>
                      <a:lnTo>
                        <a:pt x="19050" y="15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3" name="자유형 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RsAAAcNAABFGwAADQ0AAAAAAAAmAAAACAAAAP//////////"/>
                    </a:ext>
                  </a:extLst>
                </p:cNvSpPr>
                <p:nvPr/>
              </p:nvSpPr>
              <p:spPr>
                <a:xfrm>
                  <a:off x="4417695" y="2117725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lnTo>
                        <a:pt x="10954" y="0"/>
                      </a:lnTo>
                      <a:lnTo>
                        <a:pt x="0" y="3175"/>
                      </a:lnTo>
                      <a:cubicBezTo>
                        <a:pt x="3810" y="3175"/>
                        <a:pt x="12383" y="3175"/>
                        <a:pt x="1524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2" name="곡선1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ioAAE8NAAAUKwAAVA0AAAAAAAAmAAAACAAAAP//////////"/>
                    </a:ext>
                  </a:extLst>
                </p:cNvSpPr>
                <p:nvPr/>
              </p:nvSpPr>
              <p:spPr>
                <a:xfrm>
                  <a:off x="6986270" y="2163445"/>
                  <a:ext cx="16510" cy="3175"/>
                </a:xfrm>
                <a:custGeom>
                  <a:avLst/>
                  <a:gdLst/>
                  <a:ahLst/>
                  <a:cxnLst/>
                  <a:rect l="0" t="0" r="16510" b="3175"/>
                  <a:pathLst>
                    <a:path w="16510" h="3175">
                      <a:moveTo>
                        <a:pt x="15053" y="3175"/>
                      </a:moveTo>
                      <a:lnTo>
                        <a:pt x="16510" y="1587"/>
                      </a:lnTo>
                      <a:cubicBezTo>
                        <a:pt x="13596" y="793"/>
                        <a:pt x="8741" y="793"/>
                        <a:pt x="0" y="0"/>
                      </a:cubicBezTo>
                      <a:lnTo>
                        <a:pt x="1505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1" name="곡선1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SkAAEUNAACGKQAATA0AAAAAAAAmAAAACAAAAP//////////"/>
                    </a:ext>
                  </a:extLst>
                </p:cNvSpPr>
                <p:nvPr/>
              </p:nvSpPr>
              <p:spPr>
                <a:xfrm>
                  <a:off x="6741795" y="2157095"/>
                  <a:ext cx="8255" cy="4445"/>
                </a:xfrm>
                <a:custGeom>
                  <a:avLst/>
                  <a:gdLst/>
                  <a:ahLst/>
                  <a:cxnLst/>
                  <a:rect l="0" t="0" r="8255" b="4445"/>
                  <a:pathLst>
                    <a:path w="8255" h="4445">
                      <a:moveTo>
                        <a:pt x="3884" y="4445"/>
                      </a:moveTo>
                      <a:lnTo>
                        <a:pt x="8255" y="4445"/>
                      </a:lnTo>
                      <a:lnTo>
                        <a:pt x="0" y="0"/>
                      </a:lnTo>
                      <a:lnTo>
                        <a:pt x="3884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0" name="곡선1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ygAAEwNAABaKAAAVA0AAAAAAAAmAAAACAAAAP//////////"/>
                    </a:ext>
                  </a:extLst>
                </p:cNvSpPr>
                <p:nvPr/>
              </p:nvSpPr>
              <p:spPr>
                <a:xfrm>
                  <a:off x="6529705" y="2161540"/>
                  <a:ext cx="29845" cy="5080"/>
                </a:xfrm>
                <a:custGeom>
                  <a:avLst/>
                  <a:gdLst/>
                  <a:ahLst/>
                  <a:cxnLst/>
                  <a:rect l="0" t="0" r="29845" b="5080"/>
                  <a:pathLst>
                    <a:path w="29845" h="5080">
                      <a:moveTo>
                        <a:pt x="2368" y="4445"/>
                      </a:moveTo>
                      <a:cubicBezTo>
                        <a:pt x="10895" y="5080"/>
                        <a:pt x="21317" y="3810"/>
                        <a:pt x="29845" y="4445"/>
                      </a:cubicBezTo>
                      <a:cubicBezTo>
                        <a:pt x="10895" y="5080"/>
                        <a:pt x="0" y="0"/>
                        <a:pt x="2368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  <p:grpSp>
            <p:nvGrpSpPr>
              <p:cNvPr id="4" name="그룹 618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AAAAAfAAAAVAAAAAAAAAAAAAAAAAAAAAAAAAAAAAAAAAAAAAAAAAAAAAAAAAAAAAAAAAAAAAAAAAAAAAAAAAAAAAAAAAAAAAAAAAAAAAAAAAAAAAAAAAAAAAAAAAAAACEAAAAYAAAAFAAAAEo7AADeDAAAhDsAAC4mAAAAAAAAJgAAAAgAAAD/////AAAAAA=="/>
                  </a:ext>
                </a:extLst>
              </p:cNvGrpSpPr>
              <p:nvPr/>
            </p:nvGrpSpPr>
            <p:grpSpPr>
              <a:xfrm rot="16200000" flipH="1">
                <a:off x="7599045" y="4130675"/>
                <a:ext cx="4114800" cy="36830"/>
                <a:chOff x="7599045" y="4130675"/>
                <a:chExt cx="4114800" cy="36830"/>
              </a:xfrm>
            </p:grpSpPr>
            <p:sp>
              <p:nvSpPr>
                <p:cNvPr id="78" name="자유형 6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EcAAHMZAAAPSAAAeBkAAAAAAAAmAAAACAAAAP//////////"/>
                    </a:ext>
                  </a:extLst>
                </p:cNvSpPr>
                <p:nvPr/>
              </p:nvSpPr>
              <p:spPr>
                <a:xfrm>
                  <a:off x="11689080" y="4137025"/>
                  <a:ext cx="24765" cy="3175"/>
                </a:xfrm>
                <a:custGeom>
                  <a:avLst/>
                  <a:gdLst/>
                  <a:ahLst/>
                  <a:cxnLst/>
                  <a:rect l="0" t="0" r="24765" b="3175"/>
                  <a:pathLst>
                    <a:path w="24765" h="3175">
                      <a:moveTo>
                        <a:pt x="11088" y="3175"/>
                      </a:moveTo>
                      <a:lnTo>
                        <a:pt x="24765" y="1587"/>
                      </a:lnTo>
                      <a:cubicBezTo>
                        <a:pt x="22177" y="1058"/>
                        <a:pt x="9610" y="529"/>
                        <a:pt x="14415" y="0"/>
                      </a:cubicBezTo>
                      <a:cubicBezTo>
                        <a:pt x="0" y="529"/>
                        <a:pt x="2957" y="1587"/>
                        <a:pt x="11088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7" name="자유형 6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EcAAHoZAADwRwAAexkAAAAAAAAmAAAACAAAAP//////////"/>
                    </a:ext>
                  </a:extLst>
                </p:cNvSpPr>
                <p:nvPr/>
              </p:nvSpPr>
              <p:spPr>
                <a:xfrm>
                  <a:off x="11686540" y="4141470"/>
                  <a:ext cx="7620" cy="635"/>
                </a:xfrm>
                <a:custGeom>
                  <a:avLst/>
                  <a:gdLst/>
                  <a:ahLst/>
                  <a:cxnLst/>
                  <a:rect l="0" t="0" r="7620" b="635"/>
                  <a:pathLst>
                    <a:path w="7620" h="635">
                      <a:moveTo>
                        <a:pt x="0" y="635"/>
                      </a:moveTo>
                      <a:lnTo>
                        <a:pt x="7620" y="317"/>
                      </a:lnTo>
                      <a:cubicBezTo>
                        <a:pt x="6096" y="0"/>
                        <a:pt x="4191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6" name="자유형 6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EcAAHkZAAAISAAAfhkAAAAAAAAmAAAACAAAAP//////////"/>
                    </a:ext>
                  </a:extLst>
                </p:cNvSpPr>
                <p:nvPr/>
              </p:nvSpPr>
              <p:spPr>
                <a:xfrm>
                  <a:off x="11694160" y="4140835"/>
                  <a:ext cx="15240" cy="3175"/>
                </a:xfrm>
                <a:custGeom>
                  <a:avLst/>
                  <a:gdLst/>
                  <a:ahLst/>
                  <a:cxnLst/>
                  <a:rect l="0" t="0" r="15240" b="3175"/>
                  <a:pathLst>
                    <a:path w="15240" h="3175">
                      <a:moveTo>
                        <a:pt x="15240" y="0"/>
                      </a:moveTo>
                      <a:lnTo>
                        <a:pt x="0" y="1058"/>
                      </a:lnTo>
                      <a:cubicBezTo>
                        <a:pt x="1859" y="1587"/>
                        <a:pt x="2230" y="3175"/>
                        <a:pt x="7062" y="529"/>
                      </a:cubicBezTo>
                      <a:cubicBezTo>
                        <a:pt x="5576" y="1587"/>
                        <a:pt x="8549" y="529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5" name="자유형 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0cAAHQZAACKRwAAeRkAAAAAAAAmAAAACAAAAP//////////"/>
                    </a:ext>
                  </a:extLst>
                </p:cNvSpPr>
                <p:nvPr/>
              </p:nvSpPr>
              <p:spPr>
                <a:xfrm>
                  <a:off x="11612245" y="4137660"/>
                  <a:ext cx="17145" cy="3175"/>
                </a:xfrm>
                <a:custGeom>
                  <a:avLst/>
                  <a:gdLst/>
                  <a:ahLst/>
                  <a:cxnLst/>
                  <a:rect l="0" t="0" r="17145" b="3175"/>
                  <a:pathLst>
                    <a:path w="17145" h="3175">
                      <a:moveTo>
                        <a:pt x="762" y="0"/>
                      </a:moveTo>
                      <a:cubicBezTo>
                        <a:pt x="0" y="529"/>
                        <a:pt x="5715" y="2116"/>
                        <a:pt x="6858" y="3175"/>
                      </a:cubicBezTo>
                      <a:lnTo>
                        <a:pt x="17145" y="2116"/>
                      </a:lnTo>
                      <a:cubicBezTo>
                        <a:pt x="11811" y="1587"/>
                        <a:pt x="1524" y="1058"/>
                        <a:pt x="7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4" name="곡선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kcAAHkZAAB7RwAAexkAAAAAAAAmAAAACAAAAP//////////"/>
                    </a:ext>
                  </a:extLst>
                </p:cNvSpPr>
                <p:nvPr/>
              </p:nvSpPr>
              <p:spPr>
                <a:xfrm>
                  <a:off x="11603990" y="4140835"/>
                  <a:ext cx="15875" cy="1270"/>
                </a:xfrm>
                <a:custGeom>
                  <a:avLst/>
                  <a:gdLst/>
                  <a:ahLst/>
                  <a:cxnLst/>
                  <a:rect l="0" t="0" r="15875" b="1270"/>
                  <a:pathLst>
                    <a:path w="15875" h="1270">
                      <a:moveTo>
                        <a:pt x="15153" y="0"/>
                      </a:moveTo>
                      <a:lnTo>
                        <a:pt x="0" y="1270"/>
                      </a:lnTo>
                      <a:cubicBezTo>
                        <a:pt x="13349" y="1270"/>
                        <a:pt x="15875" y="847"/>
                        <a:pt x="151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3" name="자유형 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EcAAH4ZAAAISAAAghkAAAAAAAAmAAAACAAAAP//////////"/>
                    </a:ext>
                  </a:extLst>
                </p:cNvSpPr>
                <p:nvPr/>
              </p:nvSpPr>
              <p:spPr>
                <a:xfrm>
                  <a:off x="11678920" y="4144010"/>
                  <a:ext cx="30480" cy="2540"/>
                </a:xfrm>
                <a:custGeom>
                  <a:avLst/>
                  <a:gdLst/>
                  <a:ahLst/>
                  <a:cxnLst/>
                  <a:rect l="0" t="0" r="30480" b="2540"/>
                  <a:pathLst>
                    <a:path w="30480" h="2540">
                      <a:moveTo>
                        <a:pt x="5204" y="2540"/>
                      </a:moveTo>
                      <a:lnTo>
                        <a:pt x="30480" y="0"/>
                      </a:lnTo>
                      <a:lnTo>
                        <a:pt x="0" y="2540"/>
                      </a:lnTo>
                      <a:lnTo>
                        <a:pt x="5204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2" name="곡선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UcAAHEZAAAiRwAAdRkAAAAAAAAmAAAACAAAAP//////////"/>
                    </a:ext>
                  </a:extLst>
                </p:cNvSpPr>
                <p:nvPr/>
              </p:nvSpPr>
              <p:spPr>
                <a:xfrm>
                  <a:off x="11547475" y="4135755"/>
                  <a:ext cx="15875" cy="2540"/>
                </a:xfrm>
                <a:custGeom>
                  <a:avLst/>
                  <a:gdLst/>
                  <a:ahLst/>
                  <a:cxnLst/>
                  <a:rect l="0" t="0" r="15875" b="2540"/>
                  <a:pathLst>
                    <a:path w="15875" h="2540">
                      <a:moveTo>
                        <a:pt x="7181" y="2032"/>
                      </a:moveTo>
                      <a:lnTo>
                        <a:pt x="15875" y="0"/>
                      </a:lnTo>
                      <a:lnTo>
                        <a:pt x="0" y="2540"/>
                      </a:lnTo>
                      <a:lnTo>
                        <a:pt x="7181" y="203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1" name="곡선1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EYAAHAZAADgRgAAdBkAAAAAAAAmAAAACAAAAP//////////"/>
                    </a:ext>
                  </a:extLst>
                </p:cNvSpPr>
                <p:nvPr/>
              </p:nvSpPr>
              <p:spPr>
                <a:xfrm>
                  <a:off x="11485880" y="4135120"/>
                  <a:ext cx="35560" cy="2540"/>
                </a:xfrm>
                <a:custGeom>
                  <a:avLst/>
                  <a:gdLst/>
                  <a:ahLst/>
                  <a:cxnLst/>
                  <a:rect l="0" t="0" r="35560" b="2540"/>
                  <a:pathLst>
                    <a:path w="35560" h="2540">
                      <a:moveTo>
                        <a:pt x="29391" y="2540"/>
                      </a:moveTo>
                      <a:cubicBezTo>
                        <a:pt x="35560" y="1270"/>
                        <a:pt x="20683" y="423"/>
                        <a:pt x="27214" y="0"/>
                      </a:cubicBezTo>
                      <a:cubicBezTo>
                        <a:pt x="17054" y="0"/>
                        <a:pt x="7983" y="847"/>
                        <a:pt x="0" y="2117"/>
                      </a:cubicBezTo>
                      <a:cubicBezTo>
                        <a:pt x="8709" y="1270"/>
                        <a:pt x="17780" y="1693"/>
                        <a:pt x="29391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0" name="곡선1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kYAAHMZAACoRgAAdhkAAAAAAAAmAAAACAAAAP//////////"/>
                    </a:ext>
                  </a:extLst>
                </p:cNvSpPr>
                <p:nvPr/>
              </p:nvSpPr>
              <p:spPr>
                <a:xfrm>
                  <a:off x="11471910" y="413702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0" y="1905"/>
                      </a:moveTo>
                      <a:cubicBezTo>
                        <a:pt x="4269" y="1270"/>
                        <a:pt x="8925" y="635"/>
                        <a:pt x="13970" y="0"/>
                      </a:cubicBezTo>
                      <a:cubicBezTo>
                        <a:pt x="9313" y="0"/>
                        <a:pt x="4657" y="635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9" name="자유형 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UcAAHYZAAA4RwAAexkAAAAAAAAmAAAACAAAAP//////////"/>
                    </a:ext>
                  </a:extLst>
                </p:cNvSpPr>
                <p:nvPr/>
              </p:nvSpPr>
              <p:spPr>
                <a:xfrm>
                  <a:off x="11565255" y="4138930"/>
                  <a:ext cx="12065" cy="3175"/>
                </a:xfrm>
                <a:custGeom>
                  <a:avLst/>
                  <a:gdLst/>
                  <a:ahLst/>
                  <a:cxnLst/>
                  <a:rect l="0" t="0" r="12065" b="3175"/>
                  <a:pathLst>
                    <a:path w="12065" h="3175">
                      <a:moveTo>
                        <a:pt x="12065" y="3175"/>
                      </a:moveTo>
                      <a:cubicBezTo>
                        <a:pt x="10933" y="2540"/>
                        <a:pt x="8671" y="635"/>
                        <a:pt x="0" y="0"/>
                      </a:cubicBezTo>
                      <a:lnTo>
                        <a:pt x="6032" y="3175"/>
                      </a:lnTo>
                      <a:lnTo>
                        <a:pt x="12065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8" name="자유형 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kcAAHoZAAAvRwAAexkAAAAAAAAmAAAACAAAAP//////////"/>
                    </a:ext>
                  </a:extLst>
                </p:cNvSpPr>
                <p:nvPr/>
              </p:nvSpPr>
              <p:spPr>
                <a:xfrm>
                  <a:off x="11558270" y="414147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13335" y="635"/>
                      </a:moveTo>
                      <a:lnTo>
                        <a:pt x="12964" y="635"/>
                      </a:lnTo>
                      <a:lnTo>
                        <a:pt x="0" y="0"/>
                      </a:lnTo>
                      <a:lnTo>
                        <a:pt x="1333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7" name="자유형 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EcAAHsZAAA7RwAAexkAAAAAAAAmAAAACAAAAP//////////"/>
                    </a:ext>
                  </a:extLst>
                </p:cNvSpPr>
                <p:nvPr/>
              </p:nvSpPr>
              <p:spPr>
                <a:xfrm>
                  <a:off x="11577320" y="414210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762" y="0"/>
                        <a:pt x="1143" y="0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6" name="자유형 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UcAAH4ZAAChRwAAhhkAAAAAAAAmAAAACAAAAP//////////"/>
                    </a:ext>
                  </a:extLst>
                </p:cNvSpPr>
                <p:nvPr/>
              </p:nvSpPr>
              <p:spPr>
                <a:xfrm>
                  <a:off x="11616055" y="4144010"/>
                  <a:ext cx="27940" cy="5080"/>
                </a:xfrm>
                <a:custGeom>
                  <a:avLst/>
                  <a:gdLst/>
                  <a:ahLst/>
                  <a:cxnLst/>
                  <a:rect l="0" t="0" r="27940" b="5080"/>
                  <a:pathLst>
                    <a:path w="27940" h="5080">
                      <a:moveTo>
                        <a:pt x="27940" y="0"/>
                      </a:moveTo>
                      <a:cubicBezTo>
                        <a:pt x="18999" y="1693"/>
                        <a:pt x="0" y="2822"/>
                        <a:pt x="18254" y="5080"/>
                      </a:cubicBezTo>
                      <a:cubicBezTo>
                        <a:pt x="24587" y="3387"/>
                        <a:pt x="14156" y="2258"/>
                        <a:pt x="279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5" name="곡선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0cAAHwZAABiRwAAfxkAAAAAAAAmAAAACAAAAP//////////"/>
                    </a:ext>
                  </a:extLst>
                </p:cNvSpPr>
                <p:nvPr/>
              </p:nvSpPr>
              <p:spPr>
                <a:xfrm>
                  <a:off x="11586845" y="4142740"/>
                  <a:ext cx="17145" cy="1905"/>
                </a:xfrm>
                <a:custGeom>
                  <a:avLst/>
                  <a:gdLst/>
                  <a:ahLst/>
                  <a:cxnLst/>
                  <a:rect l="0" t="0" r="17145" b="1905"/>
                  <a:pathLst>
                    <a:path w="17145" h="1905">
                      <a:moveTo>
                        <a:pt x="0" y="1428"/>
                      </a:moveTo>
                      <a:lnTo>
                        <a:pt x="16050" y="1905"/>
                      </a:lnTo>
                      <a:cubicBezTo>
                        <a:pt x="15685" y="1428"/>
                        <a:pt x="12767" y="476"/>
                        <a:pt x="17145" y="0"/>
                      </a:cubicBez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4" name="곡선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kcAAH4ZAABHRwAAgBkAAAAAAAAmAAAACAAAAP//////////"/>
                    </a:ext>
                  </a:extLst>
                </p:cNvSpPr>
                <p:nvPr/>
              </p:nvSpPr>
              <p:spPr>
                <a:xfrm>
                  <a:off x="11578590" y="4144010"/>
                  <a:ext cx="8255" cy="1270"/>
                </a:xfrm>
                <a:custGeom>
                  <a:avLst/>
                  <a:gdLst/>
                  <a:ahLst/>
                  <a:cxnLst/>
                  <a:rect l="0" t="0" r="8255" b="1270"/>
                  <a:pathLst>
                    <a:path w="8255" h="1270">
                      <a:moveTo>
                        <a:pt x="0" y="1270"/>
                      </a:moveTo>
                      <a:lnTo>
                        <a:pt x="8255" y="0"/>
                      </a:lnTo>
                      <a:lnTo>
                        <a:pt x="1876" y="0"/>
                      </a:lnTo>
                      <a:lnTo>
                        <a:pt x="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3" name="자유형 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UYAAHkZAADORgAAfBkAAAAAAAAmAAAACAAAAP//////////"/>
                    </a:ext>
                  </a:extLst>
                </p:cNvSpPr>
                <p:nvPr/>
              </p:nvSpPr>
              <p:spPr>
                <a:xfrm>
                  <a:off x="11476355" y="4140835"/>
                  <a:ext cx="33655" cy="1905"/>
                </a:xfrm>
                <a:custGeom>
                  <a:avLst/>
                  <a:gdLst/>
                  <a:ahLst/>
                  <a:cxnLst/>
                  <a:rect l="0" t="0" r="33655" b="1905"/>
                  <a:pathLst>
                    <a:path w="33655" h="1905">
                      <a:moveTo>
                        <a:pt x="23558" y="0"/>
                      </a:moveTo>
                      <a:cubicBezTo>
                        <a:pt x="16453" y="952"/>
                        <a:pt x="8600" y="952"/>
                        <a:pt x="0" y="952"/>
                      </a:cubicBezTo>
                      <a:cubicBezTo>
                        <a:pt x="9348" y="1428"/>
                        <a:pt x="19071" y="1905"/>
                        <a:pt x="28419" y="1905"/>
                      </a:cubicBezTo>
                      <a:cubicBezTo>
                        <a:pt x="29541" y="952"/>
                        <a:pt x="33655" y="0"/>
                        <a:pt x="235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2" name="자유형 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kYAAHoZAAD1RgAAexkAAAAAAAAmAAAACAAAAP//////////"/>
                    </a:ext>
                  </a:extLst>
                </p:cNvSpPr>
                <p:nvPr/>
              </p:nvSpPr>
              <p:spPr>
                <a:xfrm>
                  <a:off x="11532870" y="4141470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0"/>
                      </a:moveTo>
                      <a:lnTo>
                        <a:pt x="0" y="635"/>
                      </a:lnTo>
                      <a:cubicBezTo>
                        <a:pt x="1143" y="635"/>
                        <a:pt x="1905" y="635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1" name="곡선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kYAAHsZAAAVRgAAexkAAAAAAAAmAAAACAAAAP//////////"/>
                    </a:ext>
                  </a:extLst>
                </p:cNvSpPr>
                <p:nvPr/>
              </p:nvSpPr>
              <p:spPr>
                <a:xfrm>
                  <a:off x="11390630" y="414210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0" y="0"/>
                      </a:moveTo>
                      <a:lnTo>
                        <a:pt x="1524" y="0"/>
                      </a:lnTo>
                      <a:cubicBezTo>
                        <a:pt x="1524" y="0"/>
                        <a:pt x="1524" y="0"/>
                        <a:pt x="190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0" name="곡선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UYAAHsZAADgRgAAfRkAAAAAAAAmAAAACAAAAP//////////"/>
                    </a:ext>
                  </a:extLst>
                </p:cNvSpPr>
                <p:nvPr/>
              </p:nvSpPr>
              <p:spPr>
                <a:xfrm>
                  <a:off x="11504295" y="4142105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2188" y="1270"/>
                      </a:moveTo>
                      <a:cubicBezTo>
                        <a:pt x="9119" y="1270"/>
                        <a:pt x="13132" y="635"/>
                        <a:pt x="17145" y="0"/>
                      </a:cubicBezTo>
                      <a:cubicBezTo>
                        <a:pt x="12037" y="0"/>
                        <a:pt x="6566" y="635"/>
                        <a:pt x="729" y="635"/>
                      </a:cubicBezTo>
                      <a:cubicBezTo>
                        <a:pt x="0" y="635"/>
                        <a:pt x="0" y="1270"/>
                        <a:pt x="2188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9" name="곡선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EYAAHYZAACARgAAeRkAAAAAAAAmAAAACAAAAP//////////"/>
                    </a:ext>
                  </a:extLst>
                </p:cNvSpPr>
                <p:nvPr/>
              </p:nvSpPr>
              <p:spPr>
                <a:xfrm>
                  <a:off x="11447780" y="4138930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0" y="635"/>
                      </a:moveTo>
                      <a:cubicBezTo>
                        <a:pt x="3848" y="1270"/>
                        <a:pt x="8082" y="1905"/>
                        <a:pt x="12700" y="1905"/>
                      </a:cubicBezTo>
                      <a:cubicBezTo>
                        <a:pt x="8852" y="1270"/>
                        <a:pt x="1155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8" name="자유형 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UYAAHkZAADxRgAAeRkAAAAAAAAmAAAACAAAAP//////////"/>
                    </a:ext>
                  </a:extLst>
                </p:cNvSpPr>
                <p:nvPr/>
              </p:nvSpPr>
              <p:spPr>
                <a:xfrm>
                  <a:off x="11529695" y="4140835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1270" y="0"/>
                      </a:moveTo>
                      <a:lnTo>
                        <a:pt x="2540" y="0"/>
                      </a:lnTo>
                      <a:cubicBezTo>
                        <a:pt x="0" y="0"/>
                        <a:pt x="0" y="0"/>
                        <a:pt x="12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7" name="곡선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EYAAHkZAADyRgAAexkAAAAAAAAmAAAACAAAAP//////////"/>
                    </a:ext>
                  </a:extLst>
                </p:cNvSpPr>
                <p:nvPr/>
              </p:nvSpPr>
              <p:spPr>
                <a:xfrm>
                  <a:off x="11521440" y="4140835"/>
                  <a:ext cx="11430" cy="1270"/>
                </a:xfrm>
                <a:custGeom>
                  <a:avLst/>
                  <a:gdLst/>
                  <a:ahLst/>
                  <a:cxnLst/>
                  <a:rect l="0" t="0" r="11430" b="1270"/>
                  <a:pathLst>
                    <a:path w="11430" h="1270">
                      <a:moveTo>
                        <a:pt x="9218" y="0"/>
                      </a:moveTo>
                      <a:cubicBezTo>
                        <a:pt x="5531" y="423"/>
                        <a:pt x="2950" y="847"/>
                        <a:pt x="0" y="1270"/>
                      </a:cubicBezTo>
                      <a:cubicBezTo>
                        <a:pt x="4056" y="1270"/>
                        <a:pt x="8112" y="847"/>
                        <a:pt x="11430" y="847"/>
                      </a:cubicBezTo>
                      <a:cubicBezTo>
                        <a:pt x="10693" y="423"/>
                        <a:pt x="9955" y="423"/>
                        <a:pt x="92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6" name="자유형 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kUAAHsZAAA6RgAAkBkAAAAAAAAmAAAACAAAAP//////////"/>
                    </a:ext>
                  </a:extLst>
                </p:cNvSpPr>
                <p:nvPr/>
              </p:nvSpPr>
              <p:spPr>
                <a:xfrm>
                  <a:off x="11342370" y="4142105"/>
                  <a:ext cx="73660" cy="13335"/>
                </a:xfrm>
                <a:custGeom>
                  <a:avLst/>
                  <a:gdLst/>
                  <a:ahLst/>
                  <a:cxnLst/>
                  <a:rect l="0" t="0" r="73660" b="13335"/>
                  <a:pathLst>
                    <a:path w="73660" h="13335">
                      <a:moveTo>
                        <a:pt x="22321" y="13335"/>
                      </a:moveTo>
                      <a:cubicBezTo>
                        <a:pt x="23437" y="11359"/>
                        <a:pt x="42038" y="9383"/>
                        <a:pt x="58035" y="11853"/>
                      </a:cubicBezTo>
                      <a:cubicBezTo>
                        <a:pt x="73660" y="10371"/>
                        <a:pt x="63615" y="3457"/>
                        <a:pt x="49851" y="0"/>
                      </a:cubicBezTo>
                      <a:cubicBezTo>
                        <a:pt x="49479" y="987"/>
                        <a:pt x="49479" y="1481"/>
                        <a:pt x="33110" y="2963"/>
                      </a:cubicBezTo>
                      <a:cubicBezTo>
                        <a:pt x="38690" y="3951"/>
                        <a:pt x="69196" y="5432"/>
                        <a:pt x="55431" y="6914"/>
                      </a:cubicBezTo>
                      <a:cubicBezTo>
                        <a:pt x="33854" y="7902"/>
                        <a:pt x="37946" y="6420"/>
                        <a:pt x="27529" y="5432"/>
                      </a:cubicBezTo>
                      <a:cubicBezTo>
                        <a:pt x="36086" y="7902"/>
                        <a:pt x="0" y="8890"/>
                        <a:pt x="4836" y="12347"/>
                      </a:cubicBezTo>
                      <a:lnTo>
                        <a:pt x="23437" y="11359"/>
                      </a:lnTo>
                      <a:cubicBezTo>
                        <a:pt x="23809" y="11853"/>
                        <a:pt x="17113" y="12841"/>
                        <a:pt x="22321" y="133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5" name="곡선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UYAAHYZAABPRgAAexkAAAAAAAAmAAAACAAAAP//////////"/>
                    </a:ext>
                  </a:extLst>
                </p:cNvSpPr>
                <p:nvPr/>
              </p:nvSpPr>
              <p:spPr>
                <a:xfrm>
                  <a:off x="11392535" y="4138930"/>
                  <a:ext cx="36830" cy="3175"/>
                </a:xfrm>
                <a:custGeom>
                  <a:avLst/>
                  <a:gdLst/>
                  <a:ahLst/>
                  <a:cxnLst/>
                  <a:rect l="0" t="0" r="36830" b="3175"/>
                  <a:pathLst>
                    <a:path w="36830" h="3175">
                      <a:moveTo>
                        <a:pt x="30201" y="3175"/>
                      </a:moveTo>
                      <a:lnTo>
                        <a:pt x="36830" y="3175"/>
                      </a:lnTo>
                      <a:cubicBezTo>
                        <a:pt x="29096" y="2645"/>
                        <a:pt x="23940" y="2116"/>
                        <a:pt x="13995" y="0"/>
                      </a:cubicBezTo>
                      <a:cubicBezTo>
                        <a:pt x="2946" y="1058"/>
                        <a:pt x="737" y="2116"/>
                        <a:pt x="0" y="2645"/>
                      </a:cubicBezTo>
                      <a:lnTo>
                        <a:pt x="32410" y="3175"/>
                      </a:lnTo>
                      <a:lnTo>
                        <a:pt x="30201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4" name="자유형 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0YAAHkZAACiRgAAhBkAAAAAAAAmAAAACAAAAP//////////"/>
                    </a:ext>
                  </a:extLst>
                </p:cNvSpPr>
                <p:nvPr/>
              </p:nvSpPr>
              <p:spPr>
                <a:xfrm>
                  <a:off x="11429365" y="4140835"/>
                  <a:ext cx="52705" cy="6985"/>
                </a:xfrm>
                <a:custGeom>
                  <a:avLst/>
                  <a:gdLst/>
                  <a:ahLst/>
                  <a:cxnLst/>
                  <a:rect l="0" t="0" r="52705" b="6985"/>
                  <a:pathLst>
                    <a:path w="52705" h="6985">
                      <a:moveTo>
                        <a:pt x="29692" y="1496"/>
                      </a:moveTo>
                      <a:cubicBezTo>
                        <a:pt x="24496" y="3492"/>
                        <a:pt x="8536" y="4490"/>
                        <a:pt x="18186" y="6985"/>
                      </a:cubicBezTo>
                      <a:cubicBezTo>
                        <a:pt x="37858" y="6985"/>
                        <a:pt x="31919" y="4989"/>
                        <a:pt x="43797" y="3991"/>
                      </a:cubicBezTo>
                      <a:cubicBezTo>
                        <a:pt x="12248" y="4490"/>
                        <a:pt x="52705" y="2993"/>
                        <a:pt x="30064" y="1496"/>
                      </a:cubicBezTo>
                      <a:cubicBezTo>
                        <a:pt x="36002" y="1496"/>
                        <a:pt x="41570" y="997"/>
                        <a:pt x="47137" y="997"/>
                      </a:cubicBezTo>
                      <a:cubicBezTo>
                        <a:pt x="41198" y="997"/>
                        <a:pt x="36002" y="498"/>
                        <a:pt x="30806" y="0"/>
                      </a:cubicBezTo>
                      <a:lnTo>
                        <a:pt x="31548" y="498"/>
                      </a:lnTo>
                      <a:cubicBezTo>
                        <a:pt x="31548" y="498"/>
                        <a:pt x="31548" y="498"/>
                        <a:pt x="31548" y="498"/>
                      </a:cubicBezTo>
                      <a:cubicBezTo>
                        <a:pt x="33033" y="498"/>
                        <a:pt x="33404" y="498"/>
                        <a:pt x="31919" y="498"/>
                      </a:cubicBezTo>
                      <a:lnTo>
                        <a:pt x="31177" y="498"/>
                      </a:lnTo>
                      <a:cubicBezTo>
                        <a:pt x="30806" y="997"/>
                        <a:pt x="30435" y="997"/>
                        <a:pt x="29692" y="1496"/>
                      </a:cubicBezTo>
                      <a:cubicBezTo>
                        <a:pt x="20785" y="997"/>
                        <a:pt x="28208" y="997"/>
                        <a:pt x="31177" y="498"/>
                      </a:cubicBezTo>
                      <a:cubicBezTo>
                        <a:pt x="31177" y="498"/>
                        <a:pt x="31548" y="498"/>
                        <a:pt x="31548" y="498"/>
                      </a:cubicBezTo>
                      <a:lnTo>
                        <a:pt x="0" y="1496"/>
                      </a:lnTo>
                      <a:cubicBezTo>
                        <a:pt x="6680" y="1496"/>
                        <a:pt x="14846" y="1496"/>
                        <a:pt x="29692" y="14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3" name="곡선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UcAAIwZAAB3RwAAjRkAAAAAAAAmAAAACAAAAP//////////"/>
                    </a:ext>
                  </a:extLst>
                </p:cNvSpPr>
                <p:nvPr/>
              </p:nvSpPr>
              <p:spPr>
                <a:xfrm>
                  <a:off x="11613515" y="4152900"/>
                  <a:ext cx="3810" cy="635"/>
                </a:xfrm>
                <a:custGeom>
                  <a:avLst/>
                  <a:gdLst/>
                  <a:ahLst/>
                  <a:cxnLst/>
                  <a:rect l="0" t="0" r="3810" b="635"/>
                  <a:pathLst>
                    <a:path w="3810" h="635">
                      <a:moveTo>
                        <a:pt x="3810" y="635"/>
                      </a:moveTo>
                      <a:cubicBezTo>
                        <a:pt x="2771" y="635"/>
                        <a:pt x="2771" y="635"/>
                        <a:pt x="2771" y="0"/>
                      </a:cubicBezTo>
                      <a:cubicBezTo>
                        <a:pt x="693" y="635"/>
                        <a:pt x="0" y="635"/>
                        <a:pt x="381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2" name="곡선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0cAAIMZAACPRwAAjBkAAAAAAAAmAAAACAAAAP//////////"/>
                    </a:ext>
                  </a:extLst>
                </p:cNvSpPr>
                <p:nvPr/>
              </p:nvSpPr>
              <p:spPr>
                <a:xfrm>
                  <a:off x="11586845" y="4147185"/>
                  <a:ext cx="45720" cy="5715"/>
                </a:xfrm>
                <a:custGeom>
                  <a:avLst/>
                  <a:gdLst/>
                  <a:ahLst/>
                  <a:cxnLst/>
                  <a:rect l="0" t="0" r="45720" b="5715"/>
                  <a:pathLst>
                    <a:path w="45720" h="5715">
                      <a:moveTo>
                        <a:pt x="17988" y="5238"/>
                      </a:moveTo>
                      <a:cubicBezTo>
                        <a:pt x="20237" y="4762"/>
                        <a:pt x="22110" y="3810"/>
                        <a:pt x="29606" y="4286"/>
                      </a:cubicBezTo>
                      <a:cubicBezTo>
                        <a:pt x="35976" y="4762"/>
                        <a:pt x="29606" y="5238"/>
                        <a:pt x="29980" y="5715"/>
                      </a:cubicBezTo>
                      <a:cubicBezTo>
                        <a:pt x="34477" y="5238"/>
                        <a:pt x="45720" y="4286"/>
                        <a:pt x="31479" y="3333"/>
                      </a:cubicBezTo>
                      <a:lnTo>
                        <a:pt x="29231" y="3810"/>
                      </a:lnTo>
                      <a:cubicBezTo>
                        <a:pt x="16489" y="2857"/>
                        <a:pt x="0" y="476"/>
                        <a:pt x="2249" y="0"/>
                      </a:cubicBezTo>
                      <a:cubicBezTo>
                        <a:pt x="5996" y="1905"/>
                        <a:pt x="9369" y="3333"/>
                        <a:pt x="17988" y="523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1" name="자유형 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kYAAIQZAADxRgAAiBkAAAAAAAAmAAAACAAAAP//////////"/>
                    </a:ext>
                  </a:extLst>
                </p:cNvSpPr>
                <p:nvPr/>
              </p:nvSpPr>
              <p:spPr>
                <a:xfrm>
                  <a:off x="11504930" y="4147820"/>
                  <a:ext cx="27305" cy="2540"/>
                </a:xfrm>
                <a:custGeom>
                  <a:avLst/>
                  <a:gdLst/>
                  <a:ahLst/>
                  <a:cxnLst/>
                  <a:rect l="0" t="0" r="27305" b="2540"/>
                  <a:pathLst>
                    <a:path w="27305" h="2540">
                      <a:moveTo>
                        <a:pt x="25829" y="0"/>
                      </a:moveTo>
                      <a:lnTo>
                        <a:pt x="0" y="847"/>
                      </a:lnTo>
                      <a:lnTo>
                        <a:pt x="13283" y="2540"/>
                      </a:lnTo>
                      <a:lnTo>
                        <a:pt x="12545" y="1693"/>
                      </a:lnTo>
                      <a:cubicBezTo>
                        <a:pt x="27305" y="1693"/>
                        <a:pt x="23984" y="847"/>
                        <a:pt x="258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0" name="곡선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0UAAHUZAAASRgAAexkAAAAAAAAmAAAACAAAAP//////////"/>
                    </a:ext>
                  </a:extLst>
                </p:cNvSpPr>
                <p:nvPr/>
              </p:nvSpPr>
              <p:spPr>
                <a:xfrm>
                  <a:off x="11376025" y="4138295"/>
                  <a:ext cx="14605" cy="3810"/>
                </a:xfrm>
                <a:custGeom>
                  <a:avLst/>
                  <a:gdLst/>
                  <a:ahLst/>
                  <a:cxnLst/>
                  <a:rect l="0" t="0" r="14605" b="3810"/>
                  <a:pathLst>
                    <a:path w="14605" h="3810">
                      <a:moveTo>
                        <a:pt x="11318" y="2721"/>
                      </a:moveTo>
                      <a:lnTo>
                        <a:pt x="14605" y="0"/>
                      </a:lnTo>
                      <a:lnTo>
                        <a:pt x="0" y="3810"/>
                      </a:lnTo>
                      <a:lnTo>
                        <a:pt x="11318" y="27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9" name="자유형 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0UAAHYZAADZRQAAeRkAAAAAAAAmAAAACAAAAP//////////"/>
                    </a:ext>
                  </a:extLst>
                </p:cNvSpPr>
                <p:nvPr/>
              </p:nvSpPr>
              <p:spPr>
                <a:xfrm>
                  <a:off x="11345545" y="4138930"/>
                  <a:ext cx="8890" cy="1905"/>
                </a:xfrm>
                <a:custGeom>
                  <a:avLst/>
                  <a:gdLst/>
                  <a:ahLst/>
                  <a:cxnLst/>
                  <a:rect l="0" t="0" r="8890" b="1905"/>
                  <a:pathLst>
                    <a:path w="8890" h="1905">
                      <a:moveTo>
                        <a:pt x="7779" y="1905"/>
                      </a:moveTo>
                      <a:lnTo>
                        <a:pt x="8890" y="0"/>
                      </a:lnTo>
                      <a:lnTo>
                        <a:pt x="0" y="1428"/>
                      </a:lnTo>
                      <a:lnTo>
                        <a:pt x="77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8" name="곡선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TkAAJgZAAD+OQAAmRkAAAAAAAAmAAAACAAAAP//////////"/>
                    </a:ext>
                  </a:extLst>
                </p:cNvSpPr>
                <p:nvPr/>
              </p:nvSpPr>
              <p:spPr>
                <a:xfrm>
                  <a:off x="9418955" y="4160520"/>
                  <a:ext cx="8255" cy="635"/>
                </a:xfrm>
                <a:custGeom>
                  <a:avLst/>
                  <a:gdLst/>
                  <a:ahLst/>
                  <a:cxnLst/>
                  <a:rect l="0" t="0" r="8255" b="635"/>
                  <a:pathLst>
                    <a:path w="8255" h="635">
                      <a:moveTo>
                        <a:pt x="8255" y="0"/>
                      </a:moveTo>
                      <a:lnTo>
                        <a:pt x="0" y="635"/>
                      </a:lnTo>
                      <a:cubicBezTo>
                        <a:pt x="3930" y="0"/>
                        <a:pt x="6289" y="0"/>
                        <a:pt x="8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7" name="자유형 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zoAAJcZAABYOgAAmBkAAAAAAAAmAAAACAAAAP//////////"/>
                    </a:ext>
                  </a:extLst>
                </p:cNvSpPr>
                <p:nvPr/>
              </p:nvSpPr>
              <p:spPr>
                <a:xfrm>
                  <a:off x="9481185" y="4159885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1905" y="635"/>
                      </a:moveTo>
                      <a:lnTo>
                        <a:pt x="3175" y="0"/>
                      </a:lnTo>
                      <a:cubicBezTo>
                        <a:pt x="952" y="317"/>
                        <a:pt x="0" y="635"/>
                        <a:pt x="190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6" name="곡선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UAAAHAZAACvQAAAdhkAAAAAAAAmAAAACAAAAP//////////"/>
                    </a:ext>
                  </a:extLst>
                </p:cNvSpPr>
                <p:nvPr/>
              </p:nvSpPr>
              <p:spPr>
                <a:xfrm>
                  <a:off x="10490835" y="4135120"/>
                  <a:ext cx="24130" cy="3810"/>
                </a:xfrm>
                <a:custGeom>
                  <a:avLst/>
                  <a:gdLst/>
                  <a:ahLst/>
                  <a:cxnLst/>
                  <a:rect l="0" t="0" r="24130" b="3810"/>
                  <a:pathLst>
                    <a:path w="24130" h="3810">
                      <a:moveTo>
                        <a:pt x="24130" y="3810"/>
                      </a:moveTo>
                      <a:cubicBezTo>
                        <a:pt x="12622" y="2117"/>
                        <a:pt x="0" y="0"/>
                        <a:pt x="1485" y="1693"/>
                      </a:cubicBezTo>
                      <a:lnTo>
                        <a:pt x="4826" y="3387"/>
                      </a:lnTo>
                      <a:cubicBezTo>
                        <a:pt x="12993" y="2963"/>
                        <a:pt x="18933" y="3387"/>
                        <a:pt x="2413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5" name="자유형 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z0AAIYZAAA4PQAAiRkAAAAAAAAmAAAACAAAAP//////////"/>
                    </a:ext>
                  </a:extLst>
                </p:cNvSpPr>
                <p:nvPr/>
              </p:nvSpPr>
              <p:spPr>
                <a:xfrm>
                  <a:off x="9940925" y="414909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0" y="1428"/>
                      </a:moveTo>
                      <a:lnTo>
                        <a:pt x="3350" y="1905"/>
                      </a:lnTo>
                      <a:lnTo>
                        <a:pt x="10795" y="0"/>
                      </a:ln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4" name="자유형 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z0AAJUZAAAaPQAAlxkAAAAAAAAmAAAACAAAAP//////////"/>
                    </a:ext>
                  </a:extLst>
                </p:cNvSpPr>
                <p:nvPr/>
              </p:nvSpPr>
              <p:spPr>
                <a:xfrm>
                  <a:off x="9918065" y="4158615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14605" y="1270"/>
                      </a:moveTo>
                      <a:lnTo>
                        <a:pt x="0" y="0"/>
                      </a:lnTo>
                      <a:cubicBezTo>
                        <a:pt x="3286" y="423"/>
                        <a:pt x="8032" y="847"/>
                        <a:pt x="1460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3" name="곡선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zgAAJoZAAAlOAAAnRkAAAAAAAAmAAAACAAAAP//////////"/>
                    </a:ext>
                  </a:extLst>
                </p:cNvSpPr>
                <p:nvPr/>
              </p:nvSpPr>
              <p:spPr>
                <a:xfrm>
                  <a:off x="9112885" y="4161790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8823" y="0"/>
                      </a:moveTo>
                      <a:lnTo>
                        <a:pt x="0" y="1905"/>
                      </a:lnTo>
                      <a:cubicBezTo>
                        <a:pt x="13970" y="1905"/>
                        <a:pt x="7720" y="1143"/>
                        <a:pt x="88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2" name="자유형 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0MAAHgZAACxQwAAfBkAAAAAAAAmAAAACAAAAP//////////"/>
                    </a:ext>
                  </a:extLst>
                </p:cNvSpPr>
                <p:nvPr/>
              </p:nvSpPr>
              <p:spPr>
                <a:xfrm>
                  <a:off x="10979785" y="414020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4130" y="1270"/>
                      </a:moveTo>
                      <a:cubicBezTo>
                        <a:pt x="14478" y="423"/>
                        <a:pt x="6682" y="0"/>
                        <a:pt x="0" y="0"/>
                      </a:cubicBezTo>
                      <a:cubicBezTo>
                        <a:pt x="11879" y="847"/>
                        <a:pt x="21160" y="2540"/>
                        <a:pt x="2413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1" name="자유형 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joAAHMZAAAiOgAAdRkAAAAAAAAmAAAACAAAAP//////////"/>
                    </a:ext>
                  </a:extLst>
                </p:cNvSpPr>
                <p:nvPr/>
              </p:nvSpPr>
              <p:spPr>
                <a:xfrm>
                  <a:off x="9442450" y="4137025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6531" y="0"/>
                      </a:moveTo>
                      <a:cubicBezTo>
                        <a:pt x="1814" y="635"/>
                        <a:pt x="0" y="1270"/>
                        <a:pt x="0" y="1270"/>
                      </a:cubicBezTo>
                      <a:cubicBezTo>
                        <a:pt x="4717" y="1270"/>
                        <a:pt x="7620" y="635"/>
                        <a:pt x="65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0" name="자유형 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0MAAHUZAACLQwAAeRkAAAAAAAAmAAAACAAAAP//////////"/>
                    </a:ext>
                  </a:extLst>
                </p:cNvSpPr>
                <p:nvPr/>
              </p:nvSpPr>
              <p:spPr>
                <a:xfrm>
                  <a:off x="10951845" y="4138295"/>
                  <a:ext cx="27940" cy="2540"/>
                </a:xfrm>
                <a:custGeom>
                  <a:avLst/>
                  <a:gdLst/>
                  <a:ahLst/>
                  <a:cxnLst/>
                  <a:rect l="0" t="0" r="27940" b="2540"/>
                  <a:pathLst>
                    <a:path w="27940" h="2540">
                      <a:moveTo>
                        <a:pt x="0" y="1905"/>
                      </a:moveTo>
                      <a:lnTo>
                        <a:pt x="4843" y="2540"/>
                      </a:lnTo>
                      <a:cubicBezTo>
                        <a:pt x="11921" y="1905"/>
                        <a:pt x="19372" y="1270"/>
                        <a:pt x="27940" y="1905"/>
                      </a:cubicBezTo>
                      <a:cubicBezTo>
                        <a:pt x="19372" y="635"/>
                        <a:pt x="9313" y="0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9" name="자유형 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TEAAJIZAABOMQAAkxkAAAAAAAAmAAAACAAAAP//////////"/>
                    </a:ext>
                  </a:extLst>
                </p:cNvSpPr>
                <p:nvPr/>
              </p:nvSpPr>
              <p:spPr>
                <a:xfrm>
                  <a:off x="8011795" y="4156710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3175" y="635"/>
                      </a:moveTo>
                      <a:lnTo>
                        <a:pt x="396" y="0"/>
                      </a:lnTo>
                      <a:cubicBezTo>
                        <a:pt x="0" y="635"/>
                        <a:pt x="1190" y="635"/>
                        <a:pt x="317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8" name="곡선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i8AAHAZAABnLwAAcRkAAAAAAAAmAAAACAAAAP//////////"/>
                    </a:ext>
                  </a:extLst>
                </p:cNvSpPr>
                <p:nvPr/>
              </p:nvSpPr>
              <p:spPr>
                <a:xfrm>
                  <a:off x="7692390" y="413512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0" y="635"/>
                      </a:moveTo>
                      <a:cubicBezTo>
                        <a:pt x="3333" y="635"/>
                        <a:pt x="8519" y="635"/>
                        <a:pt x="13335" y="635"/>
                      </a:cubicBezTo>
                      <a:cubicBezTo>
                        <a:pt x="10742" y="0"/>
                        <a:pt x="7037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7" name="곡선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0QAAHYZAAAKRQAAeBkAAAAAAAAmAAAACAAAAP//////////"/>
                    </a:ext>
                  </a:extLst>
                </p:cNvSpPr>
                <p:nvPr/>
              </p:nvSpPr>
              <p:spPr>
                <a:xfrm>
                  <a:off x="11216005" y="413893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cubicBezTo>
                        <a:pt x="6985" y="1270"/>
                        <a:pt x="1047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6" name="자유형 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kUAAIUZAAA3RQAAhxkAAAAAAAAmAAAACAAAAP//////////"/>
                    </a:ext>
                  </a:extLst>
                </p:cNvSpPr>
                <p:nvPr/>
              </p:nvSpPr>
              <p:spPr>
                <a:xfrm>
                  <a:off x="11248390" y="4148455"/>
                  <a:ext cx="3175" cy="1270"/>
                </a:xfrm>
                <a:custGeom>
                  <a:avLst/>
                  <a:gdLst/>
                  <a:ahLst/>
                  <a:cxnLst/>
                  <a:rect l="0" t="0" r="3175" b="1270"/>
                  <a:pathLst>
                    <a:path w="3175" h="1270">
                      <a:moveTo>
                        <a:pt x="3175" y="0"/>
                      </a:moveTo>
                      <a:cubicBezTo>
                        <a:pt x="1587" y="423"/>
                        <a:pt x="396" y="847"/>
                        <a:pt x="0" y="1270"/>
                      </a:cubicBezTo>
                      <a:cubicBezTo>
                        <a:pt x="793" y="847"/>
                        <a:pt x="1587" y="423"/>
                        <a:pt x="31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5" name="자유형 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EIAAI0ZAADvQgAAjhkAAAAAAAAmAAAACAAAAP//////////"/>
                    </a:ext>
                  </a:extLst>
                </p:cNvSpPr>
                <p:nvPr/>
              </p:nvSpPr>
              <p:spPr>
                <a:xfrm>
                  <a:off x="10878820" y="415353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381" y="0"/>
                      </a:moveTo>
                      <a:lnTo>
                        <a:pt x="0" y="0"/>
                      </a:lnTo>
                      <a:cubicBezTo>
                        <a:pt x="1905" y="635"/>
                        <a:pt x="1524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4" name="곡선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UUAAHkZAAAQRQAAeRkAAAAAAAAmAAAACAAAAP//////////"/>
                    </a:ext>
                  </a:extLst>
                </p:cNvSpPr>
                <p:nvPr/>
              </p:nvSpPr>
              <p:spPr>
                <a:xfrm>
                  <a:off x="11217275" y="4140835"/>
                  <a:ext cx="9525" cy="0"/>
                </a:xfrm>
                <a:custGeom>
                  <a:avLst/>
                  <a:gdLst/>
                  <a:ahLst/>
                  <a:cxnLst/>
                  <a:rect l="0" t="0" r="9525" b="0"/>
                  <a:pathLst>
                    <a:path w="9525">
                      <a:moveTo>
                        <a:pt x="9525" y="0"/>
                      </a:moveTo>
                      <a:cubicBezTo>
                        <a:pt x="6858" y="0"/>
                        <a:pt x="3810" y="0"/>
                        <a:pt x="0" y="0"/>
                      </a:cubicBezTo>
                      <a:cubicBezTo>
                        <a:pt x="1905" y="0"/>
                        <a:pt x="4572" y="0"/>
                        <a:pt x="95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3" name="곡선8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UUAAHYZAAAZRQAAeBkAAAAAAAAmAAAACAAAAP//////////"/>
                    </a:ext>
                  </a:extLst>
                </p:cNvSpPr>
                <p:nvPr/>
              </p:nvSpPr>
              <p:spPr>
                <a:xfrm>
                  <a:off x="11224895" y="413893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0" y="1270"/>
                      </a:moveTo>
                      <a:lnTo>
                        <a:pt x="6858" y="1270"/>
                      </a:lnTo>
                      <a:cubicBezTo>
                        <a:pt x="7620" y="1270"/>
                        <a:pt x="685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2" name="곡선8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0QAAHgZAAABRQAAeRkAAAAAAAAmAAAACAAAAP//////////"/>
                    </a:ext>
                  </a:extLst>
                </p:cNvSpPr>
                <p:nvPr/>
              </p:nvSpPr>
              <p:spPr>
                <a:xfrm>
                  <a:off x="11205845" y="4140200"/>
                  <a:ext cx="11430" cy="635"/>
                </a:xfrm>
                <a:custGeom>
                  <a:avLst/>
                  <a:gdLst/>
                  <a:ahLst/>
                  <a:cxnLst/>
                  <a:rect l="0" t="0" r="11430" b="635"/>
                  <a:pathLst>
                    <a:path w="11430" h="635">
                      <a:moveTo>
                        <a:pt x="0" y="0"/>
                      </a:moveTo>
                      <a:cubicBezTo>
                        <a:pt x="4056" y="0"/>
                        <a:pt x="7743" y="0"/>
                        <a:pt x="11430" y="635"/>
                      </a:cubicBezTo>
                      <a:cubicBezTo>
                        <a:pt x="10324" y="0"/>
                        <a:pt x="9586" y="0"/>
                        <a:pt x="995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1" name="곡선8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zQAAIwZAADzNAAAjhkAAAAAAAAmAAAACAAAAP//////////"/>
                    </a:ext>
                  </a:extLst>
                </p:cNvSpPr>
                <p:nvPr/>
              </p:nvSpPr>
              <p:spPr>
                <a:xfrm>
                  <a:off x="8599805" y="415290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7620" y="0"/>
                      </a:moveTo>
                      <a:lnTo>
                        <a:pt x="6295" y="0"/>
                      </a:lnTo>
                      <a:cubicBezTo>
                        <a:pt x="0" y="1270"/>
                        <a:pt x="2650" y="635"/>
                        <a:pt x="76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" name="곡선9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j8AAJkZAACIPwAAmhkAAAAAAAAmAAAACAAAAP//////////"/>
                    </a:ext>
                  </a:extLst>
                </p:cNvSpPr>
                <p:nvPr/>
              </p:nvSpPr>
              <p:spPr>
                <a:xfrm>
                  <a:off x="10326370" y="4161155"/>
                  <a:ext cx="1270" cy="635"/>
                </a:xfrm>
                <a:custGeom>
                  <a:avLst/>
                  <a:gdLst/>
                  <a:ahLst/>
                  <a:cxnLst/>
                  <a:rect l="0" t="0" r="1270" b="635"/>
                  <a:pathLst>
                    <a:path w="1270" h="635">
                      <a:moveTo>
                        <a:pt x="423" y="635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" name="곡선9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T8AAI8ZAACGPwAAnBkAAAAAAAAmAAAACAAAAP//////////"/>
                    </a:ext>
                  </a:extLst>
                </p:cNvSpPr>
                <p:nvPr/>
              </p:nvSpPr>
              <p:spPr>
                <a:xfrm>
                  <a:off x="10300335" y="4154805"/>
                  <a:ext cx="26035" cy="8255"/>
                </a:xfrm>
                <a:custGeom>
                  <a:avLst/>
                  <a:gdLst/>
                  <a:ahLst/>
                  <a:cxnLst/>
                  <a:rect l="0" t="0" r="26035" b="8255"/>
                  <a:pathLst>
                    <a:path w="26035" h="8255">
                      <a:moveTo>
                        <a:pt x="0" y="8255"/>
                      </a:moveTo>
                      <a:cubicBezTo>
                        <a:pt x="11319" y="5341"/>
                        <a:pt x="17733" y="5827"/>
                        <a:pt x="26035" y="6312"/>
                      </a:cubicBezTo>
                      <a:lnTo>
                        <a:pt x="17356" y="0"/>
                      </a:lnTo>
                      <a:lnTo>
                        <a:pt x="0" y="82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" name="곡선9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y4AAGkZAAC+RQAAoxkAAAAAAAAmAAAACAAAAP//////////"/>
                    </a:ext>
                  </a:extLst>
                </p:cNvSpPr>
                <p:nvPr/>
              </p:nvSpPr>
              <p:spPr>
                <a:xfrm>
                  <a:off x="7614285" y="4130675"/>
                  <a:ext cx="3723005" cy="36830"/>
                </a:xfrm>
                <a:custGeom>
                  <a:avLst/>
                  <a:gdLst/>
                  <a:ahLst/>
                  <a:cxnLst/>
                  <a:rect l="0" t="0" r="3723005" b="36830"/>
                  <a:pathLst>
                    <a:path w="3723005" h="36830">
                      <a:moveTo>
                        <a:pt x="916460" y="5893"/>
                      </a:moveTo>
                      <a:lnTo>
                        <a:pt x="921285" y="6384"/>
                      </a:lnTo>
                      <a:cubicBezTo>
                        <a:pt x="910521" y="7366"/>
                        <a:pt x="913491" y="6384"/>
                        <a:pt x="916460" y="5893"/>
                      </a:cubicBezTo>
                      <a:close/>
                      <a:moveTo>
                        <a:pt x="3546691" y="12277"/>
                      </a:moveTo>
                      <a:cubicBezTo>
                        <a:pt x="3549289" y="11786"/>
                        <a:pt x="3548918" y="11295"/>
                        <a:pt x="3548175" y="11295"/>
                      </a:cubicBezTo>
                      <a:cubicBezTo>
                        <a:pt x="3546320" y="11786"/>
                        <a:pt x="3540752" y="11786"/>
                        <a:pt x="3534442" y="11786"/>
                      </a:cubicBezTo>
                      <a:cubicBezTo>
                        <a:pt x="3536297" y="12277"/>
                        <a:pt x="3539638" y="12768"/>
                        <a:pt x="3546691" y="12277"/>
                      </a:cubicBezTo>
                      <a:close/>
                      <a:moveTo>
                        <a:pt x="3522192" y="11295"/>
                      </a:moveTo>
                      <a:lnTo>
                        <a:pt x="3521821" y="11295"/>
                      </a:lnTo>
                      <a:cubicBezTo>
                        <a:pt x="3509943" y="10312"/>
                        <a:pt x="3514026" y="10803"/>
                        <a:pt x="3522192" y="11295"/>
                      </a:cubicBezTo>
                      <a:close/>
                      <a:moveTo>
                        <a:pt x="2366687" y="24553"/>
                      </a:moveTo>
                      <a:cubicBezTo>
                        <a:pt x="2362604" y="25535"/>
                        <a:pt x="2356665" y="25044"/>
                        <a:pt x="2349613" y="24062"/>
                      </a:cubicBezTo>
                      <a:cubicBezTo>
                        <a:pt x="2354809" y="24062"/>
                        <a:pt x="2360377" y="24062"/>
                        <a:pt x="2366687" y="24553"/>
                      </a:cubicBezTo>
                      <a:close/>
                      <a:moveTo>
                        <a:pt x="1951700" y="29464"/>
                      </a:moveTo>
                      <a:cubicBezTo>
                        <a:pt x="1946504" y="29955"/>
                        <a:pt x="1936111" y="31428"/>
                        <a:pt x="1932028" y="29955"/>
                      </a:cubicBezTo>
                      <a:cubicBezTo>
                        <a:pt x="1938338" y="27009"/>
                        <a:pt x="1942792" y="28482"/>
                        <a:pt x="1951700" y="29464"/>
                      </a:cubicBezTo>
                      <a:close/>
                      <a:moveTo>
                        <a:pt x="1678878" y="29955"/>
                      </a:moveTo>
                      <a:lnTo>
                        <a:pt x="1697066" y="31919"/>
                      </a:lnTo>
                      <a:cubicBezTo>
                        <a:pt x="1675166" y="34866"/>
                        <a:pt x="1659205" y="33884"/>
                        <a:pt x="1676280" y="36830"/>
                      </a:cubicBezTo>
                      <a:cubicBezTo>
                        <a:pt x="1678878" y="29955"/>
                        <a:pt x="1747176" y="36339"/>
                        <a:pt x="1749775" y="29464"/>
                      </a:cubicBezTo>
                      <a:lnTo>
                        <a:pt x="1762024" y="30937"/>
                      </a:lnTo>
                      <a:cubicBezTo>
                        <a:pt x="1758312" y="30937"/>
                        <a:pt x="1757941" y="31428"/>
                        <a:pt x="1754600" y="31428"/>
                      </a:cubicBezTo>
                      <a:cubicBezTo>
                        <a:pt x="1777985" y="34375"/>
                        <a:pt x="1772046" y="26518"/>
                        <a:pt x="1802112" y="27500"/>
                      </a:cubicBezTo>
                      <a:cubicBezTo>
                        <a:pt x="1812505" y="27991"/>
                        <a:pt x="1819929" y="28973"/>
                        <a:pt x="1812877" y="29955"/>
                      </a:cubicBezTo>
                      <a:lnTo>
                        <a:pt x="1836261" y="27991"/>
                      </a:lnTo>
                      <a:cubicBezTo>
                        <a:pt x="1842943" y="28482"/>
                        <a:pt x="1841458" y="29464"/>
                        <a:pt x="1834405" y="29464"/>
                      </a:cubicBezTo>
                      <a:lnTo>
                        <a:pt x="1870410" y="28973"/>
                      </a:lnTo>
                      <a:lnTo>
                        <a:pt x="1870039" y="28973"/>
                      </a:lnTo>
                      <a:cubicBezTo>
                        <a:pt x="1875236" y="27991"/>
                        <a:pt x="1886743" y="26518"/>
                        <a:pt x="1892311" y="25535"/>
                      </a:cubicBezTo>
                      <a:cubicBezTo>
                        <a:pt x="1901219" y="26518"/>
                        <a:pt x="1887856" y="26518"/>
                        <a:pt x="1890083" y="27500"/>
                      </a:cubicBezTo>
                      <a:lnTo>
                        <a:pt x="1909756" y="25535"/>
                      </a:lnTo>
                      <a:cubicBezTo>
                        <a:pt x="1917922" y="27500"/>
                        <a:pt x="1901590" y="28973"/>
                        <a:pt x="1887856" y="28973"/>
                      </a:cubicBezTo>
                      <a:cubicBezTo>
                        <a:pt x="1906416" y="35848"/>
                        <a:pt x="1904188" y="27009"/>
                        <a:pt x="1944277" y="31428"/>
                      </a:cubicBezTo>
                      <a:lnTo>
                        <a:pt x="1925346" y="31919"/>
                      </a:lnTo>
                      <a:cubicBezTo>
                        <a:pt x="1937595" y="35848"/>
                        <a:pt x="1952072" y="34375"/>
                        <a:pt x="1973229" y="36830"/>
                      </a:cubicBezTo>
                      <a:cubicBezTo>
                        <a:pt x="1968033" y="35848"/>
                        <a:pt x="1930914" y="30937"/>
                        <a:pt x="1952443" y="29464"/>
                      </a:cubicBezTo>
                      <a:cubicBezTo>
                        <a:pt x="1958382" y="29955"/>
                        <a:pt x="1966548" y="29955"/>
                        <a:pt x="1978055" y="28973"/>
                      </a:cubicBezTo>
                      <a:cubicBezTo>
                        <a:pt x="1978055" y="30937"/>
                        <a:pt x="1989190" y="30446"/>
                        <a:pt x="2003667" y="30446"/>
                      </a:cubicBezTo>
                      <a:lnTo>
                        <a:pt x="2002553" y="33884"/>
                      </a:lnTo>
                      <a:cubicBezTo>
                        <a:pt x="2017772" y="32901"/>
                        <a:pt x="2016658" y="31428"/>
                        <a:pt x="2025567" y="29955"/>
                      </a:cubicBezTo>
                      <a:cubicBezTo>
                        <a:pt x="2042641" y="29955"/>
                        <a:pt x="2046353" y="32410"/>
                        <a:pt x="2050065" y="34866"/>
                      </a:cubicBezTo>
                      <a:cubicBezTo>
                        <a:pt x="2077533" y="35357"/>
                        <a:pt x="2031506" y="30937"/>
                        <a:pt x="2063799" y="30446"/>
                      </a:cubicBezTo>
                      <a:cubicBezTo>
                        <a:pt x="2086441" y="31428"/>
                        <a:pt x="2102402" y="30446"/>
                        <a:pt x="2129499" y="28482"/>
                      </a:cubicBezTo>
                      <a:cubicBezTo>
                        <a:pt x="2145460" y="29464"/>
                        <a:pt x="2126901" y="30446"/>
                        <a:pt x="2132468" y="31428"/>
                      </a:cubicBezTo>
                      <a:lnTo>
                        <a:pt x="2146574" y="28973"/>
                      </a:lnTo>
                      <a:cubicBezTo>
                        <a:pt x="2149914" y="28973"/>
                        <a:pt x="2148801" y="29464"/>
                        <a:pt x="2148430" y="29955"/>
                      </a:cubicBezTo>
                      <a:cubicBezTo>
                        <a:pt x="2160307" y="28973"/>
                        <a:pt x="2149172" y="27009"/>
                        <a:pt x="2168102" y="26027"/>
                      </a:cubicBezTo>
                      <a:cubicBezTo>
                        <a:pt x="2172928" y="22589"/>
                        <a:pt x="2206335" y="31428"/>
                        <a:pt x="2229348" y="27500"/>
                      </a:cubicBezTo>
                      <a:cubicBezTo>
                        <a:pt x="2234916" y="28482"/>
                        <a:pt x="2226750" y="29464"/>
                        <a:pt x="2228235" y="30446"/>
                      </a:cubicBezTo>
                      <a:cubicBezTo>
                        <a:pt x="2260157" y="27991"/>
                        <a:pt x="2255703" y="28973"/>
                        <a:pt x="2281686" y="25535"/>
                      </a:cubicBezTo>
                      <a:lnTo>
                        <a:pt x="2303586" y="27500"/>
                      </a:lnTo>
                      <a:cubicBezTo>
                        <a:pt x="2287625" y="25044"/>
                        <a:pt x="2308411" y="22098"/>
                        <a:pt x="2326599" y="20134"/>
                      </a:cubicBezTo>
                      <a:cubicBezTo>
                        <a:pt x="2320660" y="18661"/>
                        <a:pt x="2315835" y="17678"/>
                        <a:pt x="2312494" y="17187"/>
                      </a:cubicBezTo>
                      <a:lnTo>
                        <a:pt x="2341447" y="15714"/>
                      </a:lnTo>
                      <a:cubicBezTo>
                        <a:pt x="2345159" y="16205"/>
                        <a:pt x="2342189" y="17187"/>
                        <a:pt x="2337364" y="18661"/>
                      </a:cubicBezTo>
                      <a:lnTo>
                        <a:pt x="2342560" y="17678"/>
                      </a:lnTo>
                      <a:cubicBezTo>
                        <a:pt x="2352954" y="19152"/>
                        <a:pt x="2347757" y="21116"/>
                        <a:pt x="2340333" y="22589"/>
                      </a:cubicBezTo>
                      <a:lnTo>
                        <a:pt x="2329940" y="20625"/>
                      </a:lnTo>
                      <a:cubicBezTo>
                        <a:pt x="2322516" y="22589"/>
                        <a:pt x="2315835" y="24553"/>
                        <a:pt x="2317320" y="26518"/>
                      </a:cubicBezTo>
                      <a:cubicBezTo>
                        <a:pt x="2319175" y="26027"/>
                        <a:pt x="2322887" y="26027"/>
                        <a:pt x="2326970" y="25535"/>
                      </a:cubicBezTo>
                      <a:cubicBezTo>
                        <a:pt x="2325114" y="26027"/>
                        <a:pt x="2324001" y="26518"/>
                        <a:pt x="2324743" y="27009"/>
                      </a:cubicBezTo>
                      <a:cubicBezTo>
                        <a:pt x="2325857" y="27500"/>
                        <a:pt x="2328826" y="26518"/>
                        <a:pt x="2333652" y="26027"/>
                      </a:cubicBezTo>
                      <a:lnTo>
                        <a:pt x="2339962" y="29464"/>
                      </a:lnTo>
                      <a:lnTo>
                        <a:pt x="2341818" y="27991"/>
                      </a:lnTo>
                      <a:lnTo>
                        <a:pt x="2379679" y="30446"/>
                      </a:lnTo>
                      <a:cubicBezTo>
                        <a:pt x="2407147" y="27009"/>
                        <a:pt x="2430532" y="21607"/>
                        <a:pt x="2473960" y="20134"/>
                      </a:cubicBezTo>
                      <a:cubicBezTo>
                        <a:pt x="2463196" y="23080"/>
                        <a:pt x="2471733" y="24553"/>
                        <a:pt x="2470991" y="27500"/>
                      </a:cubicBezTo>
                      <a:cubicBezTo>
                        <a:pt x="2459113" y="24553"/>
                        <a:pt x="2437584" y="28973"/>
                        <a:pt x="2415313" y="28482"/>
                      </a:cubicBezTo>
                      <a:cubicBezTo>
                        <a:pt x="2426820" y="28482"/>
                        <a:pt x="2424221" y="29955"/>
                        <a:pt x="2421252" y="30446"/>
                      </a:cubicBezTo>
                      <a:lnTo>
                        <a:pt x="2461340" y="27991"/>
                      </a:lnTo>
                      <a:cubicBezTo>
                        <a:pt x="2460227" y="30446"/>
                        <a:pt x="2469877" y="29464"/>
                        <a:pt x="2480271" y="30937"/>
                      </a:cubicBezTo>
                      <a:cubicBezTo>
                        <a:pt x="2472105" y="25535"/>
                        <a:pt x="2509966" y="27500"/>
                        <a:pt x="2526298" y="26027"/>
                      </a:cubicBezTo>
                      <a:cubicBezTo>
                        <a:pt x="2527040" y="27500"/>
                        <a:pt x="2523328" y="29464"/>
                        <a:pt x="2503284" y="28973"/>
                      </a:cubicBezTo>
                      <a:cubicBezTo>
                        <a:pt x="2525184" y="32901"/>
                        <a:pt x="2531866" y="23080"/>
                        <a:pt x="2553394" y="26518"/>
                      </a:cubicBezTo>
                      <a:cubicBezTo>
                        <a:pt x="2548198" y="26518"/>
                        <a:pt x="2545600" y="26027"/>
                        <a:pt x="2543744" y="27009"/>
                      </a:cubicBezTo>
                      <a:cubicBezTo>
                        <a:pt x="2555250" y="25535"/>
                        <a:pt x="2582718" y="27009"/>
                        <a:pt x="2576408" y="28482"/>
                      </a:cubicBezTo>
                      <a:lnTo>
                        <a:pt x="2571583" y="28482"/>
                      </a:lnTo>
                      <a:cubicBezTo>
                        <a:pt x="2603505" y="28973"/>
                        <a:pt x="2669205" y="28482"/>
                        <a:pt x="2674030" y="24553"/>
                      </a:cubicBezTo>
                      <a:cubicBezTo>
                        <a:pt x="2674401" y="25044"/>
                        <a:pt x="2669947" y="29464"/>
                        <a:pt x="2668091" y="30446"/>
                      </a:cubicBezTo>
                      <a:lnTo>
                        <a:pt x="2725254" y="16205"/>
                      </a:lnTo>
                      <a:cubicBezTo>
                        <a:pt x="2720429" y="20134"/>
                        <a:pt x="2739730" y="28482"/>
                        <a:pt x="2713005" y="30446"/>
                      </a:cubicBezTo>
                      <a:cubicBezTo>
                        <a:pt x="2720800" y="30937"/>
                        <a:pt x="2730079" y="31919"/>
                        <a:pt x="2746412" y="30446"/>
                      </a:cubicBezTo>
                      <a:cubicBezTo>
                        <a:pt x="2741215" y="29955"/>
                        <a:pt x="2733420" y="25044"/>
                        <a:pt x="2740473" y="25044"/>
                      </a:cubicBezTo>
                      <a:cubicBezTo>
                        <a:pt x="2760146" y="28973"/>
                        <a:pt x="2754207" y="27009"/>
                        <a:pt x="2778334" y="30446"/>
                      </a:cubicBezTo>
                      <a:cubicBezTo>
                        <a:pt x="2770168" y="29955"/>
                        <a:pt x="2779076" y="24062"/>
                        <a:pt x="2791325" y="24553"/>
                      </a:cubicBezTo>
                      <a:cubicBezTo>
                        <a:pt x="2789469" y="25044"/>
                        <a:pt x="2792439" y="29955"/>
                        <a:pt x="2787985" y="30446"/>
                      </a:cubicBezTo>
                      <a:lnTo>
                        <a:pt x="2818793" y="25044"/>
                      </a:lnTo>
                      <a:cubicBezTo>
                        <a:pt x="2810998" y="26027"/>
                        <a:pt x="2817308" y="29955"/>
                        <a:pt x="2824361" y="31428"/>
                      </a:cubicBezTo>
                      <a:cubicBezTo>
                        <a:pt x="2821020" y="30446"/>
                        <a:pt x="2850715" y="31428"/>
                        <a:pt x="2858881" y="30937"/>
                      </a:cubicBezTo>
                      <a:lnTo>
                        <a:pt x="2845890" y="29955"/>
                      </a:lnTo>
                      <a:cubicBezTo>
                        <a:pt x="2880781" y="30937"/>
                        <a:pt x="2880410" y="22098"/>
                        <a:pt x="2914931" y="22589"/>
                      </a:cubicBezTo>
                      <a:cubicBezTo>
                        <a:pt x="2910847" y="23571"/>
                        <a:pt x="2904537" y="29464"/>
                        <a:pt x="2921983" y="30446"/>
                      </a:cubicBezTo>
                      <a:cubicBezTo>
                        <a:pt x="2930149" y="27500"/>
                        <a:pt x="2957617" y="16696"/>
                        <a:pt x="2988054" y="14241"/>
                      </a:cubicBezTo>
                      <a:lnTo>
                        <a:pt x="2993993" y="16205"/>
                      </a:lnTo>
                      <a:lnTo>
                        <a:pt x="3017378" y="14241"/>
                      </a:lnTo>
                      <a:cubicBezTo>
                        <a:pt x="3002902" y="18661"/>
                        <a:pt x="2962071" y="27500"/>
                        <a:pt x="2939429" y="30937"/>
                      </a:cubicBezTo>
                      <a:cubicBezTo>
                        <a:pt x="2952420" y="32410"/>
                        <a:pt x="2943141" y="32901"/>
                        <a:pt x="2962814" y="32901"/>
                      </a:cubicBezTo>
                      <a:cubicBezTo>
                        <a:pt x="2969495" y="34375"/>
                        <a:pt x="2952049" y="35357"/>
                        <a:pt x="2946481" y="35357"/>
                      </a:cubicBezTo>
                      <a:lnTo>
                        <a:pt x="2991766" y="36339"/>
                      </a:lnTo>
                      <a:cubicBezTo>
                        <a:pt x="2989539" y="32901"/>
                        <a:pt x="3026287" y="32901"/>
                        <a:pt x="3024802" y="30446"/>
                      </a:cubicBezTo>
                      <a:lnTo>
                        <a:pt x="2975434" y="33393"/>
                      </a:lnTo>
                      <a:cubicBezTo>
                        <a:pt x="2973578" y="30446"/>
                        <a:pt x="3004015" y="24062"/>
                        <a:pt x="3035937" y="25044"/>
                      </a:cubicBezTo>
                      <a:cubicBezTo>
                        <a:pt x="3044104" y="26027"/>
                        <a:pt x="3029998" y="30937"/>
                        <a:pt x="3030741" y="31919"/>
                      </a:cubicBezTo>
                      <a:cubicBezTo>
                        <a:pt x="3034824" y="30937"/>
                        <a:pt x="3061178" y="29955"/>
                        <a:pt x="3064148" y="30446"/>
                      </a:cubicBezTo>
                      <a:lnTo>
                        <a:pt x="3050414" y="32410"/>
                      </a:lnTo>
                      <a:cubicBezTo>
                        <a:pt x="3068231" y="33884"/>
                        <a:pt x="3079738" y="27991"/>
                        <a:pt x="3101266" y="31428"/>
                      </a:cubicBezTo>
                      <a:cubicBezTo>
                        <a:pt x="3108690" y="31428"/>
                        <a:pt x="3123166" y="35848"/>
                        <a:pt x="3124651" y="33884"/>
                      </a:cubicBezTo>
                      <a:cubicBezTo>
                        <a:pt x="3112402" y="29955"/>
                        <a:pt x="3110175" y="18169"/>
                        <a:pt x="3118341" y="15223"/>
                      </a:cubicBezTo>
                      <a:cubicBezTo>
                        <a:pt x="3120939" y="15223"/>
                        <a:pt x="3156944" y="18661"/>
                        <a:pt x="3165482" y="20625"/>
                      </a:cubicBezTo>
                      <a:cubicBezTo>
                        <a:pt x="3177731" y="23571"/>
                        <a:pt x="3147294" y="27991"/>
                        <a:pt x="3157687" y="30446"/>
                      </a:cubicBezTo>
                      <a:cubicBezTo>
                        <a:pt x="3158058" y="29464"/>
                        <a:pt x="3164739" y="28482"/>
                        <a:pt x="3167709" y="27991"/>
                      </a:cubicBezTo>
                      <a:cubicBezTo>
                        <a:pt x="3175504" y="28973"/>
                        <a:pt x="3164368" y="30937"/>
                        <a:pt x="3181443" y="30446"/>
                      </a:cubicBezTo>
                      <a:cubicBezTo>
                        <a:pt x="3184041" y="27009"/>
                        <a:pt x="3215963" y="30937"/>
                        <a:pt x="3189238" y="27500"/>
                      </a:cubicBezTo>
                      <a:cubicBezTo>
                        <a:pt x="3205941" y="27009"/>
                        <a:pt x="3207055" y="28482"/>
                        <a:pt x="3226356" y="28482"/>
                      </a:cubicBezTo>
                      <a:cubicBezTo>
                        <a:pt x="3220046" y="26027"/>
                        <a:pt x="3243802" y="21116"/>
                        <a:pt x="3260506" y="20134"/>
                      </a:cubicBezTo>
                      <a:cubicBezTo>
                        <a:pt x="3259392" y="20625"/>
                        <a:pt x="3263104" y="22098"/>
                        <a:pt x="3264960" y="22589"/>
                      </a:cubicBezTo>
                      <a:cubicBezTo>
                        <a:pt x="3299109" y="23080"/>
                        <a:pt x="3317297" y="24553"/>
                        <a:pt x="3348848" y="24553"/>
                      </a:cubicBezTo>
                      <a:cubicBezTo>
                        <a:pt x="3351818" y="25535"/>
                        <a:pt x="3367036" y="26518"/>
                        <a:pt x="3360726" y="27991"/>
                      </a:cubicBezTo>
                      <a:cubicBezTo>
                        <a:pt x="3365180" y="27500"/>
                        <a:pt x="3369263" y="26027"/>
                        <a:pt x="3378914" y="26027"/>
                      </a:cubicBezTo>
                      <a:cubicBezTo>
                        <a:pt x="3397845" y="28973"/>
                        <a:pt x="3357385" y="26518"/>
                        <a:pt x="3371862" y="29955"/>
                      </a:cubicBezTo>
                      <a:cubicBezTo>
                        <a:pt x="3372975" y="27991"/>
                        <a:pt x="3397102" y="27500"/>
                        <a:pt x="3410836" y="26027"/>
                      </a:cubicBezTo>
                      <a:cubicBezTo>
                        <a:pt x="3406753" y="23080"/>
                        <a:pt x="3378914" y="25535"/>
                        <a:pt x="3364809" y="26518"/>
                      </a:cubicBezTo>
                      <a:cubicBezTo>
                        <a:pt x="3364809" y="22589"/>
                        <a:pt x="3388936" y="18169"/>
                        <a:pt x="3421972" y="16205"/>
                      </a:cubicBezTo>
                      <a:cubicBezTo>
                        <a:pt x="3448326" y="15223"/>
                        <a:pt x="3433479" y="19152"/>
                        <a:pt x="3437933" y="18661"/>
                      </a:cubicBezTo>
                      <a:cubicBezTo>
                        <a:pt x="3487301" y="19152"/>
                        <a:pt x="3480248" y="11295"/>
                        <a:pt x="3521079" y="14241"/>
                      </a:cubicBezTo>
                      <a:cubicBezTo>
                        <a:pt x="3537411" y="17187"/>
                        <a:pt x="3521821" y="19643"/>
                        <a:pt x="3525533" y="21607"/>
                      </a:cubicBezTo>
                      <a:cubicBezTo>
                        <a:pt x="3504004" y="22589"/>
                        <a:pt x="3492497" y="19643"/>
                        <a:pt x="3478021" y="19643"/>
                      </a:cubicBezTo>
                      <a:lnTo>
                        <a:pt x="3495838" y="21116"/>
                      </a:lnTo>
                      <a:cubicBezTo>
                        <a:pt x="3489157" y="22098"/>
                        <a:pt x="3474680" y="22589"/>
                        <a:pt x="3466886" y="22098"/>
                      </a:cubicBezTo>
                      <a:cubicBezTo>
                        <a:pt x="3480619" y="24553"/>
                        <a:pt x="3550403" y="22589"/>
                        <a:pt x="3588635" y="25044"/>
                      </a:cubicBezTo>
                      <a:cubicBezTo>
                        <a:pt x="3595316" y="24062"/>
                        <a:pt x="3607194" y="23080"/>
                        <a:pt x="3601626" y="22098"/>
                      </a:cubicBezTo>
                      <a:lnTo>
                        <a:pt x="3589377" y="22098"/>
                      </a:lnTo>
                      <a:cubicBezTo>
                        <a:pt x="3578242" y="20134"/>
                        <a:pt x="3612391" y="19152"/>
                        <a:pt x="3596801" y="18169"/>
                      </a:cubicBezTo>
                      <a:cubicBezTo>
                        <a:pt x="3613133" y="16696"/>
                        <a:pt x="3631321" y="14241"/>
                        <a:pt x="3653964" y="15714"/>
                      </a:cubicBezTo>
                      <a:lnTo>
                        <a:pt x="3658418" y="18661"/>
                      </a:lnTo>
                      <a:cubicBezTo>
                        <a:pt x="3657676" y="17678"/>
                        <a:pt x="3643570" y="17187"/>
                        <a:pt x="3636889" y="17678"/>
                      </a:cubicBezTo>
                      <a:cubicBezTo>
                        <a:pt x="3646540" y="16696"/>
                        <a:pt x="3671781" y="22098"/>
                        <a:pt x="3682174" y="18169"/>
                      </a:cubicBezTo>
                      <a:lnTo>
                        <a:pt x="3666213" y="15714"/>
                      </a:lnTo>
                      <a:cubicBezTo>
                        <a:pt x="3682545" y="14241"/>
                        <a:pt x="3702589" y="11295"/>
                        <a:pt x="3723005" y="12277"/>
                      </a:cubicBezTo>
                      <a:cubicBezTo>
                        <a:pt x="3713725" y="9330"/>
                        <a:pt x="3718179" y="12768"/>
                        <a:pt x="3704074" y="8839"/>
                      </a:cubicBezTo>
                      <a:cubicBezTo>
                        <a:pt x="3716323" y="13259"/>
                        <a:pt x="3652108" y="8839"/>
                        <a:pt x="3672152" y="13259"/>
                      </a:cubicBezTo>
                      <a:cubicBezTo>
                        <a:pt x="3657676" y="9330"/>
                        <a:pt x="3646911" y="11786"/>
                        <a:pt x="3627609" y="7857"/>
                      </a:cubicBezTo>
                      <a:cubicBezTo>
                        <a:pt x="3627981" y="8839"/>
                        <a:pt x="3634291" y="9821"/>
                        <a:pt x="3617587" y="9330"/>
                      </a:cubicBezTo>
                      <a:cubicBezTo>
                        <a:pt x="3616474" y="9821"/>
                        <a:pt x="3614989" y="10312"/>
                        <a:pt x="3613504" y="10312"/>
                      </a:cubicBezTo>
                      <a:lnTo>
                        <a:pt x="3612391" y="10312"/>
                      </a:lnTo>
                      <a:lnTo>
                        <a:pt x="3613504" y="10312"/>
                      </a:lnTo>
                      <a:cubicBezTo>
                        <a:pt x="3612762" y="10312"/>
                        <a:pt x="3612762" y="10803"/>
                        <a:pt x="3613876" y="10312"/>
                      </a:cubicBezTo>
                      <a:cubicBezTo>
                        <a:pt x="3617959" y="10803"/>
                        <a:pt x="3621299" y="11295"/>
                        <a:pt x="3622413" y="11786"/>
                      </a:cubicBezTo>
                      <a:cubicBezTo>
                        <a:pt x="3613876" y="14241"/>
                        <a:pt x="3587150" y="14241"/>
                        <a:pt x="3577870" y="15223"/>
                      </a:cubicBezTo>
                      <a:cubicBezTo>
                        <a:pt x="3567848" y="14732"/>
                        <a:pt x="3582325" y="14241"/>
                        <a:pt x="3576757" y="13259"/>
                      </a:cubicBezTo>
                      <a:lnTo>
                        <a:pt x="3563023" y="14732"/>
                      </a:lnTo>
                      <a:cubicBezTo>
                        <a:pt x="3561909" y="12768"/>
                        <a:pt x="3536297" y="11295"/>
                        <a:pt x="3560053" y="9821"/>
                      </a:cubicBezTo>
                      <a:lnTo>
                        <a:pt x="3538896" y="9821"/>
                      </a:lnTo>
                      <a:cubicBezTo>
                        <a:pt x="3526275" y="8348"/>
                        <a:pt x="3508830" y="7857"/>
                        <a:pt x="3498436" y="8839"/>
                      </a:cubicBezTo>
                      <a:cubicBezTo>
                        <a:pt x="3488414" y="8348"/>
                        <a:pt x="3472825" y="11295"/>
                        <a:pt x="3481733" y="9330"/>
                      </a:cubicBezTo>
                      <a:lnTo>
                        <a:pt x="3448326" y="10803"/>
                      </a:lnTo>
                      <a:lnTo>
                        <a:pt x="3447955" y="10312"/>
                      </a:lnTo>
                      <a:cubicBezTo>
                        <a:pt x="3414919" y="9821"/>
                        <a:pt x="3380028" y="13750"/>
                        <a:pt x="3342167" y="9821"/>
                      </a:cubicBezTo>
                      <a:cubicBezTo>
                        <a:pt x="3331031" y="10312"/>
                        <a:pt x="3319895" y="10803"/>
                        <a:pt x="3300965" y="10312"/>
                      </a:cubicBezTo>
                      <a:lnTo>
                        <a:pt x="3297624" y="8348"/>
                      </a:lnTo>
                      <a:cubicBezTo>
                        <a:pt x="3283148" y="8839"/>
                        <a:pt x="3254567" y="6384"/>
                        <a:pt x="3248628" y="8348"/>
                      </a:cubicBezTo>
                      <a:cubicBezTo>
                        <a:pt x="3233038" y="3437"/>
                        <a:pt x="3179216" y="6875"/>
                        <a:pt x="3154346" y="5893"/>
                      </a:cubicBezTo>
                      <a:lnTo>
                        <a:pt x="3153233" y="8348"/>
                      </a:lnTo>
                      <a:cubicBezTo>
                        <a:pt x="3136158" y="8348"/>
                        <a:pt x="3119455" y="8839"/>
                        <a:pt x="3097926" y="9821"/>
                      </a:cubicBezTo>
                      <a:lnTo>
                        <a:pt x="3099410" y="12277"/>
                      </a:lnTo>
                      <a:cubicBezTo>
                        <a:pt x="3080851" y="13750"/>
                        <a:pt x="3051899" y="10312"/>
                        <a:pt x="3022575" y="10803"/>
                      </a:cubicBezTo>
                      <a:cubicBezTo>
                        <a:pt x="3024802" y="9821"/>
                        <a:pt x="3032226" y="9821"/>
                        <a:pt x="3037422" y="10312"/>
                      </a:cubicBezTo>
                      <a:cubicBezTo>
                        <a:pt x="3002531" y="5402"/>
                        <a:pt x="2963556" y="13750"/>
                        <a:pt x="2932005" y="10312"/>
                      </a:cubicBezTo>
                      <a:cubicBezTo>
                        <a:pt x="2924210" y="10803"/>
                        <a:pt x="2918271" y="10803"/>
                        <a:pt x="2913075" y="10312"/>
                      </a:cubicBezTo>
                      <a:cubicBezTo>
                        <a:pt x="2913817" y="10312"/>
                        <a:pt x="2914188" y="10312"/>
                        <a:pt x="2914931" y="9821"/>
                      </a:cubicBezTo>
                      <a:lnTo>
                        <a:pt x="2911590" y="9821"/>
                      </a:lnTo>
                      <a:lnTo>
                        <a:pt x="2900825" y="8839"/>
                      </a:lnTo>
                      <a:cubicBezTo>
                        <a:pt x="2903795" y="9330"/>
                        <a:pt x="2907136" y="9821"/>
                        <a:pt x="2909734" y="9821"/>
                      </a:cubicBezTo>
                      <a:cubicBezTo>
                        <a:pt x="2903795" y="9821"/>
                        <a:pt x="2894515" y="10312"/>
                        <a:pt x="2885607" y="10803"/>
                      </a:cubicBezTo>
                      <a:lnTo>
                        <a:pt x="2881524" y="8348"/>
                      </a:lnTo>
                      <a:lnTo>
                        <a:pt x="2879668" y="8348"/>
                      </a:lnTo>
                      <a:cubicBezTo>
                        <a:pt x="2870759" y="7366"/>
                        <a:pt x="2872615" y="9330"/>
                        <a:pt x="2877069" y="11295"/>
                      </a:cubicBezTo>
                      <a:cubicBezTo>
                        <a:pt x="2872615" y="11786"/>
                        <a:pt x="2868532" y="12277"/>
                        <a:pt x="2865191" y="12768"/>
                      </a:cubicBezTo>
                      <a:cubicBezTo>
                        <a:pt x="2858139" y="8839"/>
                        <a:pt x="2841436" y="14241"/>
                        <a:pt x="2831785" y="9821"/>
                      </a:cubicBezTo>
                      <a:cubicBezTo>
                        <a:pt x="2825474" y="11786"/>
                        <a:pt x="2786129" y="11295"/>
                        <a:pt x="2781303" y="15714"/>
                      </a:cubicBezTo>
                      <a:cubicBezTo>
                        <a:pt x="2780932" y="14732"/>
                        <a:pt x="2778334" y="14732"/>
                        <a:pt x="2783159" y="14732"/>
                      </a:cubicBezTo>
                      <a:cubicBezTo>
                        <a:pt x="2773137" y="14241"/>
                        <a:pt x="2763115" y="13750"/>
                        <a:pt x="2754207" y="14732"/>
                      </a:cubicBezTo>
                      <a:lnTo>
                        <a:pt x="2749752" y="11786"/>
                      </a:lnTo>
                      <a:lnTo>
                        <a:pt x="2727852" y="15714"/>
                      </a:lnTo>
                      <a:cubicBezTo>
                        <a:pt x="2714490" y="13750"/>
                        <a:pt x="2708922" y="12768"/>
                        <a:pt x="2722285" y="10312"/>
                      </a:cubicBezTo>
                      <a:cubicBezTo>
                        <a:pt x="2689991" y="13750"/>
                        <a:pt x="2695930" y="11786"/>
                        <a:pt x="2668834" y="15223"/>
                      </a:cubicBezTo>
                      <a:lnTo>
                        <a:pt x="2670318" y="13259"/>
                      </a:lnTo>
                      <a:cubicBezTo>
                        <a:pt x="2660296" y="13259"/>
                        <a:pt x="2644706" y="15714"/>
                        <a:pt x="2638767" y="14241"/>
                      </a:cubicBezTo>
                      <a:cubicBezTo>
                        <a:pt x="2617239" y="10312"/>
                        <a:pt x="2531123" y="13259"/>
                        <a:pt x="2475074" y="9821"/>
                      </a:cubicBezTo>
                      <a:cubicBezTo>
                        <a:pt x="2485838" y="15714"/>
                        <a:pt x="2449091" y="6875"/>
                        <a:pt x="2446864" y="11786"/>
                      </a:cubicBezTo>
                      <a:cubicBezTo>
                        <a:pt x="2443523" y="10312"/>
                        <a:pt x="2435728" y="9330"/>
                        <a:pt x="2444637" y="8348"/>
                      </a:cubicBezTo>
                      <a:cubicBezTo>
                        <a:pt x="2416055" y="9330"/>
                        <a:pt x="2401950" y="5893"/>
                        <a:pt x="2382277" y="9821"/>
                      </a:cubicBezTo>
                      <a:cubicBezTo>
                        <a:pt x="2378937" y="8348"/>
                        <a:pt x="2388216" y="7857"/>
                        <a:pt x="2385247" y="6875"/>
                      </a:cubicBezTo>
                      <a:cubicBezTo>
                        <a:pt x="2383020" y="6875"/>
                        <a:pt x="2376338" y="7857"/>
                        <a:pt x="2373369" y="7366"/>
                      </a:cubicBezTo>
                      <a:cubicBezTo>
                        <a:pt x="2370399" y="6384"/>
                        <a:pt x="2377452" y="5893"/>
                        <a:pt x="2381906" y="5402"/>
                      </a:cubicBezTo>
                      <a:cubicBezTo>
                        <a:pt x="2352954" y="5402"/>
                        <a:pt x="2349984" y="9821"/>
                        <a:pt x="2347757" y="13750"/>
                      </a:cubicBezTo>
                      <a:cubicBezTo>
                        <a:pt x="2332909" y="11786"/>
                        <a:pt x="2325486" y="12277"/>
                        <a:pt x="2314721" y="14732"/>
                      </a:cubicBezTo>
                      <a:cubicBezTo>
                        <a:pt x="2309896" y="13259"/>
                        <a:pt x="2300987" y="11786"/>
                        <a:pt x="2319175" y="11786"/>
                      </a:cubicBezTo>
                      <a:cubicBezTo>
                        <a:pt x="2309153" y="11295"/>
                        <a:pt x="2256816" y="9330"/>
                        <a:pt x="2256074" y="12768"/>
                      </a:cubicBezTo>
                      <a:cubicBezTo>
                        <a:pt x="2252733" y="11786"/>
                        <a:pt x="2241597" y="12277"/>
                        <a:pt x="2238999" y="12768"/>
                      </a:cubicBezTo>
                      <a:cubicBezTo>
                        <a:pt x="2215986" y="12277"/>
                        <a:pt x="2214130" y="12277"/>
                        <a:pt x="2191487" y="12277"/>
                      </a:cubicBezTo>
                      <a:lnTo>
                        <a:pt x="2197797" y="12768"/>
                      </a:lnTo>
                      <a:cubicBezTo>
                        <a:pt x="2188889" y="16696"/>
                        <a:pt x="2179238" y="13750"/>
                        <a:pt x="2161050" y="14241"/>
                      </a:cubicBezTo>
                      <a:lnTo>
                        <a:pt x="2161421" y="13750"/>
                      </a:lnTo>
                      <a:cubicBezTo>
                        <a:pt x="2119848" y="10803"/>
                        <a:pt x="2143604" y="15223"/>
                        <a:pt x="2102774" y="11786"/>
                      </a:cubicBezTo>
                      <a:lnTo>
                        <a:pt x="2105001" y="14241"/>
                      </a:lnTo>
                      <a:cubicBezTo>
                        <a:pt x="2100918" y="19152"/>
                        <a:pt x="2068624" y="10803"/>
                        <a:pt x="2044868" y="12768"/>
                      </a:cubicBezTo>
                      <a:lnTo>
                        <a:pt x="2053406" y="14241"/>
                      </a:lnTo>
                      <a:cubicBezTo>
                        <a:pt x="2040414" y="16205"/>
                        <a:pt x="2017029" y="7366"/>
                        <a:pt x="2004038" y="6384"/>
                      </a:cubicBezTo>
                      <a:cubicBezTo>
                        <a:pt x="2001068" y="5893"/>
                        <a:pt x="2008492" y="5893"/>
                        <a:pt x="2012575" y="5402"/>
                      </a:cubicBezTo>
                      <a:cubicBezTo>
                        <a:pt x="1978426" y="2946"/>
                        <a:pt x="2008121" y="8348"/>
                        <a:pt x="1982509" y="9330"/>
                      </a:cubicBezTo>
                      <a:cubicBezTo>
                        <a:pt x="1977684" y="7366"/>
                        <a:pt x="1988448" y="4911"/>
                        <a:pt x="1971373" y="4420"/>
                      </a:cubicBezTo>
                      <a:cubicBezTo>
                        <a:pt x="1962836" y="3437"/>
                        <a:pt x="1921634" y="9821"/>
                        <a:pt x="1898250" y="6384"/>
                      </a:cubicBezTo>
                      <a:cubicBezTo>
                        <a:pt x="1903446" y="7857"/>
                        <a:pt x="1908643" y="9330"/>
                        <a:pt x="1896765" y="10312"/>
                      </a:cubicBezTo>
                      <a:cubicBezTo>
                        <a:pt x="1878577" y="10312"/>
                        <a:pt x="1847768" y="4911"/>
                        <a:pt x="1831436" y="9330"/>
                      </a:cubicBezTo>
                      <a:cubicBezTo>
                        <a:pt x="1829209" y="8839"/>
                        <a:pt x="1828095" y="8348"/>
                        <a:pt x="1828095" y="7857"/>
                      </a:cubicBezTo>
                      <a:cubicBezTo>
                        <a:pt x="1814361" y="9330"/>
                        <a:pt x="1783182" y="9821"/>
                        <a:pt x="1774644" y="11786"/>
                      </a:cubicBezTo>
                      <a:cubicBezTo>
                        <a:pt x="1762024" y="3929"/>
                        <a:pt x="1688529" y="15714"/>
                        <a:pt x="1688900" y="7857"/>
                      </a:cubicBezTo>
                      <a:lnTo>
                        <a:pt x="1646214" y="8348"/>
                      </a:lnTo>
                      <a:lnTo>
                        <a:pt x="1647327" y="7366"/>
                      </a:lnTo>
                      <a:cubicBezTo>
                        <a:pt x="1620230" y="6875"/>
                        <a:pt x="1610580" y="8839"/>
                        <a:pt x="1600929" y="10803"/>
                      </a:cubicBezTo>
                      <a:cubicBezTo>
                        <a:pt x="1594619" y="9821"/>
                        <a:pt x="1599444" y="9330"/>
                        <a:pt x="1599815" y="8839"/>
                      </a:cubicBezTo>
                      <a:cubicBezTo>
                        <a:pt x="1560098" y="7366"/>
                        <a:pt x="1556015" y="7366"/>
                        <a:pt x="1522608" y="11295"/>
                      </a:cubicBezTo>
                      <a:lnTo>
                        <a:pt x="1519268" y="8839"/>
                      </a:lnTo>
                      <a:cubicBezTo>
                        <a:pt x="1509988" y="10312"/>
                        <a:pt x="1461734" y="4911"/>
                        <a:pt x="1422759" y="7366"/>
                      </a:cubicBezTo>
                      <a:cubicBezTo>
                        <a:pt x="1423130" y="7366"/>
                        <a:pt x="1423873" y="6875"/>
                        <a:pt x="1426842" y="6384"/>
                      </a:cubicBezTo>
                      <a:cubicBezTo>
                        <a:pt x="1383042" y="9330"/>
                        <a:pt x="1321796" y="0"/>
                        <a:pt x="1305835" y="8348"/>
                      </a:cubicBezTo>
                      <a:lnTo>
                        <a:pt x="1276511" y="10312"/>
                      </a:lnTo>
                      <a:cubicBezTo>
                        <a:pt x="1314001" y="11295"/>
                        <a:pt x="1270944" y="14241"/>
                        <a:pt x="1286533" y="15714"/>
                      </a:cubicBezTo>
                      <a:cubicBezTo>
                        <a:pt x="1271686" y="16205"/>
                        <a:pt x="1248301" y="13259"/>
                        <a:pt x="1266489" y="12768"/>
                      </a:cubicBezTo>
                      <a:lnTo>
                        <a:pt x="1269459" y="13259"/>
                      </a:lnTo>
                      <a:cubicBezTo>
                        <a:pt x="1276140" y="8348"/>
                        <a:pt x="1222689" y="11295"/>
                        <a:pt x="1223803" y="7857"/>
                      </a:cubicBezTo>
                      <a:cubicBezTo>
                        <a:pt x="1149937" y="8348"/>
                        <a:pt x="1077926" y="5402"/>
                        <a:pt x="1008886" y="4911"/>
                      </a:cubicBezTo>
                      <a:lnTo>
                        <a:pt x="1017052" y="8839"/>
                      </a:lnTo>
                      <a:lnTo>
                        <a:pt x="992925" y="8348"/>
                      </a:lnTo>
                      <a:cubicBezTo>
                        <a:pt x="986614" y="7366"/>
                        <a:pt x="984387" y="5402"/>
                        <a:pt x="1001462" y="5893"/>
                      </a:cubicBezTo>
                      <a:cubicBezTo>
                        <a:pt x="992553" y="3929"/>
                        <a:pt x="972509" y="7366"/>
                        <a:pt x="972138" y="8348"/>
                      </a:cubicBezTo>
                      <a:cubicBezTo>
                        <a:pt x="938360" y="6875"/>
                        <a:pt x="985501" y="4420"/>
                        <a:pt x="975108" y="4420"/>
                      </a:cubicBezTo>
                      <a:lnTo>
                        <a:pt x="961002" y="4420"/>
                      </a:lnTo>
                      <a:lnTo>
                        <a:pt x="963972" y="4420"/>
                      </a:lnTo>
                      <a:cubicBezTo>
                        <a:pt x="952836" y="5893"/>
                        <a:pt x="951723" y="7366"/>
                        <a:pt x="930936" y="7366"/>
                      </a:cubicBezTo>
                      <a:cubicBezTo>
                        <a:pt x="917945" y="6384"/>
                        <a:pt x="924255" y="4911"/>
                        <a:pt x="919058" y="4911"/>
                      </a:cubicBezTo>
                      <a:cubicBezTo>
                        <a:pt x="919430" y="4911"/>
                        <a:pt x="917574" y="4420"/>
                        <a:pt x="911263" y="4911"/>
                      </a:cubicBezTo>
                      <a:lnTo>
                        <a:pt x="880826" y="4420"/>
                      </a:lnTo>
                      <a:lnTo>
                        <a:pt x="893075" y="7366"/>
                      </a:lnTo>
                      <a:cubicBezTo>
                        <a:pt x="879713" y="8839"/>
                        <a:pt x="864494" y="7366"/>
                        <a:pt x="878599" y="10312"/>
                      </a:cubicBezTo>
                      <a:cubicBezTo>
                        <a:pt x="857813" y="5402"/>
                        <a:pt x="765387" y="8348"/>
                        <a:pt x="752767" y="6875"/>
                      </a:cubicBezTo>
                      <a:cubicBezTo>
                        <a:pt x="733836" y="8839"/>
                        <a:pt x="715277" y="8839"/>
                        <a:pt x="691892" y="8348"/>
                      </a:cubicBezTo>
                      <a:cubicBezTo>
                        <a:pt x="697831" y="9330"/>
                        <a:pt x="701172" y="12277"/>
                        <a:pt x="681499" y="11786"/>
                      </a:cubicBezTo>
                      <a:cubicBezTo>
                        <a:pt x="688551" y="5402"/>
                        <a:pt x="644751" y="8839"/>
                        <a:pt x="628790" y="4420"/>
                      </a:cubicBezTo>
                      <a:cubicBezTo>
                        <a:pt x="643266" y="7366"/>
                        <a:pt x="572370" y="4911"/>
                        <a:pt x="595012" y="9330"/>
                      </a:cubicBezTo>
                      <a:cubicBezTo>
                        <a:pt x="578309" y="8839"/>
                        <a:pt x="593899" y="6875"/>
                        <a:pt x="581278" y="5402"/>
                      </a:cubicBezTo>
                      <a:cubicBezTo>
                        <a:pt x="541932" y="7857"/>
                        <a:pt x="494049" y="3929"/>
                        <a:pt x="445424" y="4420"/>
                      </a:cubicBezTo>
                      <a:cubicBezTo>
                        <a:pt x="444681" y="5402"/>
                        <a:pt x="452848" y="6384"/>
                        <a:pt x="442454" y="7857"/>
                      </a:cubicBezTo>
                      <a:lnTo>
                        <a:pt x="416471" y="3929"/>
                      </a:lnTo>
                      <a:cubicBezTo>
                        <a:pt x="406820" y="4420"/>
                        <a:pt x="407563" y="8348"/>
                        <a:pt x="390117" y="5402"/>
                      </a:cubicBezTo>
                      <a:cubicBezTo>
                        <a:pt x="392715" y="6384"/>
                        <a:pt x="396427" y="7366"/>
                        <a:pt x="389746" y="7366"/>
                      </a:cubicBezTo>
                      <a:cubicBezTo>
                        <a:pt x="293980" y="3437"/>
                        <a:pt x="194501" y="10803"/>
                        <a:pt x="97250" y="3437"/>
                      </a:cubicBezTo>
                      <a:cubicBezTo>
                        <a:pt x="110242" y="4420"/>
                        <a:pt x="101705" y="4911"/>
                        <a:pt x="91683" y="4911"/>
                      </a:cubicBezTo>
                      <a:cubicBezTo>
                        <a:pt x="97993" y="5402"/>
                        <a:pt x="91311" y="6875"/>
                        <a:pt x="92796" y="8348"/>
                      </a:cubicBezTo>
                      <a:lnTo>
                        <a:pt x="51966" y="4911"/>
                      </a:lnTo>
                      <a:cubicBezTo>
                        <a:pt x="44542" y="8348"/>
                        <a:pt x="8537" y="4911"/>
                        <a:pt x="4083" y="8348"/>
                      </a:cubicBezTo>
                      <a:lnTo>
                        <a:pt x="17074" y="7366"/>
                      </a:lnTo>
                      <a:cubicBezTo>
                        <a:pt x="0" y="11295"/>
                        <a:pt x="41201" y="15714"/>
                        <a:pt x="38603" y="20625"/>
                      </a:cubicBezTo>
                      <a:cubicBezTo>
                        <a:pt x="57905" y="16205"/>
                        <a:pt x="89084" y="27009"/>
                        <a:pt x="120635" y="21116"/>
                      </a:cubicBezTo>
                      <a:cubicBezTo>
                        <a:pt x="127688" y="22098"/>
                        <a:pt x="114696" y="22589"/>
                        <a:pt x="118408" y="23571"/>
                      </a:cubicBezTo>
                      <a:cubicBezTo>
                        <a:pt x="126203" y="21607"/>
                        <a:pt x="135854" y="21116"/>
                        <a:pt x="153671" y="22098"/>
                      </a:cubicBezTo>
                      <a:lnTo>
                        <a:pt x="151815" y="22589"/>
                      </a:lnTo>
                      <a:cubicBezTo>
                        <a:pt x="201925" y="22098"/>
                        <a:pt x="223454" y="24062"/>
                        <a:pt x="279874" y="25535"/>
                      </a:cubicBezTo>
                      <a:lnTo>
                        <a:pt x="275420" y="23080"/>
                      </a:lnTo>
                      <a:cubicBezTo>
                        <a:pt x="287669" y="23571"/>
                        <a:pt x="290268" y="24062"/>
                        <a:pt x="295835" y="24553"/>
                      </a:cubicBezTo>
                      <a:cubicBezTo>
                        <a:pt x="309941" y="21116"/>
                        <a:pt x="262057" y="24553"/>
                        <a:pt x="274678" y="20625"/>
                      </a:cubicBezTo>
                      <a:cubicBezTo>
                        <a:pt x="290639" y="25535"/>
                        <a:pt x="360051" y="20625"/>
                        <a:pt x="370815" y="26027"/>
                      </a:cubicBezTo>
                      <a:cubicBezTo>
                        <a:pt x="389375" y="26518"/>
                        <a:pt x="365247" y="23571"/>
                        <a:pt x="383807" y="23571"/>
                      </a:cubicBezTo>
                      <a:lnTo>
                        <a:pt x="389003" y="25044"/>
                      </a:lnTo>
                      <a:lnTo>
                        <a:pt x="393458" y="23080"/>
                      </a:lnTo>
                      <a:cubicBezTo>
                        <a:pt x="405707" y="23571"/>
                        <a:pt x="412017" y="25535"/>
                        <a:pt x="412388" y="26518"/>
                      </a:cubicBezTo>
                      <a:cubicBezTo>
                        <a:pt x="409419" y="26518"/>
                        <a:pt x="403851" y="27009"/>
                        <a:pt x="400881" y="27009"/>
                      </a:cubicBezTo>
                      <a:cubicBezTo>
                        <a:pt x="416471" y="28973"/>
                        <a:pt x="445424" y="26518"/>
                        <a:pt x="450992" y="27009"/>
                      </a:cubicBezTo>
                      <a:lnTo>
                        <a:pt x="432803" y="26027"/>
                      </a:lnTo>
                      <a:cubicBezTo>
                        <a:pt x="483656" y="24553"/>
                        <a:pt x="545644" y="27009"/>
                        <a:pt x="595012" y="24062"/>
                      </a:cubicBezTo>
                      <a:lnTo>
                        <a:pt x="591300" y="22589"/>
                      </a:lnTo>
                      <a:cubicBezTo>
                        <a:pt x="628790" y="20625"/>
                        <a:pt x="621366" y="24062"/>
                        <a:pt x="662197" y="23080"/>
                      </a:cubicBezTo>
                      <a:lnTo>
                        <a:pt x="660712" y="23571"/>
                      </a:lnTo>
                      <a:cubicBezTo>
                        <a:pt x="669250" y="22098"/>
                        <a:pt x="680014" y="21607"/>
                        <a:pt x="691521" y="22098"/>
                      </a:cubicBezTo>
                      <a:cubicBezTo>
                        <a:pt x="681128" y="23080"/>
                        <a:pt x="710822" y="24553"/>
                        <a:pt x="697460" y="26027"/>
                      </a:cubicBezTo>
                      <a:cubicBezTo>
                        <a:pt x="737919" y="23571"/>
                        <a:pt x="717504" y="24062"/>
                        <a:pt x="744229" y="20134"/>
                      </a:cubicBezTo>
                      <a:lnTo>
                        <a:pt x="750539" y="22098"/>
                      </a:lnTo>
                      <a:cubicBezTo>
                        <a:pt x="759448" y="20134"/>
                        <a:pt x="760190" y="19643"/>
                        <a:pt x="780977" y="19152"/>
                      </a:cubicBezTo>
                      <a:cubicBezTo>
                        <a:pt x="763902" y="20625"/>
                        <a:pt x="793968" y="21607"/>
                        <a:pt x="775038" y="24062"/>
                      </a:cubicBezTo>
                      <a:cubicBezTo>
                        <a:pt x="818467" y="27991"/>
                        <a:pt x="839253" y="20134"/>
                        <a:pt x="858926" y="26027"/>
                      </a:cubicBezTo>
                      <a:cubicBezTo>
                        <a:pt x="878970" y="20625"/>
                        <a:pt x="821807" y="23080"/>
                        <a:pt x="832943" y="22098"/>
                      </a:cubicBezTo>
                      <a:cubicBezTo>
                        <a:pt x="823663" y="20134"/>
                        <a:pt x="849275" y="18169"/>
                        <a:pt x="862638" y="18661"/>
                      </a:cubicBezTo>
                      <a:cubicBezTo>
                        <a:pt x="876372" y="18661"/>
                        <a:pt x="886023" y="25044"/>
                        <a:pt x="920914" y="25044"/>
                      </a:cubicBezTo>
                      <a:cubicBezTo>
                        <a:pt x="917202" y="25044"/>
                        <a:pt x="917202" y="25535"/>
                        <a:pt x="913491" y="25535"/>
                      </a:cubicBezTo>
                      <a:cubicBezTo>
                        <a:pt x="926482" y="27009"/>
                        <a:pt x="939102" y="23571"/>
                        <a:pt x="955063" y="26027"/>
                      </a:cubicBezTo>
                      <a:cubicBezTo>
                        <a:pt x="963972" y="23080"/>
                        <a:pt x="975479" y="26027"/>
                        <a:pt x="978077" y="22098"/>
                      </a:cubicBezTo>
                      <a:lnTo>
                        <a:pt x="946526" y="23080"/>
                      </a:lnTo>
                      <a:cubicBezTo>
                        <a:pt x="964343" y="22098"/>
                        <a:pt x="981418" y="17678"/>
                        <a:pt x="1011113" y="19643"/>
                      </a:cubicBezTo>
                      <a:cubicBezTo>
                        <a:pt x="1008886" y="20625"/>
                        <a:pt x="999977" y="21607"/>
                        <a:pt x="993667" y="22098"/>
                      </a:cubicBezTo>
                      <a:cubicBezTo>
                        <a:pt x="1002575" y="23571"/>
                        <a:pt x="1010370" y="21607"/>
                        <a:pt x="1019650" y="22589"/>
                      </a:cubicBezTo>
                      <a:cubicBezTo>
                        <a:pt x="1017052" y="26518"/>
                        <a:pt x="981047" y="23571"/>
                        <a:pt x="961745" y="26518"/>
                      </a:cubicBezTo>
                      <a:cubicBezTo>
                        <a:pt x="971025" y="27991"/>
                        <a:pt x="998121" y="23571"/>
                        <a:pt x="988470" y="27991"/>
                      </a:cubicBezTo>
                      <a:cubicBezTo>
                        <a:pt x="1002204" y="22589"/>
                        <a:pt x="1022620" y="28482"/>
                        <a:pt x="1046004" y="24553"/>
                      </a:cubicBezTo>
                      <a:lnTo>
                        <a:pt x="1044520" y="27009"/>
                      </a:lnTo>
                      <a:cubicBezTo>
                        <a:pt x="1048231" y="26518"/>
                        <a:pt x="1056026" y="25535"/>
                        <a:pt x="1062708" y="25535"/>
                      </a:cubicBezTo>
                      <a:lnTo>
                        <a:pt x="1050459" y="28482"/>
                      </a:lnTo>
                      <a:cubicBezTo>
                        <a:pt x="1069389" y="26027"/>
                        <a:pt x="1086835" y="30937"/>
                        <a:pt x="1105023" y="29464"/>
                      </a:cubicBezTo>
                      <a:cubicBezTo>
                        <a:pt x="1067162" y="29464"/>
                        <a:pt x="1096486" y="26518"/>
                        <a:pt x="1080525" y="25044"/>
                      </a:cubicBezTo>
                      <a:cubicBezTo>
                        <a:pt x="1127665" y="22098"/>
                        <a:pt x="1107621" y="31428"/>
                        <a:pt x="1160330" y="30446"/>
                      </a:cubicBezTo>
                      <a:cubicBezTo>
                        <a:pt x="1153277" y="30446"/>
                        <a:pt x="1133604" y="28482"/>
                        <a:pt x="1144740" y="27500"/>
                      </a:cubicBezTo>
                      <a:cubicBezTo>
                        <a:pt x="1154762" y="27991"/>
                        <a:pt x="1167754" y="28973"/>
                        <a:pt x="1174064" y="30446"/>
                      </a:cubicBezTo>
                      <a:cubicBezTo>
                        <a:pt x="1208955" y="29955"/>
                        <a:pt x="1168867" y="27991"/>
                        <a:pt x="1183715" y="26518"/>
                      </a:cubicBezTo>
                      <a:cubicBezTo>
                        <a:pt x="1195593" y="29464"/>
                        <a:pt x="1200789" y="25535"/>
                        <a:pt x="1216008" y="24553"/>
                      </a:cubicBezTo>
                      <a:lnTo>
                        <a:pt x="1216008" y="27009"/>
                      </a:lnTo>
                      <a:cubicBezTo>
                        <a:pt x="1256096" y="28482"/>
                        <a:pt x="1226772" y="22098"/>
                        <a:pt x="1262406" y="24062"/>
                      </a:cubicBezTo>
                      <a:lnTo>
                        <a:pt x="1247559" y="27009"/>
                      </a:lnTo>
                      <a:lnTo>
                        <a:pt x="1266118" y="26518"/>
                      </a:lnTo>
                      <a:lnTo>
                        <a:pt x="1262035" y="28973"/>
                      </a:lnTo>
                      <a:cubicBezTo>
                        <a:pt x="1282450" y="27009"/>
                        <a:pt x="1288761" y="27500"/>
                        <a:pt x="1308805" y="28482"/>
                      </a:cubicBezTo>
                      <a:cubicBezTo>
                        <a:pt x="1303979" y="26518"/>
                        <a:pt x="1311403" y="24062"/>
                        <a:pt x="1328849" y="24062"/>
                      </a:cubicBezTo>
                      <a:cubicBezTo>
                        <a:pt x="1341098" y="25535"/>
                        <a:pt x="1322167" y="26518"/>
                        <a:pt x="1347408" y="26027"/>
                      </a:cubicBezTo>
                      <a:cubicBezTo>
                        <a:pt x="1341469" y="27500"/>
                        <a:pt x="1335530" y="29464"/>
                        <a:pt x="1324394" y="27009"/>
                      </a:cubicBezTo>
                      <a:cubicBezTo>
                        <a:pt x="1323281" y="27991"/>
                        <a:pt x="1318827" y="28482"/>
                        <a:pt x="1317713" y="29464"/>
                      </a:cubicBezTo>
                      <a:cubicBezTo>
                        <a:pt x="1330705" y="30937"/>
                        <a:pt x="1350378" y="29955"/>
                        <a:pt x="1359286" y="29955"/>
                      </a:cubicBezTo>
                      <a:cubicBezTo>
                        <a:pt x="1355945" y="29955"/>
                        <a:pt x="1351862" y="29464"/>
                        <a:pt x="1349635" y="29464"/>
                      </a:cubicBezTo>
                      <a:lnTo>
                        <a:pt x="1386012" y="26027"/>
                      </a:lnTo>
                      <a:cubicBezTo>
                        <a:pt x="1391579" y="27009"/>
                        <a:pt x="1387125" y="27500"/>
                        <a:pt x="1382671" y="28482"/>
                      </a:cubicBezTo>
                      <a:cubicBezTo>
                        <a:pt x="1389723" y="27991"/>
                        <a:pt x="1394920" y="27009"/>
                        <a:pt x="1405684" y="27009"/>
                      </a:cubicBezTo>
                      <a:cubicBezTo>
                        <a:pt x="1403086" y="28973"/>
                        <a:pt x="1403457" y="30937"/>
                        <a:pt x="1388239" y="31919"/>
                      </a:cubicBezTo>
                      <a:lnTo>
                        <a:pt x="1422759" y="29464"/>
                      </a:lnTo>
                      <a:cubicBezTo>
                        <a:pt x="1424986" y="30446"/>
                        <a:pt x="1440576" y="31919"/>
                        <a:pt x="1436122" y="32901"/>
                      </a:cubicBezTo>
                      <a:cubicBezTo>
                        <a:pt x="1455052" y="33884"/>
                        <a:pt x="1482891" y="28973"/>
                        <a:pt x="1508503" y="30446"/>
                      </a:cubicBezTo>
                      <a:cubicBezTo>
                        <a:pt x="1509617" y="30446"/>
                        <a:pt x="1512215" y="29955"/>
                        <a:pt x="1517783" y="29464"/>
                      </a:cubicBezTo>
                      <a:cubicBezTo>
                        <a:pt x="1541539" y="30446"/>
                        <a:pt x="1562697" y="32901"/>
                        <a:pt x="1590907" y="29955"/>
                      </a:cubicBezTo>
                      <a:lnTo>
                        <a:pt x="1606868" y="33393"/>
                      </a:lnTo>
                      <a:cubicBezTo>
                        <a:pt x="1629139" y="32901"/>
                        <a:pt x="1585339" y="28973"/>
                        <a:pt x="1622086" y="27991"/>
                      </a:cubicBezTo>
                      <a:cubicBezTo>
                        <a:pt x="1648070" y="27009"/>
                        <a:pt x="1631737" y="30937"/>
                        <a:pt x="1641017" y="31919"/>
                      </a:cubicBezTo>
                      <a:cubicBezTo>
                        <a:pt x="1654009" y="30446"/>
                        <a:pt x="1676651" y="26518"/>
                        <a:pt x="1700407" y="29464"/>
                      </a:cubicBezTo>
                      <a:cubicBezTo>
                        <a:pt x="1692612" y="30446"/>
                        <a:pt x="1686302" y="29464"/>
                        <a:pt x="1678878" y="2995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" name="곡선9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T0AAJIZAAAcPQAAlhkAAAAAAAAmAAAACAAAAP//////////"/>
                    </a:ext>
                  </a:extLst>
                </p:cNvSpPr>
                <p:nvPr/>
              </p:nvSpPr>
              <p:spPr>
                <a:xfrm>
                  <a:off x="9929495" y="4156710"/>
                  <a:ext cx="4445" cy="2540"/>
                </a:xfrm>
                <a:custGeom>
                  <a:avLst/>
                  <a:gdLst/>
                  <a:ahLst/>
                  <a:cxnLst/>
                  <a:rect l="0" t="0" r="4445" b="2540"/>
                  <a:pathLst>
                    <a:path w="4445" h="2540">
                      <a:moveTo>
                        <a:pt x="4445" y="2540"/>
                      </a:moveTo>
                      <a:cubicBezTo>
                        <a:pt x="2963" y="1693"/>
                        <a:pt x="2592" y="847"/>
                        <a:pt x="2222" y="0"/>
                      </a:cubicBezTo>
                      <a:cubicBezTo>
                        <a:pt x="370" y="847"/>
                        <a:pt x="0" y="1693"/>
                        <a:pt x="44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" name="곡선10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TgAAJkZAAAgOAAAmhkAAAAAAAAmAAAACAAAAP//////////"/>
                    </a:ext>
                  </a:extLst>
                </p:cNvSpPr>
                <p:nvPr/>
              </p:nvSpPr>
              <p:spPr>
                <a:xfrm>
                  <a:off x="9121775" y="416115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635"/>
                      </a:moveTo>
                      <a:lnTo>
                        <a:pt x="1143" y="0"/>
                      </a:lnTo>
                      <a:cubicBezTo>
                        <a:pt x="381" y="635"/>
                        <a:pt x="381" y="635"/>
                        <a:pt x="0" y="635"/>
                      </a:cubicBezTo>
                      <a:lnTo>
                        <a:pt x="190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" name="곡선10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EIAAJkZAABTQgAAmxkAAAAAAAAmAAAACAAAAP//////////"/>
                    </a:ext>
                  </a:extLst>
                </p:cNvSpPr>
                <p:nvPr/>
              </p:nvSpPr>
              <p:spPr>
                <a:xfrm>
                  <a:off x="10772140" y="4161155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9525" y="1270"/>
                      </a:moveTo>
                      <a:cubicBezTo>
                        <a:pt x="4586" y="847"/>
                        <a:pt x="2116" y="423"/>
                        <a:pt x="352" y="0"/>
                      </a:cubicBezTo>
                      <a:cubicBezTo>
                        <a:pt x="0" y="423"/>
                        <a:pt x="2116" y="847"/>
                        <a:pt x="952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" name="곡선10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UUAAHYZAAB1RQAAeRkAAAAAAAAmAAAACAAAAP//////////"/>
                    </a:ext>
                  </a:extLst>
                </p:cNvSpPr>
                <p:nvPr/>
              </p:nvSpPr>
              <p:spPr>
                <a:xfrm>
                  <a:off x="11275695" y="4138930"/>
                  <a:ext cx="15240" cy="1905"/>
                </a:xfrm>
                <a:custGeom>
                  <a:avLst/>
                  <a:gdLst/>
                  <a:ahLst/>
                  <a:cxnLst/>
                  <a:rect l="0" t="0" r="15240" b="1905"/>
                  <a:pathLst>
                    <a:path w="15240" h="1905">
                      <a:moveTo>
                        <a:pt x="15240" y="0"/>
                      </a:moveTo>
                      <a:lnTo>
                        <a:pt x="0" y="635"/>
                      </a:lnTo>
                      <a:cubicBezTo>
                        <a:pt x="7257" y="635"/>
                        <a:pt x="9797" y="1270"/>
                        <a:pt x="13789" y="1905"/>
                      </a:cubicBezTo>
                      <a:cubicBezTo>
                        <a:pt x="13426" y="1270"/>
                        <a:pt x="10523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" name="자유형 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EYAAIwZAABXRgAAjhkAAAAAAAAmAAAACAAAAP//////////"/>
                    </a:ext>
                  </a:extLst>
                </p:cNvSpPr>
                <p:nvPr/>
              </p:nvSpPr>
              <p:spPr>
                <a:xfrm>
                  <a:off x="11417300" y="4152900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10063" y="1270"/>
                      </a:moveTo>
                      <a:cubicBezTo>
                        <a:pt x="12299" y="847"/>
                        <a:pt x="14908" y="1270"/>
                        <a:pt x="17145" y="847"/>
                      </a:cubicBezTo>
                      <a:lnTo>
                        <a:pt x="16399" y="0"/>
                      </a:lnTo>
                      <a:cubicBezTo>
                        <a:pt x="6708" y="0"/>
                        <a:pt x="0" y="847"/>
                        <a:pt x="10063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" name="곡선10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EUAAIAZAACxRQAAhhkAAAAAAAAmAAAACAAAAP//////////"/>
                    </a:ext>
                  </a:extLst>
                </p:cNvSpPr>
                <p:nvPr/>
              </p:nvSpPr>
              <p:spPr>
                <a:xfrm>
                  <a:off x="11305540" y="414528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0" y="1633"/>
                      </a:moveTo>
                      <a:cubicBezTo>
                        <a:pt x="1118" y="3810"/>
                        <a:pt x="11188" y="3266"/>
                        <a:pt x="22376" y="2721"/>
                      </a:cubicBezTo>
                      <a:lnTo>
                        <a:pt x="20138" y="2721"/>
                      </a:lnTo>
                      <a:cubicBezTo>
                        <a:pt x="23495" y="0"/>
                        <a:pt x="11561" y="544"/>
                        <a:pt x="0" y="16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" name="곡선10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0UAAIMZAADERQAAhBkAAAAAAAAmAAAACAAAAP//////////"/>
                    </a:ext>
                  </a:extLst>
                </p:cNvSpPr>
                <p:nvPr/>
              </p:nvSpPr>
              <p:spPr>
                <a:xfrm>
                  <a:off x="11330305" y="4147185"/>
                  <a:ext cx="10795" cy="635"/>
                </a:xfrm>
                <a:custGeom>
                  <a:avLst/>
                  <a:gdLst/>
                  <a:ahLst/>
                  <a:cxnLst/>
                  <a:rect l="0" t="0" r="10795" b="635"/>
                  <a:pathLst>
                    <a:path w="10795" h="635">
                      <a:moveTo>
                        <a:pt x="0" y="635"/>
                      </a:moveTo>
                      <a:cubicBezTo>
                        <a:pt x="3482" y="635"/>
                        <a:pt x="6616" y="635"/>
                        <a:pt x="9750" y="635"/>
                      </a:cubicBezTo>
                      <a:cubicBezTo>
                        <a:pt x="10795" y="0"/>
                        <a:pt x="5919" y="635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" name="곡선11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UQAAHMZAADsRAAAfBkAAAAAAAAmAAAACAAAAP//////////"/>
                    </a:ext>
                  </a:extLst>
                </p:cNvSpPr>
                <p:nvPr/>
              </p:nvSpPr>
              <p:spPr>
                <a:xfrm>
                  <a:off x="11163935" y="4137025"/>
                  <a:ext cx="40005" cy="5715"/>
                </a:xfrm>
                <a:custGeom>
                  <a:avLst/>
                  <a:gdLst/>
                  <a:ahLst/>
                  <a:cxnLst/>
                  <a:rect l="0" t="0" r="40005" b="5715"/>
                  <a:pathLst>
                    <a:path w="40005" h="5715">
                      <a:moveTo>
                        <a:pt x="28260" y="4286"/>
                      </a:moveTo>
                      <a:cubicBezTo>
                        <a:pt x="33398" y="4762"/>
                        <a:pt x="31563" y="1905"/>
                        <a:pt x="34499" y="2857"/>
                      </a:cubicBezTo>
                      <a:cubicBezTo>
                        <a:pt x="40005" y="0"/>
                        <a:pt x="0" y="5715"/>
                        <a:pt x="28260" y="42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" name="자유형 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kUAAIkZAACaRQAAjhkAAAAAAAAmAAAACAAAAP//////////"/>
                    </a:ext>
                  </a:extLst>
                </p:cNvSpPr>
                <p:nvPr/>
              </p:nvSpPr>
              <p:spPr>
                <a:xfrm>
                  <a:off x="11304270" y="4150995"/>
                  <a:ext cx="10160" cy="3175"/>
                </a:xfrm>
                <a:custGeom>
                  <a:avLst/>
                  <a:gdLst/>
                  <a:ahLst/>
                  <a:cxnLst/>
                  <a:rect l="0" t="0" r="10160" b="3175"/>
                  <a:pathLst>
                    <a:path w="10160" h="3175">
                      <a:moveTo>
                        <a:pt x="10160" y="3175"/>
                      </a:moveTo>
                      <a:lnTo>
                        <a:pt x="6021" y="0"/>
                      </a:lnTo>
                      <a:lnTo>
                        <a:pt x="0" y="2540"/>
                      </a:lnTo>
                      <a:lnTo>
                        <a:pt x="10160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" name="곡선1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EUAAIgZAAA0RQAAihkAAAAAAAAmAAAACAAAAP//////////"/>
                    </a:ext>
                  </a:extLst>
                </p:cNvSpPr>
                <p:nvPr/>
              </p:nvSpPr>
              <p:spPr>
                <a:xfrm>
                  <a:off x="11226800" y="4150360"/>
                  <a:ext cx="22860" cy="1270"/>
                </a:xfrm>
                <a:custGeom>
                  <a:avLst/>
                  <a:gdLst/>
                  <a:ahLst/>
                  <a:cxnLst/>
                  <a:rect l="0" t="0" r="22860" b="1270"/>
                  <a:pathLst>
                    <a:path w="22860" h="1270">
                      <a:moveTo>
                        <a:pt x="375" y="847"/>
                      </a:moveTo>
                      <a:lnTo>
                        <a:pt x="18363" y="1270"/>
                      </a:lnTo>
                      <a:cubicBezTo>
                        <a:pt x="17988" y="847"/>
                        <a:pt x="20237" y="847"/>
                        <a:pt x="22860" y="847"/>
                      </a:cubicBezTo>
                      <a:cubicBezTo>
                        <a:pt x="11992" y="423"/>
                        <a:pt x="0" y="0"/>
                        <a:pt x="375" y="8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" name="자유형 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EUAAIkZAABKRQAAihkAAAAAAAAmAAAACAAAAP//////////"/>
                    </a:ext>
                  </a:extLst>
                </p:cNvSpPr>
                <p:nvPr/>
              </p:nvSpPr>
              <p:spPr>
                <a:xfrm>
                  <a:off x="11249660" y="4150995"/>
                  <a:ext cx="13970" cy="635"/>
                </a:xfrm>
                <a:custGeom>
                  <a:avLst/>
                  <a:gdLst/>
                  <a:ahLst/>
                  <a:cxnLst/>
                  <a:rect l="0" t="0" r="13970" b="635"/>
                  <a:pathLst>
                    <a:path w="13970" h="635">
                      <a:moveTo>
                        <a:pt x="0" y="635"/>
                      </a:moveTo>
                      <a:cubicBezTo>
                        <a:pt x="5514" y="635"/>
                        <a:pt x="11029" y="635"/>
                        <a:pt x="13970" y="0"/>
                      </a:cubicBezTo>
                      <a:cubicBezTo>
                        <a:pt x="11029" y="0"/>
                        <a:pt x="4412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" name="곡선1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EUAAI4ZAAB0RQAAjhkAAAAAAAAmAAAACAAAAP//////////"/>
                    </a:ext>
                  </a:extLst>
                </p:cNvSpPr>
                <p:nvPr/>
              </p:nvSpPr>
              <p:spPr>
                <a:xfrm>
                  <a:off x="11272520" y="4154170"/>
                  <a:ext cx="17780" cy="0"/>
                </a:xfrm>
                <a:custGeom>
                  <a:avLst/>
                  <a:gdLst/>
                  <a:ahLst/>
                  <a:cxnLst/>
                  <a:rect l="0" t="0" r="17780" b="0"/>
                  <a:pathLst>
                    <a:path w="17780">
                      <a:moveTo>
                        <a:pt x="17780" y="0"/>
                      </a:moveTo>
                      <a:lnTo>
                        <a:pt x="12484" y="0"/>
                      </a:lnTo>
                      <a:lnTo>
                        <a:pt x="0" y="0"/>
                      </a:lnTo>
                      <a:lnTo>
                        <a:pt x="17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" name="자유형 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0MAAIgZAADtQwAAjBkAAAAAAAAmAAAACAAAAP//////////"/>
                    </a:ext>
                  </a:extLst>
                </p:cNvSpPr>
                <p:nvPr/>
              </p:nvSpPr>
              <p:spPr>
                <a:xfrm>
                  <a:off x="11017885" y="415036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1160" y="0"/>
                      </a:moveTo>
                      <a:lnTo>
                        <a:pt x="1856" y="635"/>
                      </a:lnTo>
                      <a:cubicBezTo>
                        <a:pt x="0" y="1905"/>
                        <a:pt x="5197" y="2540"/>
                        <a:pt x="12251" y="2540"/>
                      </a:cubicBezTo>
                      <a:cubicBezTo>
                        <a:pt x="16705" y="1270"/>
                        <a:pt x="24130" y="1270"/>
                        <a:pt x="21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" name="자유형 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UQAAJAZAABERAAAlhkAAAAAAAAmAAAACAAAAP//////////"/>
                    </a:ext>
                  </a:extLst>
                </p:cNvSpPr>
                <p:nvPr/>
              </p:nvSpPr>
              <p:spPr>
                <a:xfrm>
                  <a:off x="11087735" y="4155440"/>
                  <a:ext cx="9525" cy="3810"/>
                </a:xfrm>
                <a:custGeom>
                  <a:avLst/>
                  <a:gdLst/>
                  <a:ahLst/>
                  <a:cxnLst/>
                  <a:rect l="0" t="0" r="9525" b="3810"/>
                  <a:pathLst>
                    <a:path w="9525" h="3810">
                      <a:moveTo>
                        <a:pt x="9525" y="2177"/>
                      </a:moveTo>
                      <a:cubicBezTo>
                        <a:pt x="4191" y="1633"/>
                        <a:pt x="3810" y="1089"/>
                        <a:pt x="762" y="0"/>
                      </a:cubicBezTo>
                      <a:lnTo>
                        <a:pt x="0" y="3810"/>
                      </a:lnTo>
                      <a:lnTo>
                        <a:pt x="9525" y="21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" name="곡선1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0MAAJYZAAAHRAAAmBkAAAAAAAAmAAAACAAAAP//////////"/>
                    </a:ext>
                  </a:extLst>
                </p:cNvSpPr>
                <p:nvPr/>
              </p:nvSpPr>
              <p:spPr>
                <a:xfrm>
                  <a:off x="11012805" y="4159250"/>
                  <a:ext cx="45720" cy="1270"/>
                </a:xfrm>
                <a:custGeom>
                  <a:avLst/>
                  <a:gdLst/>
                  <a:ahLst/>
                  <a:cxnLst/>
                  <a:rect l="0" t="0" r="45720" b="1270"/>
                  <a:pathLst>
                    <a:path w="45720" h="1270">
                      <a:moveTo>
                        <a:pt x="27878" y="0"/>
                      </a:moveTo>
                      <a:cubicBezTo>
                        <a:pt x="26020" y="318"/>
                        <a:pt x="0" y="1270"/>
                        <a:pt x="24533" y="1270"/>
                      </a:cubicBezTo>
                      <a:cubicBezTo>
                        <a:pt x="26391" y="635"/>
                        <a:pt x="45720" y="318"/>
                        <a:pt x="27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" name="자유형 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UIAAIYZAAArQgAAjhkAAAAAAAAmAAAACAAAAP//////////"/>
                    </a:ext>
                  </a:extLst>
                </p:cNvSpPr>
                <p:nvPr/>
              </p:nvSpPr>
              <p:spPr>
                <a:xfrm>
                  <a:off x="10752455" y="4149090"/>
                  <a:ext cx="3810" cy="5080"/>
                </a:xfrm>
                <a:custGeom>
                  <a:avLst/>
                  <a:gdLst/>
                  <a:ahLst/>
                  <a:cxnLst/>
                  <a:rect l="0" t="0" r="3810" b="5080"/>
                  <a:pathLst>
                    <a:path w="3810" h="5080">
                      <a:moveTo>
                        <a:pt x="0" y="5080"/>
                      </a:moveTo>
                      <a:lnTo>
                        <a:pt x="3810" y="5080"/>
                      </a:lnTo>
                      <a:lnTo>
                        <a:pt x="3517" y="0"/>
                      </a:lnTo>
                      <a:lnTo>
                        <a:pt x="0" y="50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" name="곡선1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kAAAJoZAADFQAAAohkAAAAAAAAmAAAACAAAAP//////////"/>
                    </a:ext>
                  </a:extLst>
                </p:cNvSpPr>
                <p:nvPr/>
              </p:nvSpPr>
              <p:spPr>
                <a:xfrm>
                  <a:off x="10491470" y="4161790"/>
                  <a:ext cx="37465" cy="5080"/>
                </a:xfrm>
                <a:custGeom>
                  <a:avLst/>
                  <a:gdLst/>
                  <a:ahLst/>
                  <a:cxnLst/>
                  <a:rect l="0" t="0" r="37465" b="5080"/>
                  <a:pathLst>
                    <a:path w="37465" h="5080">
                      <a:moveTo>
                        <a:pt x="5935" y="4064"/>
                      </a:moveTo>
                      <a:cubicBezTo>
                        <a:pt x="28933" y="5080"/>
                        <a:pt x="11499" y="508"/>
                        <a:pt x="31900" y="2032"/>
                      </a:cubicBezTo>
                      <a:cubicBezTo>
                        <a:pt x="37465" y="1016"/>
                        <a:pt x="15208" y="1016"/>
                        <a:pt x="20772" y="0"/>
                      </a:cubicBezTo>
                      <a:cubicBezTo>
                        <a:pt x="7047" y="1016"/>
                        <a:pt x="0" y="508"/>
                        <a:pt x="5935" y="4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" name="자유형 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0AAAJgZAAC2QAAAmhkAAAAAAAAmAAAACAAAAP//////////"/>
                    </a:ext>
                  </a:extLst>
                </p:cNvSpPr>
                <p:nvPr/>
              </p:nvSpPr>
              <p:spPr>
                <a:xfrm>
                  <a:off x="10512425" y="416052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lnTo>
                        <a:pt x="6985" y="0"/>
                      </a:lnTo>
                      <a:cubicBezTo>
                        <a:pt x="2941" y="635"/>
                        <a:pt x="1102" y="635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" name="곡선1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y4AAGsZAAD+LgAAbxkAAAAAAAAmAAAACAAAAP//////////"/>
                    </a:ext>
                  </a:extLst>
                </p:cNvSpPr>
                <p:nvPr/>
              </p:nvSpPr>
              <p:spPr>
                <a:xfrm>
                  <a:off x="7624445" y="4131945"/>
                  <a:ext cx="14605" cy="2540"/>
                </a:xfrm>
                <a:custGeom>
                  <a:avLst/>
                  <a:gdLst/>
                  <a:ahLst/>
                  <a:cxnLst/>
                  <a:rect l="0" t="0" r="14605" b="2540"/>
                  <a:pathLst>
                    <a:path w="14605" h="2540">
                      <a:moveTo>
                        <a:pt x="14605" y="1270"/>
                      </a:moveTo>
                      <a:lnTo>
                        <a:pt x="0" y="0"/>
                      </a:lnTo>
                      <a:lnTo>
                        <a:pt x="9362" y="2540"/>
                      </a:lnTo>
                      <a:lnTo>
                        <a:pt x="14605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" name="자유형 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y4AAG0ZAADRLgAAchkAAAAAAAAmAAAACAAAAP//////////"/>
                    </a:ext>
                  </a:extLst>
                </p:cNvSpPr>
                <p:nvPr/>
              </p:nvSpPr>
              <p:spPr>
                <a:xfrm>
                  <a:off x="7599045" y="4133215"/>
                  <a:ext cx="11430" cy="3175"/>
                </a:xfrm>
                <a:custGeom>
                  <a:avLst/>
                  <a:gdLst/>
                  <a:ahLst/>
                  <a:cxnLst/>
                  <a:rect l="0" t="0" r="11430" b="3175"/>
                  <a:pathLst>
                    <a:path w="11430" h="3175">
                      <a:moveTo>
                        <a:pt x="11430" y="3175"/>
                      </a:moveTo>
                      <a:lnTo>
                        <a:pt x="8215" y="0"/>
                      </a:lnTo>
                      <a:lnTo>
                        <a:pt x="0" y="2645"/>
                      </a:lnTo>
                      <a:cubicBezTo>
                        <a:pt x="2858" y="2645"/>
                        <a:pt x="9287" y="2645"/>
                        <a:pt x="1143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" name="곡선1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zsAAJ8ZAAAbOwAAohkAAAAAAAAmAAAACAAAAP//////////"/>
                    </a:ext>
                  </a:extLst>
                </p:cNvSpPr>
                <p:nvPr/>
              </p:nvSpPr>
              <p:spPr>
                <a:xfrm>
                  <a:off x="9595485" y="416496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1579" y="1905"/>
                      </a:moveTo>
                      <a:lnTo>
                        <a:pt x="12700" y="952"/>
                      </a:lnTo>
                      <a:cubicBezTo>
                        <a:pt x="10459" y="476"/>
                        <a:pt x="6724" y="476"/>
                        <a:pt x="0" y="0"/>
                      </a:cubicBezTo>
                      <a:lnTo>
                        <a:pt x="115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" name="곡선1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DkAAJgZAADmOQAAnBkAAAAAAAAmAAAACAAAAP//////////"/>
                    </a:ext>
                  </a:extLst>
                </p:cNvSpPr>
                <p:nvPr/>
              </p:nvSpPr>
              <p:spPr>
                <a:xfrm>
                  <a:off x="9405620" y="4160520"/>
                  <a:ext cx="6350" cy="2540"/>
                </a:xfrm>
                <a:custGeom>
                  <a:avLst/>
                  <a:gdLst/>
                  <a:ahLst/>
                  <a:cxnLst/>
                  <a:rect l="0" t="0" r="6350" b="2540"/>
                  <a:pathLst>
                    <a:path w="6350" h="2540">
                      <a:moveTo>
                        <a:pt x="2988" y="2540"/>
                      </a:moveTo>
                      <a:lnTo>
                        <a:pt x="6350" y="2540"/>
                      </a:lnTo>
                      <a:lnTo>
                        <a:pt x="0" y="0"/>
                      </a:lnTo>
                      <a:lnTo>
                        <a:pt x="2988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" name="곡선1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DgAAJwZAAD9OAAAohkAAAAAAAAmAAAACAAAAP//////////"/>
                    </a:ext>
                  </a:extLst>
                </p:cNvSpPr>
                <p:nvPr/>
              </p:nvSpPr>
              <p:spPr>
                <a:xfrm>
                  <a:off x="9240520" y="416306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1864" y="3334"/>
                      </a:moveTo>
                      <a:cubicBezTo>
                        <a:pt x="8577" y="3810"/>
                        <a:pt x="16782" y="2858"/>
                        <a:pt x="23495" y="3334"/>
                      </a:cubicBezTo>
                      <a:cubicBezTo>
                        <a:pt x="8577" y="3810"/>
                        <a:pt x="0" y="0"/>
                        <a:pt x="1864" y="33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</p:grpSp>
      </p:grpSp>
      <p:sp>
        <p:nvSpPr>
          <p:cNvPr id="305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+AcAABAAAAAmAAAACAAAAAGgAAAAAAAA"/>
              </a:ext>
            </a:extLst>
          </p:cNvSpPr>
          <p:nvPr>
            <p:ph type="title"/>
          </p:nvPr>
        </p:nvSpPr>
        <p:spPr>
          <a:xfrm>
            <a:off x="1522730" y="274955"/>
            <a:ext cx="9143365" cy="1020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ko-kr" sz="3200" b="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06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RwAALgLAADZPwAAkCQAABAAAAAmAAAACAAAAAGgAAAAAAAA"/>
              </a:ext>
            </a:extLst>
          </p:cNvSpPr>
          <p:nvPr>
            <p:ph idx="1"/>
          </p:nvPr>
        </p:nvSpPr>
        <p:spPr>
          <a:xfrm>
            <a:off x="4709795" y="1905000"/>
            <a:ext cx="5669280" cy="40386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sz="20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sz="18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>
              <a:defRPr lang="ko-kr" sz="1600" cap="none"/>
            </a:lvl6pPr>
            <a:lvl7pPr>
              <a:defRPr lang="ko-kr" sz="1600" cap="none" baseline="0"/>
            </a:lvl7pPr>
            <a:lvl8pPr>
              <a:defRPr lang="ko-kr" sz="1600" cap="none" baseline="0"/>
            </a:lvl8pPr>
            <a:lvl9pPr>
              <a:defRPr lang="ko-kr" sz="1600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307" name="텍스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BgVAAA+GgAA+CUAABAAAAAmAAAACAAAAIGgAAAAAAAA"/>
              </a:ext>
            </a:extLst>
          </p:cNvSpPr>
          <p:nvPr>
            <p:ph idx="2"/>
          </p:nvPr>
        </p:nvSpPr>
        <p:spPr>
          <a:xfrm>
            <a:off x="1522730" y="3429000"/>
            <a:ext cx="2743200" cy="2743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spcBef>
                <a:spcPts val="1200"/>
              </a:spcBef>
              <a:buNone/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1200" cap="none"/>
            </a:lvl2pPr>
            <a:lvl3pPr marL="914400" indent="0">
              <a:buNone/>
              <a:defRPr lang="ko-kr" sz="1000" cap="none"/>
            </a:lvl3pPr>
            <a:lvl4pPr marL="1371600" indent="0">
              <a:buNone/>
              <a:defRPr lang="ko-kr" sz="900" cap="none"/>
            </a:lvl4pPr>
            <a:lvl5pPr marL="1828800" indent="0">
              <a:buNone/>
              <a:defRPr lang="ko-kr" sz="900" cap="none"/>
            </a:lvl5pPr>
            <a:lvl6pPr marL="2286000" indent="0">
              <a:buNone/>
              <a:defRPr lang="ko-kr" sz="900" cap="none"/>
            </a:lvl6pPr>
            <a:lvl7pPr marL="2743200" indent="0">
              <a:buNone/>
              <a:defRPr lang="ko-kr" sz="900" cap="none"/>
            </a:lvl7pPr>
            <a:lvl8pPr marL="3200400" indent="0">
              <a:buNone/>
              <a:defRPr lang="ko-kr" sz="900" cap="none"/>
            </a:lvl8pPr>
            <a:lvl9pPr marL="3657600" indent="0">
              <a:buNone/>
              <a:defRPr lang="ko-kr" sz="900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08" name="날짜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6AFA-B4E7-5B9C-A9B6-42C924F85F17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309" name="바닥글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310" name="슬라이드 번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2D4E-00E7-5BDB-A9B6-F68E63F85FA3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프레임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JQqOAwfAAAAVAAAAAAAAAAAAAAAAAAAAAAAAAAAAAAAAAAAAAAAAAAAAAAAAAAAAAAAAAAAAAAAAAAAAAAAAAAAAAAAAAAAAAAAAAAAAAAAAAAAAAAAAAAAAAAAAAAAACEAAAAYAAAAFAAAAOgIAAAICgAAmy8AAC4mAAAQAAAAJgAAAAgAAAD/////AAAAAA=="/>
              </a:ext>
            </a:extLst>
          </p:cNvGrpSpPr>
          <p:nvPr/>
        </p:nvGrpSpPr>
        <p:grpSpPr>
          <a:xfrm flipH="1">
            <a:off x="1447800" y="1630680"/>
            <a:ext cx="6290945" cy="4575810"/>
            <a:chOff x="1447800" y="1630680"/>
            <a:chExt cx="6290945" cy="4575810"/>
          </a:xfrm>
        </p:grpSpPr>
        <p:grpSp>
          <p:nvGrpSpPr>
            <p:cNvPr id="154" name="그룹 614"/>
            <p:cNvGrp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MQqpgEfAAAAVAAAAAAAAAAAAAAAAAAAAAAAAAAAAAAAAAAAAAAAAAAAAAAAAAAAAAAAAAAAAAAAAAAAAAAAAAAAAAAAAAAAAAAAAAAAAAAAAAAAAAAAAAAAAAAAAAAAACEAAAAYAAAAFAAAAAoPAAAICgAAmy8AAFgjAAAAAAAAJgAAAAgAAAD/////AAAAAA=="/>
                </a:ext>
              </a:extLst>
            </p:cNvGrpSpPr>
            <p:nvPr/>
          </p:nvGrpSpPr>
          <p:grpSpPr>
            <a:xfrm>
              <a:off x="2444750" y="1630680"/>
              <a:ext cx="5293995" cy="4114800"/>
              <a:chOff x="2444750" y="1630680"/>
              <a:chExt cx="5293995" cy="4114800"/>
            </a:xfrm>
          </p:grpSpPr>
          <p:grpSp>
            <p:nvGrpSpPr>
              <p:cNvPr id="230" name="그룹 766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FYAAAAfAAAAVAAAAAAAAAAAAAAAAAAAAAAAAAAAAAAAAAAAAAAAAAAAAAAAAAAAAAAAAAAAAAAAAAAAAAAAAAAAAAAAAAAAAAAAAAAAAAAAAAAAAAAAAAAAAAAAAAAAACEAAAAYAAAAFAAAAAoPAAAqCgAAmy8AAIAKAAAAAAAAJgAAAAgAAAD/////AAAAAA=="/>
                  </a:ext>
                </a:extLst>
              </p:cNvGrpSpPr>
              <p:nvPr/>
            </p:nvGrpSpPr>
            <p:grpSpPr>
              <a:xfrm flipH="1">
                <a:off x="2444750" y="1652270"/>
                <a:ext cx="5293995" cy="54610"/>
                <a:chOff x="2444750" y="1652270"/>
                <a:chExt cx="5293995" cy="54610"/>
              </a:xfrm>
            </p:grpSpPr>
            <p:sp>
              <p:nvSpPr>
                <p:cNvPr id="304" name="자유형 8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S8AADkKAACbLwAAQAoAAAAAAAAmAAAACAAAAP//////////"/>
                    </a:ext>
                  </a:extLst>
                </p:cNvSpPr>
                <p:nvPr/>
              </p:nvSpPr>
              <p:spPr>
                <a:xfrm>
                  <a:off x="7706995" y="1661795"/>
                  <a:ext cx="31750" cy="4445"/>
                </a:xfrm>
                <a:custGeom>
                  <a:avLst/>
                  <a:gdLst/>
                  <a:ahLst/>
                  <a:cxnLst/>
                  <a:rect l="0" t="0" r="31750" b="4445"/>
                  <a:pathLst>
                    <a:path w="31750" h="4445">
                      <a:moveTo>
                        <a:pt x="14216" y="4445"/>
                      </a:moveTo>
                      <a:lnTo>
                        <a:pt x="31750" y="2222"/>
                      </a:lnTo>
                      <a:cubicBezTo>
                        <a:pt x="28433" y="1481"/>
                        <a:pt x="12321" y="740"/>
                        <a:pt x="18481" y="0"/>
                      </a:cubicBezTo>
                      <a:cubicBezTo>
                        <a:pt x="0" y="740"/>
                        <a:pt x="3791" y="2222"/>
                        <a:pt x="14216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3" name="자유형 8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C8AAEMKAABzLwAARAoAAAAAAAAmAAAACAAAAP//////////"/>
                    </a:ext>
                  </a:extLst>
                </p:cNvSpPr>
                <p:nvPr/>
              </p:nvSpPr>
              <p:spPr>
                <a:xfrm>
                  <a:off x="7703820" y="1668145"/>
                  <a:ext cx="9525" cy="635"/>
                </a:xfrm>
                <a:custGeom>
                  <a:avLst/>
                  <a:gdLst/>
                  <a:ahLst/>
                  <a:cxnLst/>
                  <a:rect l="0" t="0" r="9525" b="635"/>
                  <a:pathLst>
                    <a:path w="9525" h="635">
                      <a:moveTo>
                        <a:pt x="0" y="635"/>
                      </a:moveTo>
                      <a:lnTo>
                        <a:pt x="9525" y="317"/>
                      </a:lnTo>
                      <a:cubicBezTo>
                        <a:pt x="7620" y="0"/>
                        <a:pt x="5238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2" name="자유형 8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y8AAEEKAACSLwAASQoAAAAAAAAmAAAACAAAAP//////////"/>
                    </a:ext>
                  </a:extLst>
                </p:cNvSpPr>
                <p:nvPr/>
              </p:nvSpPr>
              <p:spPr>
                <a:xfrm>
                  <a:off x="7713345" y="1666875"/>
                  <a:ext cx="19685" cy="5080"/>
                </a:xfrm>
                <a:custGeom>
                  <a:avLst/>
                  <a:gdLst/>
                  <a:ahLst/>
                  <a:cxnLst/>
                  <a:rect l="0" t="0" r="19685" b="5080"/>
                  <a:pathLst>
                    <a:path w="19685" h="5080">
                      <a:moveTo>
                        <a:pt x="19685" y="0"/>
                      </a:moveTo>
                      <a:lnTo>
                        <a:pt x="0" y="1693"/>
                      </a:lnTo>
                      <a:cubicBezTo>
                        <a:pt x="2400" y="2540"/>
                        <a:pt x="2880" y="5080"/>
                        <a:pt x="9122" y="847"/>
                      </a:cubicBezTo>
                      <a:cubicBezTo>
                        <a:pt x="7201" y="2540"/>
                        <a:pt x="11042" y="847"/>
                        <a:pt x="196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1" name="자유형 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i4AADsKAADvLgAAQQoAAAAAAAAmAAAACAAAAP//////////"/>
                    </a:ext>
                  </a:extLst>
                </p:cNvSpPr>
                <p:nvPr/>
              </p:nvSpPr>
              <p:spPr>
                <a:xfrm>
                  <a:off x="7608570" y="1663065"/>
                  <a:ext cx="20955" cy="3810"/>
                </a:xfrm>
                <a:custGeom>
                  <a:avLst/>
                  <a:gdLst/>
                  <a:ahLst/>
                  <a:cxnLst/>
                  <a:rect l="0" t="0" r="20955" b="3810"/>
                  <a:pathLst>
                    <a:path w="20955" h="3810">
                      <a:moveTo>
                        <a:pt x="931" y="0"/>
                      </a:moveTo>
                      <a:cubicBezTo>
                        <a:pt x="0" y="635"/>
                        <a:pt x="6985" y="2540"/>
                        <a:pt x="8382" y="3810"/>
                      </a:cubicBezTo>
                      <a:lnTo>
                        <a:pt x="20955" y="2540"/>
                      </a:lnTo>
                      <a:cubicBezTo>
                        <a:pt x="14435" y="1905"/>
                        <a:pt x="1862" y="1270"/>
                        <a:pt x="9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0" name="자유형 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C4AAEEKAADdLgAARAoAAAAAAAAmAAAACAAAAP//////////"/>
                    </a:ext>
                  </a:extLst>
                </p:cNvSpPr>
                <p:nvPr/>
              </p:nvSpPr>
              <p:spPr>
                <a:xfrm>
                  <a:off x="7597140" y="1666875"/>
                  <a:ext cx="20955" cy="1905"/>
                </a:xfrm>
                <a:custGeom>
                  <a:avLst/>
                  <a:gdLst/>
                  <a:ahLst/>
                  <a:cxnLst/>
                  <a:rect l="0" t="0" r="20955" b="1905"/>
                  <a:pathLst>
                    <a:path w="20955" h="1905">
                      <a:moveTo>
                        <a:pt x="20002" y="0"/>
                      </a:moveTo>
                      <a:lnTo>
                        <a:pt x="0" y="1905"/>
                      </a:lnTo>
                      <a:cubicBezTo>
                        <a:pt x="17621" y="1905"/>
                        <a:pt x="20955" y="1270"/>
                        <a:pt x="200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9" name="곡선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S8AAEkKAACSLwAATgoAAAAAAAAmAAAACAAAAP//////////"/>
                    </a:ext>
                  </a:extLst>
                </p:cNvSpPr>
                <p:nvPr/>
              </p:nvSpPr>
              <p:spPr>
                <a:xfrm>
                  <a:off x="7694295" y="1671955"/>
                  <a:ext cx="38735" cy="3175"/>
                </a:xfrm>
                <a:custGeom>
                  <a:avLst/>
                  <a:gdLst/>
                  <a:ahLst/>
                  <a:cxnLst/>
                  <a:rect l="0" t="0" r="38735" b="3175"/>
                  <a:pathLst>
                    <a:path w="38735" h="3175">
                      <a:moveTo>
                        <a:pt x="6613" y="3175"/>
                      </a:moveTo>
                      <a:lnTo>
                        <a:pt x="38735" y="0"/>
                      </a:lnTo>
                      <a:lnTo>
                        <a:pt x="0" y="3175"/>
                      </a:lnTo>
                      <a:lnTo>
                        <a:pt x="661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8" name="곡선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i4AADYKAABpLgAAPAoAAAAAAAAmAAAACAAAAP//////////"/>
                    </a:ext>
                  </a:extLst>
                </p:cNvSpPr>
                <p:nvPr/>
              </p:nvSpPr>
              <p:spPr>
                <a:xfrm>
                  <a:off x="7524750" y="1659890"/>
                  <a:ext cx="19685" cy="3810"/>
                </a:xfrm>
                <a:custGeom>
                  <a:avLst/>
                  <a:gdLst/>
                  <a:ahLst/>
                  <a:cxnLst/>
                  <a:rect l="0" t="0" r="19685" b="3810"/>
                  <a:pathLst>
                    <a:path w="19685" h="3810">
                      <a:moveTo>
                        <a:pt x="8905" y="3048"/>
                      </a:moveTo>
                      <a:lnTo>
                        <a:pt x="19685" y="0"/>
                      </a:lnTo>
                      <a:lnTo>
                        <a:pt x="0" y="3810"/>
                      </a:lnTo>
                      <a:lnTo>
                        <a:pt x="8905" y="30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7" name="자유형 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S0AADQKAAAWLgAAOwoAAAAAAAAmAAAACAAAAP//////////"/>
                    </a:ext>
                  </a:extLst>
                </p:cNvSpPr>
                <p:nvPr/>
              </p:nvSpPr>
              <p:spPr>
                <a:xfrm>
                  <a:off x="7445375" y="1658620"/>
                  <a:ext cx="46355" cy="4445"/>
                </a:xfrm>
                <a:custGeom>
                  <a:avLst/>
                  <a:gdLst/>
                  <a:ahLst/>
                  <a:cxnLst/>
                  <a:rect l="0" t="0" r="46355" b="4445"/>
                  <a:pathLst>
                    <a:path w="46355" h="4445">
                      <a:moveTo>
                        <a:pt x="38313" y="4445"/>
                      </a:moveTo>
                      <a:cubicBezTo>
                        <a:pt x="46355" y="2222"/>
                        <a:pt x="26961" y="740"/>
                        <a:pt x="35475" y="0"/>
                      </a:cubicBezTo>
                      <a:cubicBezTo>
                        <a:pt x="22231" y="0"/>
                        <a:pt x="10406" y="1481"/>
                        <a:pt x="0" y="3704"/>
                      </a:cubicBezTo>
                      <a:cubicBezTo>
                        <a:pt x="11352" y="2222"/>
                        <a:pt x="23177" y="2963"/>
                        <a:pt x="38313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6" name="자유형 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S0AADkKAADNLQAAPgoAAAAAAAAmAAAACAAAAP//////////"/>
                    </a:ext>
                  </a:extLst>
                </p:cNvSpPr>
                <p:nvPr/>
              </p:nvSpPr>
              <p:spPr>
                <a:xfrm>
                  <a:off x="7427595" y="166179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0" y="3175"/>
                      </a:moveTo>
                      <a:cubicBezTo>
                        <a:pt x="5433" y="2116"/>
                        <a:pt x="11359" y="1058"/>
                        <a:pt x="17780" y="0"/>
                      </a:cubicBezTo>
                      <a:cubicBezTo>
                        <a:pt x="11853" y="0"/>
                        <a:pt x="5927" y="1058"/>
                        <a:pt x="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5" name="자유형 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i4AAD4KAACGLgAARAoAAAAAAAAmAAAACAAAAP//////////"/>
                    </a:ext>
                  </a:extLst>
                </p:cNvSpPr>
                <p:nvPr/>
              </p:nvSpPr>
              <p:spPr>
                <a:xfrm>
                  <a:off x="7547610" y="1664970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cubicBezTo>
                        <a:pt x="13811" y="3048"/>
                        <a:pt x="10954" y="762"/>
                        <a:pt x="0" y="0"/>
                      </a:cubicBezTo>
                      <a:lnTo>
                        <a:pt x="7620" y="3810"/>
                      </a:lnTo>
                      <a:lnTo>
                        <a:pt x="15240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4" name="자유형 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y4AAEMKAAB7LgAARAoAAAAAAAAmAAAACAAAAP//////////"/>
                    </a:ext>
                  </a:extLst>
                </p:cNvSpPr>
                <p:nvPr/>
              </p:nvSpPr>
              <p:spPr>
                <a:xfrm>
                  <a:off x="7538085" y="1668145"/>
                  <a:ext cx="17780" cy="635"/>
                </a:xfrm>
                <a:custGeom>
                  <a:avLst/>
                  <a:gdLst/>
                  <a:ahLst/>
                  <a:cxnLst/>
                  <a:rect l="0" t="0" r="17780" b="635"/>
                  <a:pathLst>
                    <a:path w="17780" h="635">
                      <a:moveTo>
                        <a:pt x="17780" y="635"/>
                      </a:moveTo>
                      <a:lnTo>
                        <a:pt x="17286" y="635"/>
                      </a:lnTo>
                      <a:lnTo>
                        <a:pt x="0" y="0"/>
                      </a:lnTo>
                      <a:lnTo>
                        <a:pt x="17780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3" name="곡선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i4AAEQKAACKLgAARAoAAAAAAAAmAAAACAAAAP//////////"/>
                    </a:ext>
                  </a:extLst>
                </p:cNvSpPr>
                <p:nvPr/>
              </p:nvSpPr>
              <p:spPr>
                <a:xfrm>
                  <a:off x="7562850" y="166878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2540" y="0"/>
                      </a:moveTo>
                      <a:lnTo>
                        <a:pt x="0" y="0"/>
                      </a:lnTo>
                      <a:cubicBezTo>
                        <a:pt x="1016" y="0"/>
                        <a:pt x="1524" y="0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2" name="자유형 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S4AAEkKAAAOLwAAVQoAAAAAAAAmAAAACAAAAP//////////"/>
                    </a:ext>
                  </a:extLst>
                </p:cNvSpPr>
                <p:nvPr/>
              </p:nvSpPr>
              <p:spPr>
                <a:xfrm>
                  <a:off x="7613015" y="1671955"/>
                  <a:ext cx="36195" cy="7620"/>
                </a:xfrm>
                <a:custGeom>
                  <a:avLst/>
                  <a:gdLst/>
                  <a:ahLst/>
                  <a:cxnLst/>
                  <a:rect l="0" t="0" r="36195" b="7620"/>
                  <a:pathLst>
                    <a:path w="36195" h="7620">
                      <a:moveTo>
                        <a:pt x="36195" y="0"/>
                      </a:moveTo>
                      <a:cubicBezTo>
                        <a:pt x="24612" y="2540"/>
                        <a:pt x="0" y="4233"/>
                        <a:pt x="23647" y="7620"/>
                      </a:cubicBezTo>
                      <a:cubicBezTo>
                        <a:pt x="31851" y="5080"/>
                        <a:pt x="18338" y="3387"/>
                        <a:pt x="36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1" name="자유형 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S4AAEYKAAC8LgAASwoAAAAAAAAmAAAACAAAAP//////////"/>
                    </a:ext>
                  </a:extLst>
                </p:cNvSpPr>
                <p:nvPr/>
              </p:nvSpPr>
              <p:spPr>
                <a:xfrm>
                  <a:off x="7574915" y="1670050"/>
                  <a:ext cx="22225" cy="3175"/>
                </a:xfrm>
                <a:custGeom>
                  <a:avLst/>
                  <a:gdLst/>
                  <a:ahLst/>
                  <a:cxnLst/>
                  <a:rect l="0" t="0" r="22225" b="3175"/>
                  <a:pathLst>
                    <a:path w="22225" h="3175">
                      <a:moveTo>
                        <a:pt x="0" y="2381"/>
                      </a:moveTo>
                      <a:lnTo>
                        <a:pt x="20806" y="3175"/>
                      </a:lnTo>
                      <a:cubicBezTo>
                        <a:pt x="20333" y="2381"/>
                        <a:pt x="16550" y="793"/>
                        <a:pt x="22225" y="0"/>
                      </a:cubicBez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0" name="곡선1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S4AAEkKAACZLgAATQoAAAAAAAAmAAAACAAAAP//////////"/>
                    </a:ext>
                  </a:extLst>
                </p:cNvSpPr>
                <p:nvPr/>
              </p:nvSpPr>
              <p:spPr>
                <a:xfrm>
                  <a:off x="7564755" y="1671955"/>
                  <a:ext cx="10160" cy="2540"/>
                </a:xfrm>
                <a:custGeom>
                  <a:avLst/>
                  <a:gdLst/>
                  <a:ahLst/>
                  <a:cxnLst/>
                  <a:rect l="0" t="0" r="10160" b="2540"/>
                  <a:pathLst>
                    <a:path w="10160" h="2540">
                      <a:moveTo>
                        <a:pt x="0" y="2540"/>
                      </a:moveTo>
                      <a:lnTo>
                        <a:pt x="10160" y="0"/>
                      </a:lnTo>
                      <a:lnTo>
                        <a:pt x="2309" y="0"/>
                      </a:lnTo>
                      <a:lnTo>
                        <a:pt x="0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9" name="자유형 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i0AAEEKAAD+LQAARgoAAAAAAAAmAAAACAAAAP//////////"/>
                    </a:ext>
                  </a:extLst>
                </p:cNvSpPr>
                <p:nvPr/>
              </p:nvSpPr>
              <p:spPr>
                <a:xfrm>
                  <a:off x="7433310" y="1666875"/>
                  <a:ext cx="43180" cy="3175"/>
                </a:xfrm>
                <a:custGeom>
                  <a:avLst/>
                  <a:gdLst/>
                  <a:ahLst/>
                  <a:cxnLst/>
                  <a:rect l="0" t="0" r="43180" b="3175"/>
                  <a:pathLst>
                    <a:path w="43180" h="3175">
                      <a:moveTo>
                        <a:pt x="30226" y="0"/>
                      </a:moveTo>
                      <a:cubicBezTo>
                        <a:pt x="21110" y="1587"/>
                        <a:pt x="11035" y="1587"/>
                        <a:pt x="0" y="1587"/>
                      </a:cubicBezTo>
                      <a:cubicBezTo>
                        <a:pt x="11994" y="2381"/>
                        <a:pt x="24469" y="3175"/>
                        <a:pt x="36463" y="3175"/>
                      </a:cubicBezTo>
                      <a:cubicBezTo>
                        <a:pt x="37902" y="1587"/>
                        <a:pt x="43180" y="0"/>
                        <a:pt x="302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8" name="곡선1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C4AAEMKAAAwLgAARAoAAAAAAAAmAAAACAAAAP//////////"/>
                    </a:ext>
                  </a:extLst>
                </p:cNvSpPr>
                <p:nvPr/>
              </p:nvSpPr>
              <p:spPr>
                <a:xfrm>
                  <a:off x="7505700" y="1668145"/>
                  <a:ext cx="2540" cy="635"/>
                </a:xfrm>
                <a:custGeom>
                  <a:avLst/>
                  <a:gdLst/>
                  <a:ahLst/>
                  <a:cxnLst/>
                  <a:rect l="0" t="0" r="2540" b="635"/>
                  <a:pathLst>
                    <a:path w="2540" h="635">
                      <a:moveTo>
                        <a:pt x="2540" y="0"/>
                      </a:moveTo>
                      <a:lnTo>
                        <a:pt x="0" y="635"/>
                      </a:lnTo>
                      <a:cubicBezTo>
                        <a:pt x="1524" y="635"/>
                        <a:pt x="2540" y="635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7" name="자유형 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C0AAEQKAAAQLQAARAoAAAAAAAAmAAAACAAAAP//////////"/>
                    </a:ext>
                  </a:extLst>
                </p:cNvSpPr>
                <p:nvPr/>
              </p:nvSpPr>
              <p:spPr>
                <a:xfrm>
                  <a:off x="7322820" y="166878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0" y="0"/>
                      </a:moveTo>
                      <a:lnTo>
                        <a:pt x="2032" y="0"/>
                      </a:lnTo>
                      <a:cubicBezTo>
                        <a:pt x="2032" y="0"/>
                        <a:pt x="2032" y="0"/>
                        <a:pt x="254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6" name="자유형 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y0AAEQKAAAWLgAASAoAAAAAAAAmAAAACAAAAP//////////"/>
                    </a:ext>
                  </a:extLst>
                </p:cNvSpPr>
                <p:nvPr/>
              </p:nvSpPr>
              <p:spPr>
                <a:xfrm>
                  <a:off x="7469505" y="1668780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2837" y="2540"/>
                      </a:moveTo>
                      <a:cubicBezTo>
                        <a:pt x="11821" y="2540"/>
                        <a:pt x="17023" y="1270"/>
                        <a:pt x="22225" y="0"/>
                      </a:cubicBezTo>
                      <a:cubicBezTo>
                        <a:pt x="15604" y="0"/>
                        <a:pt x="8511" y="1270"/>
                        <a:pt x="945" y="1270"/>
                      </a:cubicBezTo>
                      <a:cubicBezTo>
                        <a:pt x="0" y="1270"/>
                        <a:pt x="0" y="2540"/>
                        <a:pt x="2837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5" name="곡선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S0AAD4KAACaLQAAQQoAAAAAAAAmAAAACAAAAP//////////"/>
                    </a:ext>
                  </a:extLst>
                </p:cNvSpPr>
                <p:nvPr/>
              </p:nvSpPr>
              <p:spPr>
                <a:xfrm>
                  <a:off x="7397115" y="1664970"/>
                  <a:ext cx="15875" cy="1905"/>
                </a:xfrm>
                <a:custGeom>
                  <a:avLst/>
                  <a:gdLst/>
                  <a:ahLst/>
                  <a:cxnLst/>
                  <a:rect l="0" t="0" r="15875" b="1905"/>
                  <a:pathLst>
                    <a:path w="15875" h="1905">
                      <a:moveTo>
                        <a:pt x="0" y="635"/>
                      </a:moveTo>
                      <a:cubicBezTo>
                        <a:pt x="4810" y="1270"/>
                        <a:pt x="10102" y="1905"/>
                        <a:pt x="15875" y="1905"/>
                      </a:cubicBezTo>
                      <a:cubicBezTo>
                        <a:pt x="11064" y="1270"/>
                        <a:pt x="1443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4" name="곡선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i4AAEEKAAArLgAAQQoAAAAAAAAmAAAACAAAAP//////////"/>
                    </a:ext>
                  </a:extLst>
                </p:cNvSpPr>
                <p:nvPr/>
              </p:nvSpPr>
              <p:spPr>
                <a:xfrm>
                  <a:off x="7501890" y="1666875"/>
                  <a:ext cx="3175" cy="0"/>
                </a:xfrm>
                <a:custGeom>
                  <a:avLst/>
                  <a:gdLst/>
                  <a:ahLst/>
                  <a:cxnLst/>
                  <a:rect l="0" t="0" r="3175" b="0"/>
                  <a:pathLst>
                    <a:path w="3175">
                      <a:moveTo>
                        <a:pt x="1587" y="0"/>
                      </a:moveTo>
                      <a:lnTo>
                        <a:pt x="3175" y="0"/>
                      </a:lnTo>
                      <a:cubicBezTo>
                        <a:pt x="0" y="0"/>
                        <a:pt x="0" y="0"/>
                        <a:pt x="15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3" name="곡선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i4AAEEKAAAsLgAARAoAAAAAAAAmAAAACAAAAP//////////"/>
                    </a:ext>
                  </a:extLst>
                </p:cNvSpPr>
                <p:nvPr/>
              </p:nvSpPr>
              <p:spPr>
                <a:xfrm>
                  <a:off x="7491730" y="166687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11266" y="0"/>
                      </a:moveTo>
                      <a:cubicBezTo>
                        <a:pt x="6760" y="635"/>
                        <a:pt x="3605" y="1270"/>
                        <a:pt x="0" y="1905"/>
                      </a:cubicBezTo>
                      <a:cubicBezTo>
                        <a:pt x="4957" y="1905"/>
                        <a:pt x="9914" y="1270"/>
                        <a:pt x="13970" y="1270"/>
                      </a:cubicBezTo>
                      <a:cubicBezTo>
                        <a:pt x="13069" y="635"/>
                        <a:pt x="12167" y="635"/>
                        <a:pt x="112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2" name="자유형 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iwAAEQKAAA/LQAAZAoAAAAAAAAmAAAACAAAAP//////////"/>
                    </a:ext>
                  </a:extLst>
                </p:cNvSpPr>
                <p:nvPr/>
              </p:nvSpPr>
              <p:spPr>
                <a:xfrm>
                  <a:off x="7260590" y="1668780"/>
                  <a:ext cx="94615" cy="20320"/>
                </a:xfrm>
                <a:custGeom>
                  <a:avLst/>
                  <a:gdLst/>
                  <a:ahLst/>
                  <a:cxnLst/>
                  <a:rect l="0" t="0" r="94615" b="20320"/>
                  <a:pathLst>
                    <a:path w="94615" h="20320">
                      <a:moveTo>
                        <a:pt x="28671" y="20320"/>
                      </a:moveTo>
                      <a:cubicBezTo>
                        <a:pt x="30104" y="17310"/>
                        <a:pt x="53997" y="14299"/>
                        <a:pt x="74545" y="18062"/>
                      </a:cubicBezTo>
                      <a:cubicBezTo>
                        <a:pt x="94615" y="15804"/>
                        <a:pt x="81712" y="5268"/>
                        <a:pt x="64032" y="0"/>
                      </a:cubicBezTo>
                      <a:cubicBezTo>
                        <a:pt x="63554" y="1505"/>
                        <a:pt x="63554" y="2258"/>
                        <a:pt x="42528" y="4516"/>
                      </a:cubicBezTo>
                      <a:cubicBezTo>
                        <a:pt x="49696" y="6021"/>
                        <a:pt x="88880" y="8279"/>
                        <a:pt x="71200" y="10536"/>
                      </a:cubicBezTo>
                      <a:cubicBezTo>
                        <a:pt x="43484" y="12041"/>
                        <a:pt x="48741" y="9784"/>
                        <a:pt x="35361" y="8279"/>
                      </a:cubicBezTo>
                      <a:cubicBezTo>
                        <a:pt x="46351" y="12041"/>
                        <a:pt x="0" y="13547"/>
                        <a:pt x="6212" y="18815"/>
                      </a:cubicBezTo>
                      <a:lnTo>
                        <a:pt x="30104" y="17310"/>
                      </a:lnTo>
                      <a:cubicBezTo>
                        <a:pt x="30582" y="18062"/>
                        <a:pt x="21981" y="19567"/>
                        <a:pt x="28671" y="20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1" name="곡선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C0AAD4KAABbLQAARAoAAAAAAAAmAAAACAAAAP//////////"/>
                    </a:ext>
                  </a:extLst>
                </p:cNvSpPr>
                <p:nvPr/>
              </p:nvSpPr>
              <p:spPr>
                <a:xfrm>
                  <a:off x="7325360" y="1664970"/>
                  <a:ext cx="47625" cy="3810"/>
                </a:xfrm>
                <a:custGeom>
                  <a:avLst/>
                  <a:gdLst/>
                  <a:ahLst/>
                  <a:cxnLst/>
                  <a:rect l="0" t="0" r="47625" b="3810"/>
                  <a:pathLst>
                    <a:path w="47625" h="3810">
                      <a:moveTo>
                        <a:pt x="39052" y="3810"/>
                      </a:moveTo>
                      <a:lnTo>
                        <a:pt x="47625" y="3810"/>
                      </a:lnTo>
                      <a:cubicBezTo>
                        <a:pt x="37623" y="3175"/>
                        <a:pt x="30956" y="2540"/>
                        <a:pt x="18097" y="0"/>
                      </a:cubicBezTo>
                      <a:cubicBezTo>
                        <a:pt x="3810" y="1270"/>
                        <a:pt x="952" y="2540"/>
                        <a:pt x="0" y="3175"/>
                      </a:cubicBezTo>
                      <a:lnTo>
                        <a:pt x="41910" y="3810"/>
                      </a:lnTo>
                      <a:lnTo>
                        <a:pt x="39052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0" name="자유형 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y0AAEEKAADFLQAAUgoAAAAAAAAmAAAACAAAAP//////////"/>
                    </a:ext>
                  </a:extLst>
                </p:cNvSpPr>
                <p:nvPr/>
              </p:nvSpPr>
              <p:spPr>
                <a:xfrm>
                  <a:off x="7372985" y="1666875"/>
                  <a:ext cx="67310" cy="10795"/>
                </a:xfrm>
                <a:custGeom>
                  <a:avLst/>
                  <a:gdLst/>
                  <a:ahLst/>
                  <a:cxnLst/>
                  <a:rect l="0" t="0" r="67310" b="10795"/>
                  <a:pathLst>
                    <a:path w="67310" h="10795">
                      <a:moveTo>
                        <a:pt x="37921" y="2313"/>
                      </a:moveTo>
                      <a:cubicBezTo>
                        <a:pt x="31285" y="5397"/>
                        <a:pt x="10902" y="6939"/>
                        <a:pt x="23227" y="10795"/>
                      </a:cubicBezTo>
                      <a:cubicBezTo>
                        <a:pt x="48349" y="10795"/>
                        <a:pt x="40765" y="7710"/>
                        <a:pt x="55934" y="6168"/>
                      </a:cubicBezTo>
                      <a:cubicBezTo>
                        <a:pt x="15642" y="6939"/>
                        <a:pt x="67310" y="4626"/>
                        <a:pt x="38395" y="2313"/>
                      </a:cubicBezTo>
                      <a:cubicBezTo>
                        <a:pt x="45979" y="2313"/>
                        <a:pt x="53090" y="1542"/>
                        <a:pt x="60200" y="1542"/>
                      </a:cubicBezTo>
                      <a:cubicBezTo>
                        <a:pt x="52616" y="1542"/>
                        <a:pt x="45979" y="771"/>
                        <a:pt x="39343" y="0"/>
                      </a:cubicBezTo>
                      <a:lnTo>
                        <a:pt x="40291" y="771"/>
                      </a:lnTo>
                      <a:cubicBezTo>
                        <a:pt x="40291" y="771"/>
                        <a:pt x="40291" y="771"/>
                        <a:pt x="40291" y="771"/>
                      </a:cubicBezTo>
                      <a:cubicBezTo>
                        <a:pt x="42187" y="771"/>
                        <a:pt x="42661" y="771"/>
                        <a:pt x="40765" y="771"/>
                      </a:cubicBezTo>
                      <a:lnTo>
                        <a:pt x="39817" y="771"/>
                      </a:lnTo>
                      <a:cubicBezTo>
                        <a:pt x="39343" y="1542"/>
                        <a:pt x="38869" y="1542"/>
                        <a:pt x="37921" y="2313"/>
                      </a:cubicBezTo>
                      <a:cubicBezTo>
                        <a:pt x="26545" y="1542"/>
                        <a:pt x="36025" y="1542"/>
                        <a:pt x="39817" y="771"/>
                      </a:cubicBezTo>
                      <a:cubicBezTo>
                        <a:pt x="39817" y="771"/>
                        <a:pt x="40291" y="771"/>
                        <a:pt x="40291" y="771"/>
                      </a:cubicBezTo>
                      <a:lnTo>
                        <a:pt x="0" y="2313"/>
                      </a:lnTo>
                      <a:cubicBezTo>
                        <a:pt x="8532" y="2313"/>
                        <a:pt x="18961" y="2313"/>
                        <a:pt x="37921" y="23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9" name="곡선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C4AAF0KAADYLgAAXwoAAAAAAAAmAAAACAAAAP//////////"/>
                    </a:ext>
                  </a:extLst>
                </p:cNvSpPr>
                <p:nvPr/>
              </p:nvSpPr>
              <p:spPr>
                <a:xfrm>
                  <a:off x="7609840" y="1684655"/>
                  <a:ext cx="5080" cy="1270"/>
                </a:xfrm>
                <a:custGeom>
                  <a:avLst/>
                  <a:gdLst/>
                  <a:ahLst/>
                  <a:cxnLst/>
                  <a:rect l="0" t="0" r="5080" b="1270"/>
                  <a:pathLst>
                    <a:path w="5080" h="1270">
                      <a:moveTo>
                        <a:pt x="5080" y="1270"/>
                      </a:moveTo>
                      <a:cubicBezTo>
                        <a:pt x="3695" y="1270"/>
                        <a:pt x="3695" y="1270"/>
                        <a:pt x="3695" y="0"/>
                      </a:cubicBezTo>
                      <a:cubicBezTo>
                        <a:pt x="924" y="1270"/>
                        <a:pt x="0" y="1270"/>
                        <a:pt x="508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8" name="자유형 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S4AAFAKAAD2LgAAXQoAAAAAAAAmAAAACAAAAP//////////"/>
                    </a:ext>
                  </a:extLst>
                </p:cNvSpPr>
                <p:nvPr/>
              </p:nvSpPr>
              <p:spPr>
                <a:xfrm>
                  <a:off x="7574915" y="1676400"/>
                  <a:ext cx="59055" cy="8255"/>
                </a:xfrm>
                <a:custGeom>
                  <a:avLst/>
                  <a:gdLst/>
                  <a:ahLst/>
                  <a:cxnLst/>
                  <a:rect l="0" t="0" r="59055" b="8255"/>
                  <a:pathLst>
                    <a:path w="59055" h="8255">
                      <a:moveTo>
                        <a:pt x="23234" y="7567"/>
                      </a:moveTo>
                      <a:cubicBezTo>
                        <a:pt x="26139" y="6879"/>
                        <a:pt x="28559" y="5503"/>
                        <a:pt x="38240" y="6191"/>
                      </a:cubicBezTo>
                      <a:cubicBezTo>
                        <a:pt x="46469" y="6879"/>
                        <a:pt x="38240" y="7567"/>
                        <a:pt x="38724" y="8255"/>
                      </a:cubicBezTo>
                      <a:cubicBezTo>
                        <a:pt x="44533" y="7567"/>
                        <a:pt x="59055" y="6191"/>
                        <a:pt x="40660" y="4815"/>
                      </a:cubicBezTo>
                      <a:lnTo>
                        <a:pt x="37756" y="5503"/>
                      </a:lnTo>
                      <a:cubicBezTo>
                        <a:pt x="21298" y="4127"/>
                        <a:pt x="0" y="687"/>
                        <a:pt x="2904" y="0"/>
                      </a:cubicBezTo>
                      <a:cubicBezTo>
                        <a:pt x="7744" y="2751"/>
                        <a:pt x="12101" y="4815"/>
                        <a:pt x="23234" y="75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7" name="곡선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C0AAFIKAAArLgAAWAoAAAAAAAAmAAAACAAAAP//////////"/>
                    </a:ext>
                  </a:extLst>
                </p:cNvSpPr>
                <p:nvPr/>
              </p:nvSpPr>
              <p:spPr>
                <a:xfrm>
                  <a:off x="7470140" y="1677670"/>
                  <a:ext cx="34925" cy="3810"/>
                </a:xfrm>
                <a:custGeom>
                  <a:avLst/>
                  <a:gdLst/>
                  <a:ahLst/>
                  <a:cxnLst/>
                  <a:rect l="0" t="0" r="34925" b="3810"/>
                  <a:pathLst>
                    <a:path w="34925" h="3810">
                      <a:moveTo>
                        <a:pt x="33037" y="0"/>
                      </a:moveTo>
                      <a:lnTo>
                        <a:pt x="0" y="1270"/>
                      </a:lnTo>
                      <a:lnTo>
                        <a:pt x="16990" y="3810"/>
                      </a:lnTo>
                      <a:lnTo>
                        <a:pt x="16046" y="2540"/>
                      </a:lnTo>
                      <a:cubicBezTo>
                        <a:pt x="34925" y="2540"/>
                        <a:pt x="30677" y="1270"/>
                        <a:pt x="330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6" name="자유형 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iwAADwKAAAMLQAARAoAAAAAAAAmAAAACAAAAP//////////"/>
                    </a:ext>
                  </a:extLst>
                </p:cNvSpPr>
                <p:nvPr/>
              </p:nvSpPr>
              <p:spPr>
                <a:xfrm>
                  <a:off x="7303770" y="1663700"/>
                  <a:ext cx="19050" cy="5080"/>
                </a:xfrm>
                <a:custGeom>
                  <a:avLst/>
                  <a:gdLst/>
                  <a:ahLst/>
                  <a:cxnLst/>
                  <a:rect l="0" t="0" r="19050" b="5080"/>
                  <a:pathLst>
                    <a:path w="19050" h="5080">
                      <a:moveTo>
                        <a:pt x="14764" y="3629"/>
                      </a:moveTo>
                      <a:lnTo>
                        <a:pt x="19050" y="0"/>
                      </a:lnTo>
                      <a:lnTo>
                        <a:pt x="0" y="5080"/>
                      </a:lnTo>
                      <a:lnTo>
                        <a:pt x="14764" y="362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5" name="곡선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SwAAD4KAADCLAAAQQoAAAAAAAAmAAAACAAAAP//////////"/>
                    </a:ext>
                  </a:extLst>
                </p:cNvSpPr>
                <p:nvPr/>
              </p:nvSpPr>
              <p:spPr>
                <a:xfrm>
                  <a:off x="7265035" y="166497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9445" y="1905"/>
                      </a:moveTo>
                      <a:lnTo>
                        <a:pt x="10795" y="0"/>
                      </a:lnTo>
                      <a:lnTo>
                        <a:pt x="0" y="1428"/>
                      </a:lnTo>
                      <a:lnTo>
                        <a:pt x="9445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4" name="자유형 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h0AAG8KAACCHQAAcQoAAAAAAAAmAAAACAAAAP//////////"/>
                    </a:ext>
                  </a:extLst>
                </p:cNvSpPr>
                <p:nvPr/>
              </p:nvSpPr>
              <p:spPr>
                <a:xfrm>
                  <a:off x="4786630" y="1696085"/>
                  <a:ext cx="10160" cy="1270"/>
                </a:xfrm>
                <a:custGeom>
                  <a:avLst/>
                  <a:gdLst/>
                  <a:ahLst/>
                  <a:cxnLst/>
                  <a:rect l="0" t="0" r="10160" b="1270"/>
                  <a:pathLst>
                    <a:path w="10160" h="1270">
                      <a:moveTo>
                        <a:pt x="10160" y="0"/>
                      </a:moveTo>
                      <a:lnTo>
                        <a:pt x="0" y="1270"/>
                      </a:lnTo>
                      <a:cubicBezTo>
                        <a:pt x="4838" y="0"/>
                        <a:pt x="7741" y="0"/>
                        <a:pt x="10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3" name="자유형 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x0AAG4KAAD2HQAAbwoAAAAAAAAmAAAACAAAAP//////////"/>
                    </a:ext>
                  </a:extLst>
                </p:cNvSpPr>
                <p:nvPr/>
              </p:nvSpPr>
              <p:spPr>
                <a:xfrm>
                  <a:off x="4866005" y="1695450"/>
                  <a:ext cx="4445" cy="635"/>
                </a:xfrm>
                <a:custGeom>
                  <a:avLst/>
                  <a:gdLst/>
                  <a:ahLst/>
                  <a:cxnLst/>
                  <a:rect l="0" t="0" r="4445" b="635"/>
                  <a:pathLst>
                    <a:path w="4445" h="635">
                      <a:moveTo>
                        <a:pt x="2667" y="635"/>
                      </a:moveTo>
                      <a:lnTo>
                        <a:pt x="4445" y="0"/>
                      </a:lnTo>
                      <a:cubicBezTo>
                        <a:pt x="1333" y="317"/>
                        <a:pt x="0" y="635"/>
                        <a:pt x="2667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2" name="자유형 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SUAADQKAAAeJgAAPgoAAAAAAAAmAAAACAAAAP//////////"/>
                    </a:ext>
                  </a:extLst>
                </p:cNvSpPr>
                <p:nvPr/>
              </p:nvSpPr>
              <p:spPr>
                <a:xfrm>
                  <a:off x="6165215" y="1658620"/>
                  <a:ext cx="31115" cy="6350"/>
                </a:xfrm>
                <a:custGeom>
                  <a:avLst/>
                  <a:gdLst/>
                  <a:ahLst/>
                  <a:cxnLst/>
                  <a:rect l="0" t="0" r="31115" b="6350"/>
                  <a:pathLst>
                    <a:path w="31115" h="6350">
                      <a:moveTo>
                        <a:pt x="31115" y="6350"/>
                      </a:moveTo>
                      <a:cubicBezTo>
                        <a:pt x="16275" y="3528"/>
                        <a:pt x="0" y="0"/>
                        <a:pt x="1914" y="2822"/>
                      </a:cubicBezTo>
                      <a:lnTo>
                        <a:pt x="6223" y="5644"/>
                      </a:lnTo>
                      <a:cubicBezTo>
                        <a:pt x="16754" y="4939"/>
                        <a:pt x="24413" y="5644"/>
                        <a:pt x="31115" y="63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1" name="자유형 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yEAAFUKAACpIQAAWgoAAAAAAAAmAAAACAAAAP//////////"/>
                    </a:ext>
                  </a:extLst>
                </p:cNvSpPr>
                <p:nvPr/>
              </p:nvSpPr>
              <p:spPr>
                <a:xfrm>
                  <a:off x="5457825" y="1679575"/>
                  <a:ext cx="13970" cy="3175"/>
                </a:xfrm>
                <a:custGeom>
                  <a:avLst/>
                  <a:gdLst/>
                  <a:ahLst/>
                  <a:cxnLst/>
                  <a:rect l="0" t="0" r="13970" b="3175"/>
                  <a:pathLst>
                    <a:path w="13970" h="3175">
                      <a:moveTo>
                        <a:pt x="0" y="2381"/>
                      </a:moveTo>
                      <a:lnTo>
                        <a:pt x="4336" y="3175"/>
                      </a:lnTo>
                      <a:lnTo>
                        <a:pt x="13970" y="0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0" name="자유형 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CEAAGsKAACCIQAAbgoAAAAAAAAmAAAACAAAAP//////////"/>
                    </a:ext>
                  </a:extLst>
                </p:cNvSpPr>
                <p:nvPr/>
              </p:nvSpPr>
              <p:spPr>
                <a:xfrm>
                  <a:off x="5427980" y="1693545"/>
                  <a:ext cx="19050" cy="1905"/>
                </a:xfrm>
                <a:custGeom>
                  <a:avLst/>
                  <a:gdLst/>
                  <a:ahLst/>
                  <a:cxnLst/>
                  <a:rect l="0" t="0" r="19050" b="1905"/>
                  <a:pathLst>
                    <a:path w="19050" h="1905">
                      <a:moveTo>
                        <a:pt x="19050" y="1905"/>
                      </a:moveTo>
                      <a:lnTo>
                        <a:pt x="0" y="0"/>
                      </a:lnTo>
                      <a:cubicBezTo>
                        <a:pt x="4286" y="635"/>
                        <a:pt x="10478" y="1270"/>
                        <a:pt x="1905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9" name="자유형 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RsAAHMKAAAhGwAAeAoAAAAAAAAmAAAACAAAAP//////////"/>
                    </a:ext>
                  </a:extLst>
                </p:cNvSpPr>
                <p:nvPr/>
              </p:nvSpPr>
              <p:spPr>
                <a:xfrm>
                  <a:off x="4392295" y="169862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11229" y="0"/>
                      </a:moveTo>
                      <a:lnTo>
                        <a:pt x="0" y="3175"/>
                      </a:lnTo>
                      <a:cubicBezTo>
                        <a:pt x="17780" y="3175"/>
                        <a:pt x="9826" y="1905"/>
                        <a:pt x="11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8" name="자유형 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ykAAEAKAAD8KQAARgoAAAAAAAAmAAAACAAAAP//////////"/>
                    </a:ext>
                  </a:extLst>
                </p:cNvSpPr>
                <p:nvPr/>
              </p:nvSpPr>
              <p:spPr>
                <a:xfrm>
                  <a:off x="6793865" y="1666240"/>
                  <a:ext cx="31115" cy="3810"/>
                </a:xfrm>
                <a:custGeom>
                  <a:avLst/>
                  <a:gdLst/>
                  <a:ahLst/>
                  <a:cxnLst/>
                  <a:rect l="0" t="0" r="31115" b="3810"/>
                  <a:pathLst>
                    <a:path w="31115" h="3810">
                      <a:moveTo>
                        <a:pt x="31115" y="1905"/>
                      </a:moveTo>
                      <a:cubicBezTo>
                        <a:pt x="18669" y="635"/>
                        <a:pt x="8616" y="0"/>
                        <a:pt x="0" y="0"/>
                      </a:cubicBezTo>
                      <a:cubicBezTo>
                        <a:pt x="15318" y="1270"/>
                        <a:pt x="27285" y="3810"/>
                        <a:pt x="31115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7" name="곡선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R0AADkKAACwHQAAPAoAAAAAAAAmAAAACAAAAP//////////"/>
                    </a:ext>
                  </a:extLst>
                </p:cNvSpPr>
                <p:nvPr/>
              </p:nvSpPr>
              <p:spPr>
                <a:xfrm>
                  <a:off x="4816475" y="1661795"/>
                  <a:ext cx="9525" cy="1905"/>
                </a:xfrm>
                <a:custGeom>
                  <a:avLst/>
                  <a:gdLst/>
                  <a:ahLst/>
                  <a:cxnLst/>
                  <a:rect l="0" t="0" r="9525" b="1905"/>
                  <a:pathLst>
                    <a:path w="9525" h="1905">
                      <a:moveTo>
                        <a:pt x="8164" y="0"/>
                      </a:moveTo>
                      <a:cubicBezTo>
                        <a:pt x="2267" y="952"/>
                        <a:pt x="0" y="1905"/>
                        <a:pt x="0" y="1905"/>
                      </a:cubicBezTo>
                      <a:cubicBezTo>
                        <a:pt x="5896" y="1905"/>
                        <a:pt x="9525" y="952"/>
                        <a:pt x="81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6" name="자유형 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ykAADwKAADLKQAAQQoAAAAAAAAmAAAACAAAAP//////////"/>
                    </a:ext>
                  </a:extLst>
                </p:cNvSpPr>
                <p:nvPr/>
              </p:nvSpPr>
              <p:spPr>
                <a:xfrm>
                  <a:off x="6758305" y="1663700"/>
                  <a:ext cx="35560" cy="3175"/>
                </a:xfrm>
                <a:custGeom>
                  <a:avLst/>
                  <a:gdLst/>
                  <a:ahLst/>
                  <a:cxnLst/>
                  <a:rect l="0" t="0" r="35560" b="3175"/>
                  <a:pathLst>
                    <a:path w="35560" h="3175">
                      <a:moveTo>
                        <a:pt x="0" y="2381"/>
                      </a:moveTo>
                      <a:lnTo>
                        <a:pt x="6164" y="3175"/>
                      </a:lnTo>
                      <a:cubicBezTo>
                        <a:pt x="15172" y="2381"/>
                        <a:pt x="24655" y="1587"/>
                        <a:pt x="35560" y="2381"/>
                      </a:cubicBezTo>
                      <a:cubicBezTo>
                        <a:pt x="24655" y="793"/>
                        <a:pt x="11853" y="0"/>
                        <a:pt x="0" y="2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5" name="자유형 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hIAAGcKAABVEgAAaQoAAAAAAAAmAAAACAAAAP//////////"/>
                    </a:ext>
                  </a:extLst>
                </p:cNvSpPr>
                <p:nvPr/>
              </p:nvSpPr>
              <p:spPr>
                <a:xfrm>
                  <a:off x="2975610" y="1691005"/>
                  <a:ext cx="4445" cy="1270"/>
                </a:xfrm>
                <a:custGeom>
                  <a:avLst/>
                  <a:gdLst/>
                  <a:ahLst/>
                  <a:cxnLst/>
                  <a:rect l="0" t="0" r="4445" b="1270"/>
                  <a:pathLst>
                    <a:path w="4445" h="1270">
                      <a:moveTo>
                        <a:pt x="4445" y="1270"/>
                      </a:moveTo>
                      <a:lnTo>
                        <a:pt x="555" y="0"/>
                      </a:lnTo>
                      <a:cubicBezTo>
                        <a:pt x="0" y="1270"/>
                        <a:pt x="1666" y="1270"/>
                        <a:pt x="444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4" name="자유형 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w8AADQKAADjDwAANgoAAAAAAAAmAAAACAAAAP//////////"/>
                    </a:ext>
                  </a:extLst>
                </p:cNvSpPr>
                <p:nvPr/>
              </p:nvSpPr>
              <p:spPr>
                <a:xfrm>
                  <a:off x="2564765" y="165862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4445" y="1270"/>
                        <a:pt x="11359" y="1270"/>
                        <a:pt x="17780" y="1270"/>
                      </a:cubicBezTo>
                      <a:cubicBezTo>
                        <a:pt x="14323" y="0"/>
                        <a:pt x="9384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3" name="자유형 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isAAD4KAAC5KwAAQAoAAAAAAAAmAAAACAAAAP//////////"/>
                    </a:ext>
                  </a:extLst>
                </p:cNvSpPr>
                <p:nvPr/>
              </p:nvSpPr>
              <p:spPr>
                <a:xfrm>
                  <a:off x="7098030" y="166497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cubicBezTo>
                        <a:pt x="9525" y="1270"/>
                        <a:pt x="142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2" name="자유형 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CsAAFMKAADyKwAAVwoAAAAAAAAmAAAACAAAAP//////////"/>
                    </a:ext>
                  </a:extLst>
                </p:cNvSpPr>
                <p:nvPr/>
              </p:nvSpPr>
              <p:spPr>
                <a:xfrm>
                  <a:off x="7139940" y="1678305"/>
                  <a:ext cx="3810" cy="2540"/>
                </a:xfrm>
                <a:custGeom>
                  <a:avLst/>
                  <a:gdLst/>
                  <a:ahLst/>
                  <a:cxnLst/>
                  <a:rect l="0" t="0" r="3810" b="2540"/>
                  <a:pathLst>
                    <a:path w="3810" h="2540">
                      <a:moveTo>
                        <a:pt x="3810" y="0"/>
                      </a:moveTo>
                      <a:cubicBezTo>
                        <a:pt x="1905" y="847"/>
                        <a:pt x="476" y="1693"/>
                        <a:pt x="0" y="2540"/>
                      </a:cubicBezTo>
                      <a:cubicBezTo>
                        <a:pt x="953" y="1693"/>
                        <a:pt x="1905" y="847"/>
                        <a:pt x="38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1" name="자유형 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ygAAF8KAAADKQAAYQoAAAAAAAAmAAAACAAAAP//////////"/>
                    </a:ext>
                  </a:extLst>
                </p:cNvSpPr>
                <p:nvPr/>
              </p:nvSpPr>
              <p:spPr>
                <a:xfrm>
                  <a:off x="6664325" y="168592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508" y="0"/>
                      </a:moveTo>
                      <a:lnTo>
                        <a:pt x="0" y="0"/>
                      </a:lnTo>
                      <a:cubicBezTo>
                        <a:pt x="2540" y="1270"/>
                        <a:pt x="2032" y="0"/>
                        <a:pt x="5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0" name="자유형 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isAAEEKAADAKwAAQQoAAAAAAAAmAAAACAAAAP//////////"/>
                    </a:ext>
                  </a:extLst>
                </p:cNvSpPr>
                <p:nvPr/>
              </p:nvSpPr>
              <p:spPr>
                <a:xfrm>
                  <a:off x="7100570" y="1666875"/>
                  <a:ext cx="11430" cy="0"/>
                </a:xfrm>
                <a:custGeom>
                  <a:avLst/>
                  <a:gdLst/>
                  <a:ahLst/>
                  <a:cxnLst/>
                  <a:rect l="0" t="0" r="11430" b="0"/>
                  <a:pathLst>
                    <a:path w="11430">
                      <a:moveTo>
                        <a:pt x="11430" y="0"/>
                      </a:moveTo>
                      <a:cubicBezTo>
                        <a:pt x="8230" y="0"/>
                        <a:pt x="4572" y="0"/>
                        <a:pt x="0" y="0"/>
                      </a:cubicBezTo>
                      <a:cubicBezTo>
                        <a:pt x="2286" y="0"/>
                        <a:pt x="5486" y="0"/>
                        <a:pt x="11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9" name="자유형 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SsAAD4KAADMKwAAQAoAAAAAAAAmAAAACAAAAP//////////"/>
                    </a:ext>
                  </a:extLst>
                </p:cNvSpPr>
                <p:nvPr/>
              </p:nvSpPr>
              <p:spPr>
                <a:xfrm>
                  <a:off x="7110095" y="166497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lnTo>
                        <a:pt x="8572" y="1270"/>
                      </a:lnTo>
                      <a:cubicBezTo>
                        <a:pt x="9525" y="1270"/>
                        <a:pt x="8572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8" name="자유형 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isAAEAKAACuKwAAQQoAAAAAAAAmAAAACAAAAP//////////"/>
                    </a:ext>
                  </a:extLst>
                </p:cNvSpPr>
                <p:nvPr/>
              </p:nvSpPr>
              <p:spPr>
                <a:xfrm>
                  <a:off x="7085330" y="1666240"/>
                  <a:ext cx="15240" cy="635"/>
                </a:xfrm>
                <a:custGeom>
                  <a:avLst/>
                  <a:gdLst/>
                  <a:ahLst/>
                  <a:cxnLst/>
                  <a:rect l="0" t="0" r="15240" b="635"/>
                  <a:pathLst>
                    <a:path w="15240" h="635">
                      <a:moveTo>
                        <a:pt x="0" y="0"/>
                      </a:moveTo>
                      <a:cubicBezTo>
                        <a:pt x="5408" y="0"/>
                        <a:pt x="10324" y="0"/>
                        <a:pt x="15240" y="635"/>
                      </a:cubicBezTo>
                      <a:cubicBezTo>
                        <a:pt x="13765" y="0"/>
                        <a:pt x="12782" y="0"/>
                        <a:pt x="1327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7" name="자유형 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RYAAF0KAAAGFwAAYQoAAAAAAAAmAAAACAAAAP//////////"/>
                    </a:ext>
                  </a:extLst>
                </p:cNvSpPr>
                <p:nvPr/>
              </p:nvSpPr>
              <p:spPr>
                <a:xfrm>
                  <a:off x="3731895" y="1684655"/>
                  <a:ext cx="10795" cy="2540"/>
                </a:xfrm>
                <a:custGeom>
                  <a:avLst/>
                  <a:gdLst/>
                  <a:ahLst/>
                  <a:cxnLst/>
                  <a:rect l="0" t="0" r="10795" b="2540"/>
                  <a:pathLst>
                    <a:path w="10795" h="2540">
                      <a:moveTo>
                        <a:pt x="10795" y="0"/>
                      </a:moveTo>
                      <a:lnTo>
                        <a:pt x="8917" y="0"/>
                      </a:lnTo>
                      <a:cubicBezTo>
                        <a:pt x="0" y="2540"/>
                        <a:pt x="3754" y="1270"/>
                        <a:pt x="107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6" name="자유형 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CQAAHEKAACiJAAAcwoAAAAAAAAmAAAACAAAAP//////////"/>
                    </a:ext>
                  </a:extLst>
                </p:cNvSpPr>
                <p:nvPr/>
              </p:nvSpPr>
              <p:spPr>
                <a:xfrm>
                  <a:off x="5953760" y="1697355"/>
                  <a:ext cx="1270" cy="1270"/>
                </a:xfrm>
                <a:custGeom>
                  <a:avLst/>
                  <a:gdLst/>
                  <a:ahLst/>
                  <a:cxnLst/>
                  <a:rect l="0" t="0" r="1270" b="1270"/>
                  <a:pathLst>
                    <a:path w="1270" h="1270">
                      <a:moveTo>
                        <a:pt x="423" y="1270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5" name="자유형 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yQAAGIKAACgJAAAdgoAAAAAAAAmAAAACAAAAP//////////"/>
                    </a:ext>
                  </a:extLst>
                </p:cNvSpPr>
                <p:nvPr/>
              </p:nvSpPr>
              <p:spPr>
                <a:xfrm>
                  <a:off x="5920105" y="1687830"/>
                  <a:ext cx="33655" cy="12700"/>
                </a:xfrm>
                <a:custGeom>
                  <a:avLst/>
                  <a:gdLst/>
                  <a:ahLst/>
                  <a:cxnLst/>
                  <a:rect l="0" t="0" r="33655" b="12700"/>
                  <a:pathLst>
                    <a:path w="33655" h="12700">
                      <a:moveTo>
                        <a:pt x="0" y="12700"/>
                      </a:moveTo>
                      <a:cubicBezTo>
                        <a:pt x="14632" y="8218"/>
                        <a:pt x="22924" y="8965"/>
                        <a:pt x="33655" y="9712"/>
                      </a:cubicBezTo>
                      <a:lnTo>
                        <a:pt x="22436" y="0"/>
                      </a:lnTo>
                      <a:lnTo>
                        <a:pt x="0" y="127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4" name="자유형 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Q8AACoKAACgLAAAgAoAAAAAAAAmAAAACAAAAP//////////"/>
                    </a:ext>
                  </a:extLst>
                </p:cNvSpPr>
                <p:nvPr/>
              </p:nvSpPr>
              <p:spPr>
                <a:xfrm>
                  <a:off x="2464435" y="1652270"/>
                  <a:ext cx="4789805" cy="54610"/>
                </a:xfrm>
                <a:custGeom>
                  <a:avLst/>
                  <a:gdLst/>
                  <a:ahLst/>
                  <a:cxnLst/>
                  <a:rect l="0" t="0" r="4789805" b="54610"/>
                  <a:pathLst>
                    <a:path w="4789805" h="54610">
                      <a:moveTo>
                        <a:pt x="1179065" y="8738"/>
                      </a:moveTo>
                      <a:lnTo>
                        <a:pt x="1185273" y="9466"/>
                      </a:lnTo>
                      <a:cubicBezTo>
                        <a:pt x="1171424" y="10922"/>
                        <a:pt x="1175245" y="9466"/>
                        <a:pt x="1179065" y="8738"/>
                      </a:cubicBezTo>
                      <a:close/>
                      <a:moveTo>
                        <a:pt x="4562969" y="18203"/>
                      </a:moveTo>
                      <a:cubicBezTo>
                        <a:pt x="4566312" y="17475"/>
                        <a:pt x="4565835" y="16747"/>
                        <a:pt x="4564879" y="16747"/>
                      </a:cubicBezTo>
                      <a:cubicBezTo>
                        <a:pt x="4562492" y="17475"/>
                        <a:pt x="4555329" y="17475"/>
                        <a:pt x="4547210" y="17475"/>
                      </a:cubicBezTo>
                      <a:cubicBezTo>
                        <a:pt x="4549598" y="18203"/>
                        <a:pt x="4553896" y="18931"/>
                        <a:pt x="4562969" y="18203"/>
                      </a:cubicBezTo>
                      <a:close/>
                      <a:moveTo>
                        <a:pt x="4531451" y="16747"/>
                      </a:moveTo>
                      <a:lnTo>
                        <a:pt x="4530974" y="16747"/>
                      </a:lnTo>
                      <a:cubicBezTo>
                        <a:pt x="4515692" y="15291"/>
                        <a:pt x="4520945" y="16019"/>
                        <a:pt x="4531451" y="16747"/>
                      </a:cubicBezTo>
                      <a:close/>
                      <a:moveTo>
                        <a:pt x="3044845" y="36407"/>
                      </a:moveTo>
                      <a:cubicBezTo>
                        <a:pt x="3039592" y="37863"/>
                        <a:pt x="3031951" y="37135"/>
                        <a:pt x="3022877" y="35679"/>
                      </a:cubicBezTo>
                      <a:cubicBezTo>
                        <a:pt x="3029563" y="35679"/>
                        <a:pt x="3036726" y="35679"/>
                        <a:pt x="3044845" y="36407"/>
                      </a:cubicBezTo>
                      <a:close/>
                      <a:moveTo>
                        <a:pt x="2510946" y="43688"/>
                      </a:moveTo>
                      <a:cubicBezTo>
                        <a:pt x="2504260" y="44416"/>
                        <a:pt x="2490889" y="46601"/>
                        <a:pt x="2485636" y="44416"/>
                      </a:cubicBezTo>
                      <a:cubicBezTo>
                        <a:pt x="2493754" y="40047"/>
                        <a:pt x="2499485" y="42232"/>
                        <a:pt x="2510946" y="43688"/>
                      </a:cubicBezTo>
                      <a:close/>
                      <a:moveTo>
                        <a:pt x="2159948" y="44416"/>
                      </a:moveTo>
                      <a:lnTo>
                        <a:pt x="2183348" y="47329"/>
                      </a:lnTo>
                      <a:cubicBezTo>
                        <a:pt x="2155173" y="51697"/>
                        <a:pt x="2134638" y="50241"/>
                        <a:pt x="2156606" y="54610"/>
                      </a:cubicBezTo>
                      <a:cubicBezTo>
                        <a:pt x="2159948" y="44416"/>
                        <a:pt x="2247817" y="53882"/>
                        <a:pt x="2251160" y="43688"/>
                      </a:cubicBezTo>
                      <a:lnTo>
                        <a:pt x="2266919" y="45872"/>
                      </a:lnTo>
                      <a:cubicBezTo>
                        <a:pt x="2262144" y="45872"/>
                        <a:pt x="2261666" y="46601"/>
                        <a:pt x="2257368" y="46601"/>
                      </a:cubicBezTo>
                      <a:cubicBezTo>
                        <a:pt x="2287454" y="50969"/>
                        <a:pt x="2279813" y="39319"/>
                        <a:pt x="2318494" y="40775"/>
                      </a:cubicBezTo>
                      <a:cubicBezTo>
                        <a:pt x="2331866" y="41504"/>
                        <a:pt x="2341417" y="42960"/>
                        <a:pt x="2332343" y="44416"/>
                      </a:cubicBezTo>
                      <a:lnTo>
                        <a:pt x="2362429" y="41504"/>
                      </a:lnTo>
                      <a:cubicBezTo>
                        <a:pt x="2371025" y="42232"/>
                        <a:pt x="2369114" y="43688"/>
                        <a:pt x="2360041" y="43688"/>
                      </a:cubicBezTo>
                      <a:lnTo>
                        <a:pt x="2406363" y="42960"/>
                      </a:lnTo>
                      <a:lnTo>
                        <a:pt x="2405886" y="42960"/>
                      </a:lnTo>
                      <a:cubicBezTo>
                        <a:pt x="2412571" y="41504"/>
                        <a:pt x="2427375" y="39319"/>
                        <a:pt x="2434538" y="37863"/>
                      </a:cubicBezTo>
                      <a:cubicBezTo>
                        <a:pt x="2446000" y="39319"/>
                        <a:pt x="2428808" y="39319"/>
                        <a:pt x="2431673" y="40775"/>
                      </a:cubicBezTo>
                      <a:lnTo>
                        <a:pt x="2456983" y="37863"/>
                      </a:lnTo>
                      <a:cubicBezTo>
                        <a:pt x="2467489" y="40775"/>
                        <a:pt x="2446477" y="42960"/>
                        <a:pt x="2428808" y="42960"/>
                      </a:cubicBezTo>
                      <a:cubicBezTo>
                        <a:pt x="2452685" y="53154"/>
                        <a:pt x="2449820" y="40047"/>
                        <a:pt x="2501395" y="46601"/>
                      </a:cubicBezTo>
                      <a:lnTo>
                        <a:pt x="2477040" y="47329"/>
                      </a:lnTo>
                      <a:cubicBezTo>
                        <a:pt x="2492799" y="53154"/>
                        <a:pt x="2511424" y="50969"/>
                        <a:pt x="2538644" y="54610"/>
                      </a:cubicBezTo>
                      <a:cubicBezTo>
                        <a:pt x="2531958" y="53154"/>
                        <a:pt x="2484203" y="45872"/>
                        <a:pt x="2511901" y="43688"/>
                      </a:cubicBezTo>
                      <a:cubicBezTo>
                        <a:pt x="2519542" y="44416"/>
                        <a:pt x="2530048" y="44416"/>
                        <a:pt x="2544852" y="42960"/>
                      </a:cubicBezTo>
                      <a:cubicBezTo>
                        <a:pt x="2544852" y="45872"/>
                        <a:pt x="2559178" y="45144"/>
                        <a:pt x="2577803" y="45144"/>
                      </a:cubicBezTo>
                      <a:lnTo>
                        <a:pt x="2576370" y="50241"/>
                      </a:lnTo>
                      <a:cubicBezTo>
                        <a:pt x="2595950" y="48785"/>
                        <a:pt x="2594517" y="46601"/>
                        <a:pt x="2605978" y="44416"/>
                      </a:cubicBezTo>
                      <a:cubicBezTo>
                        <a:pt x="2627945" y="44416"/>
                        <a:pt x="2632721" y="48057"/>
                        <a:pt x="2637496" y="51697"/>
                      </a:cubicBezTo>
                      <a:cubicBezTo>
                        <a:pt x="2672835" y="52426"/>
                        <a:pt x="2613619" y="45872"/>
                        <a:pt x="2655166" y="45144"/>
                      </a:cubicBezTo>
                      <a:cubicBezTo>
                        <a:pt x="2684296" y="46601"/>
                        <a:pt x="2704831" y="45144"/>
                        <a:pt x="2739692" y="42232"/>
                      </a:cubicBezTo>
                      <a:cubicBezTo>
                        <a:pt x="2760226" y="43688"/>
                        <a:pt x="2736349" y="45144"/>
                        <a:pt x="2743512" y="46601"/>
                      </a:cubicBezTo>
                      <a:lnTo>
                        <a:pt x="2761659" y="42960"/>
                      </a:lnTo>
                      <a:cubicBezTo>
                        <a:pt x="2765957" y="42960"/>
                        <a:pt x="2764524" y="43688"/>
                        <a:pt x="2764046" y="44416"/>
                      </a:cubicBezTo>
                      <a:cubicBezTo>
                        <a:pt x="2779328" y="42960"/>
                        <a:pt x="2765002" y="40047"/>
                        <a:pt x="2789357" y="38591"/>
                      </a:cubicBezTo>
                      <a:cubicBezTo>
                        <a:pt x="2795565" y="33494"/>
                        <a:pt x="2838544" y="46601"/>
                        <a:pt x="2868152" y="40775"/>
                      </a:cubicBezTo>
                      <a:cubicBezTo>
                        <a:pt x="2875315" y="42232"/>
                        <a:pt x="2864809" y="43688"/>
                        <a:pt x="2866719" y="45144"/>
                      </a:cubicBezTo>
                      <a:cubicBezTo>
                        <a:pt x="2907788" y="41504"/>
                        <a:pt x="2902058" y="42960"/>
                        <a:pt x="2935486" y="37863"/>
                      </a:cubicBezTo>
                      <a:lnTo>
                        <a:pt x="2963661" y="40775"/>
                      </a:lnTo>
                      <a:cubicBezTo>
                        <a:pt x="2943127" y="37135"/>
                        <a:pt x="2969870" y="32766"/>
                        <a:pt x="2993269" y="29853"/>
                      </a:cubicBezTo>
                      <a:cubicBezTo>
                        <a:pt x="2985629" y="27669"/>
                        <a:pt x="2979421" y="26213"/>
                        <a:pt x="2975123" y="25485"/>
                      </a:cubicBezTo>
                      <a:lnTo>
                        <a:pt x="3012371" y="23300"/>
                      </a:lnTo>
                      <a:cubicBezTo>
                        <a:pt x="3017147" y="24028"/>
                        <a:pt x="3013326" y="25485"/>
                        <a:pt x="3007118" y="27669"/>
                      </a:cubicBezTo>
                      <a:lnTo>
                        <a:pt x="3013804" y="26213"/>
                      </a:lnTo>
                      <a:cubicBezTo>
                        <a:pt x="3027175" y="28397"/>
                        <a:pt x="3020490" y="31310"/>
                        <a:pt x="3010939" y="33494"/>
                      </a:cubicBezTo>
                      <a:lnTo>
                        <a:pt x="2997567" y="30582"/>
                      </a:lnTo>
                      <a:cubicBezTo>
                        <a:pt x="2988016" y="33494"/>
                        <a:pt x="2979421" y="36407"/>
                        <a:pt x="2981331" y="39319"/>
                      </a:cubicBezTo>
                      <a:cubicBezTo>
                        <a:pt x="2983719" y="38591"/>
                        <a:pt x="2988494" y="38591"/>
                        <a:pt x="2993747" y="37863"/>
                      </a:cubicBezTo>
                      <a:cubicBezTo>
                        <a:pt x="2991359" y="38591"/>
                        <a:pt x="2989927" y="39319"/>
                        <a:pt x="2990882" y="40047"/>
                      </a:cubicBezTo>
                      <a:cubicBezTo>
                        <a:pt x="2992314" y="40775"/>
                        <a:pt x="2996135" y="39319"/>
                        <a:pt x="3002343" y="38591"/>
                      </a:cubicBezTo>
                      <a:lnTo>
                        <a:pt x="3010461" y="43688"/>
                      </a:lnTo>
                      <a:lnTo>
                        <a:pt x="3012849" y="41504"/>
                      </a:lnTo>
                      <a:lnTo>
                        <a:pt x="3061559" y="45144"/>
                      </a:lnTo>
                      <a:cubicBezTo>
                        <a:pt x="3096897" y="40047"/>
                        <a:pt x="3126983" y="32038"/>
                        <a:pt x="3182856" y="29853"/>
                      </a:cubicBezTo>
                      <a:cubicBezTo>
                        <a:pt x="3169007" y="34222"/>
                        <a:pt x="3179991" y="36407"/>
                        <a:pt x="3179036" y="40775"/>
                      </a:cubicBezTo>
                      <a:cubicBezTo>
                        <a:pt x="3163754" y="36407"/>
                        <a:pt x="3136056" y="42960"/>
                        <a:pt x="3107403" y="42232"/>
                      </a:cubicBezTo>
                      <a:cubicBezTo>
                        <a:pt x="3122207" y="42232"/>
                        <a:pt x="3118865" y="44416"/>
                        <a:pt x="3115044" y="45144"/>
                      </a:cubicBezTo>
                      <a:lnTo>
                        <a:pt x="3166619" y="41504"/>
                      </a:lnTo>
                      <a:cubicBezTo>
                        <a:pt x="3165187" y="45144"/>
                        <a:pt x="3177603" y="43688"/>
                        <a:pt x="3190974" y="45872"/>
                      </a:cubicBezTo>
                      <a:cubicBezTo>
                        <a:pt x="3180468" y="37863"/>
                        <a:pt x="3229178" y="40775"/>
                        <a:pt x="3250190" y="38591"/>
                      </a:cubicBezTo>
                      <a:cubicBezTo>
                        <a:pt x="3251145" y="40775"/>
                        <a:pt x="3246370" y="43688"/>
                        <a:pt x="3220582" y="42960"/>
                      </a:cubicBezTo>
                      <a:cubicBezTo>
                        <a:pt x="3248758" y="48785"/>
                        <a:pt x="3257353" y="34222"/>
                        <a:pt x="3285051" y="39319"/>
                      </a:cubicBezTo>
                      <a:cubicBezTo>
                        <a:pt x="3278366" y="39319"/>
                        <a:pt x="3275023" y="38591"/>
                        <a:pt x="3272635" y="40047"/>
                      </a:cubicBezTo>
                      <a:cubicBezTo>
                        <a:pt x="3287439" y="37863"/>
                        <a:pt x="3322777" y="40047"/>
                        <a:pt x="3314659" y="42232"/>
                      </a:cubicBezTo>
                      <a:lnTo>
                        <a:pt x="3308451" y="42232"/>
                      </a:lnTo>
                      <a:cubicBezTo>
                        <a:pt x="3349520" y="42960"/>
                        <a:pt x="3434046" y="42232"/>
                        <a:pt x="3440254" y="36407"/>
                      </a:cubicBezTo>
                      <a:cubicBezTo>
                        <a:pt x="3440732" y="37135"/>
                        <a:pt x="3435001" y="43688"/>
                        <a:pt x="3432613" y="45144"/>
                      </a:cubicBezTo>
                      <a:lnTo>
                        <a:pt x="3506156" y="24028"/>
                      </a:lnTo>
                      <a:cubicBezTo>
                        <a:pt x="3499948" y="29853"/>
                        <a:pt x="3524780" y="42232"/>
                        <a:pt x="3490397" y="45144"/>
                      </a:cubicBezTo>
                      <a:cubicBezTo>
                        <a:pt x="3500425" y="45872"/>
                        <a:pt x="3512364" y="47329"/>
                        <a:pt x="3533376" y="45144"/>
                      </a:cubicBezTo>
                      <a:cubicBezTo>
                        <a:pt x="3526690" y="44416"/>
                        <a:pt x="3516662" y="37135"/>
                        <a:pt x="3525735" y="37135"/>
                      </a:cubicBezTo>
                      <a:cubicBezTo>
                        <a:pt x="3551045" y="42960"/>
                        <a:pt x="3543405" y="40047"/>
                        <a:pt x="3574445" y="45144"/>
                      </a:cubicBezTo>
                      <a:cubicBezTo>
                        <a:pt x="3563939" y="44416"/>
                        <a:pt x="3575400" y="35679"/>
                        <a:pt x="3591159" y="36407"/>
                      </a:cubicBezTo>
                      <a:cubicBezTo>
                        <a:pt x="3588772" y="37135"/>
                        <a:pt x="3592592" y="44416"/>
                        <a:pt x="3586861" y="45144"/>
                      </a:cubicBezTo>
                      <a:lnTo>
                        <a:pt x="3626498" y="37135"/>
                      </a:lnTo>
                      <a:cubicBezTo>
                        <a:pt x="3616469" y="38591"/>
                        <a:pt x="3624588" y="44416"/>
                        <a:pt x="3633661" y="46601"/>
                      </a:cubicBezTo>
                      <a:cubicBezTo>
                        <a:pt x="3629363" y="45144"/>
                        <a:pt x="3667567" y="46601"/>
                        <a:pt x="3678073" y="45872"/>
                      </a:cubicBezTo>
                      <a:lnTo>
                        <a:pt x="3661359" y="44416"/>
                      </a:lnTo>
                      <a:cubicBezTo>
                        <a:pt x="3706248" y="45872"/>
                        <a:pt x="3705771" y="32766"/>
                        <a:pt x="3750183" y="33494"/>
                      </a:cubicBezTo>
                      <a:cubicBezTo>
                        <a:pt x="3744930" y="34950"/>
                        <a:pt x="3736811" y="43688"/>
                        <a:pt x="3759256" y="45144"/>
                      </a:cubicBezTo>
                      <a:cubicBezTo>
                        <a:pt x="3769762" y="40775"/>
                        <a:pt x="3805101" y="24757"/>
                        <a:pt x="3844260" y="21116"/>
                      </a:cubicBezTo>
                      <a:lnTo>
                        <a:pt x="3851901" y="24028"/>
                      </a:lnTo>
                      <a:lnTo>
                        <a:pt x="3881986" y="21116"/>
                      </a:lnTo>
                      <a:cubicBezTo>
                        <a:pt x="3863362" y="27669"/>
                        <a:pt x="3810831" y="40775"/>
                        <a:pt x="3781701" y="45872"/>
                      </a:cubicBezTo>
                      <a:cubicBezTo>
                        <a:pt x="3798415" y="48057"/>
                        <a:pt x="3786476" y="48785"/>
                        <a:pt x="3811786" y="48785"/>
                      </a:cubicBezTo>
                      <a:cubicBezTo>
                        <a:pt x="3820382" y="50969"/>
                        <a:pt x="3797938" y="52426"/>
                        <a:pt x="3790774" y="52426"/>
                      </a:cubicBezTo>
                      <a:lnTo>
                        <a:pt x="3849035" y="53882"/>
                      </a:lnTo>
                      <a:cubicBezTo>
                        <a:pt x="3846170" y="48785"/>
                        <a:pt x="3893447" y="48785"/>
                        <a:pt x="3891537" y="45144"/>
                      </a:cubicBezTo>
                      <a:lnTo>
                        <a:pt x="3828023" y="49513"/>
                      </a:lnTo>
                      <a:cubicBezTo>
                        <a:pt x="3825635" y="45144"/>
                        <a:pt x="3864794" y="35679"/>
                        <a:pt x="3905863" y="37135"/>
                      </a:cubicBezTo>
                      <a:cubicBezTo>
                        <a:pt x="3916369" y="38591"/>
                        <a:pt x="3898223" y="45872"/>
                        <a:pt x="3899178" y="47329"/>
                      </a:cubicBezTo>
                      <a:cubicBezTo>
                        <a:pt x="3904431" y="45872"/>
                        <a:pt x="3938337" y="44416"/>
                        <a:pt x="3942157" y="45144"/>
                      </a:cubicBezTo>
                      <a:lnTo>
                        <a:pt x="3924488" y="48057"/>
                      </a:lnTo>
                      <a:cubicBezTo>
                        <a:pt x="3947410" y="50241"/>
                        <a:pt x="3962214" y="41504"/>
                        <a:pt x="3989912" y="46601"/>
                      </a:cubicBezTo>
                      <a:cubicBezTo>
                        <a:pt x="3999463" y="46601"/>
                        <a:pt x="4018087" y="53154"/>
                        <a:pt x="4019997" y="50241"/>
                      </a:cubicBezTo>
                      <a:cubicBezTo>
                        <a:pt x="4004238" y="44416"/>
                        <a:pt x="4001373" y="26941"/>
                        <a:pt x="4011879" y="22572"/>
                      </a:cubicBezTo>
                      <a:cubicBezTo>
                        <a:pt x="4015222" y="22572"/>
                        <a:pt x="4061544" y="27669"/>
                        <a:pt x="4072528" y="30582"/>
                      </a:cubicBezTo>
                      <a:cubicBezTo>
                        <a:pt x="4088287" y="34950"/>
                        <a:pt x="4049128" y="41504"/>
                        <a:pt x="4062499" y="45144"/>
                      </a:cubicBezTo>
                      <a:cubicBezTo>
                        <a:pt x="4062977" y="43688"/>
                        <a:pt x="4071573" y="42232"/>
                        <a:pt x="4075393" y="41504"/>
                      </a:cubicBezTo>
                      <a:cubicBezTo>
                        <a:pt x="4085421" y="42960"/>
                        <a:pt x="4071095" y="45872"/>
                        <a:pt x="4093062" y="45144"/>
                      </a:cubicBezTo>
                      <a:cubicBezTo>
                        <a:pt x="4096405" y="40047"/>
                        <a:pt x="4137474" y="45872"/>
                        <a:pt x="4103091" y="40775"/>
                      </a:cubicBezTo>
                      <a:cubicBezTo>
                        <a:pt x="4124580" y="40047"/>
                        <a:pt x="4126013" y="42232"/>
                        <a:pt x="4150845" y="42232"/>
                      </a:cubicBezTo>
                      <a:cubicBezTo>
                        <a:pt x="4142727" y="38591"/>
                        <a:pt x="4173290" y="31310"/>
                        <a:pt x="4194780" y="29853"/>
                      </a:cubicBezTo>
                      <a:cubicBezTo>
                        <a:pt x="4193347" y="30582"/>
                        <a:pt x="4198123" y="32766"/>
                        <a:pt x="4200510" y="33494"/>
                      </a:cubicBezTo>
                      <a:cubicBezTo>
                        <a:pt x="4244445" y="34222"/>
                        <a:pt x="4267845" y="36407"/>
                        <a:pt x="4308436" y="36407"/>
                      </a:cubicBezTo>
                      <a:cubicBezTo>
                        <a:pt x="4312257" y="37863"/>
                        <a:pt x="4331836" y="39319"/>
                        <a:pt x="4323718" y="41504"/>
                      </a:cubicBezTo>
                      <a:cubicBezTo>
                        <a:pt x="4329448" y="40775"/>
                        <a:pt x="4334701" y="38591"/>
                        <a:pt x="4347118" y="38591"/>
                      </a:cubicBezTo>
                      <a:cubicBezTo>
                        <a:pt x="4371473" y="42960"/>
                        <a:pt x="4319420" y="39319"/>
                        <a:pt x="4338044" y="44416"/>
                      </a:cubicBezTo>
                      <a:cubicBezTo>
                        <a:pt x="4339477" y="41504"/>
                        <a:pt x="4370517" y="40775"/>
                        <a:pt x="4388187" y="38591"/>
                      </a:cubicBezTo>
                      <a:cubicBezTo>
                        <a:pt x="4382934" y="34222"/>
                        <a:pt x="4347118" y="37863"/>
                        <a:pt x="4328971" y="39319"/>
                      </a:cubicBezTo>
                      <a:cubicBezTo>
                        <a:pt x="4328971" y="33494"/>
                        <a:pt x="4360011" y="26941"/>
                        <a:pt x="4402513" y="24028"/>
                      </a:cubicBezTo>
                      <a:cubicBezTo>
                        <a:pt x="4436419" y="22572"/>
                        <a:pt x="4417317" y="28397"/>
                        <a:pt x="4423048" y="27669"/>
                      </a:cubicBezTo>
                      <a:cubicBezTo>
                        <a:pt x="4486562" y="28397"/>
                        <a:pt x="4477488" y="16747"/>
                        <a:pt x="4530018" y="21116"/>
                      </a:cubicBezTo>
                      <a:cubicBezTo>
                        <a:pt x="4551031" y="25485"/>
                        <a:pt x="4530974" y="29125"/>
                        <a:pt x="4535749" y="32038"/>
                      </a:cubicBezTo>
                      <a:cubicBezTo>
                        <a:pt x="4508051" y="33494"/>
                        <a:pt x="4493247" y="29125"/>
                        <a:pt x="4474623" y="29125"/>
                      </a:cubicBezTo>
                      <a:lnTo>
                        <a:pt x="4497545" y="31310"/>
                      </a:lnTo>
                      <a:cubicBezTo>
                        <a:pt x="4488949" y="32766"/>
                        <a:pt x="4470325" y="33494"/>
                        <a:pt x="4460296" y="32766"/>
                      </a:cubicBezTo>
                      <a:cubicBezTo>
                        <a:pt x="4477966" y="36407"/>
                        <a:pt x="4567745" y="33494"/>
                        <a:pt x="4616932" y="37135"/>
                      </a:cubicBezTo>
                      <a:cubicBezTo>
                        <a:pt x="4625528" y="35679"/>
                        <a:pt x="4640810" y="34222"/>
                        <a:pt x="4633646" y="32766"/>
                      </a:cubicBezTo>
                      <a:lnTo>
                        <a:pt x="4617887" y="32766"/>
                      </a:lnTo>
                      <a:cubicBezTo>
                        <a:pt x="4603561" y="29853"/>
                        <a:pt x="4647495" y="28397"/>
                        <a:pt x="4627438" y="26941"/>
                      </a:cubicBezTo>
                      <a:cubicBezTo>
                        <a:pt x="4648450" y="24757"/>
                        <a:pt x="4671850" y="21116"/>
                        <a:pt x="4700981" y="23300"/>
                      </a:cubicBezTo>
                      <a:lnTo>
                        <a:pt x="4706711" y="27669"/>
                      </a:lnTo>
                      <a:cubicBezTo>
                        <a:pt x="4705756" y="26213"/>
                        <a:pt x="4687609" y="25485"/>
                        <a:pt x="4679013" y="26213"/>
                      </a:cubicBezTo>
                      <a:cubicBezTo>
                        <a:pt x="4691430" y="24757"/>
                        <a:pt x="4723903" y="32766"/>
                        <a:pt x="4737274" y="26941"/>
                      </a:cubicBezTo>
                      <a:lnTo>
                        <a:pt x="4716740" y="23300"/>
                      </a:lnTo>
                      <a:cubicBezTo>
                        <a:pt x="4737752" y="21116"/>
                        <a:pt x="4763539" y="16747"/>
                        <a:pt x="4789805" y="18203"/>
                      </a:cubicBezTo>
                      <a:cubicBezTo>
                        <a:pt x="4777866" y="13835"/>
                        <a:pt x="4783596" y="18931"/>
                        <a:pt x="4765450" y="13106"/>
                      </a:cubicBezTo>
                      <a:cubicBezTo>
                        <a:pt x="4781209" y="19660"/>
                        <a:pt x="4698593" y="13106"/>
                        <a:pt x="4724380" y="19660"/>
                      </a:cubicBezTo>
                      <a:cubicBezTo>
                        <a:pt x="4705756" y="13835"/>
                        <a:pt x="4691907" y="17475"/>
                        <a:pt x="4667075" y="11650"/>
                      </a:cubicBezTo>
                      <a:cubicBezTo>
                        <a:pt x="4667552" y="13106"/>
                        <a:pt x="4675671" y="14563"/>
                        <a:pt x="4654181" y="13835"/>
                      </a:cubicBezTo>
                      <a:cubicBezTo>
                        <a:pt x="4652748" y="14563"/>
                        <a:pt x="4650838" y="15291"/>
                        <a:pt x="4648928" y="15291"/>
                      </a:cubicBezTo>
                      <a:lnTo>
                        <a:pt x="4647495" y="15291"/>
                      </a:lnTo>
                      <a:lnTo>
                        <a:pt x="4648928" y="15291"/>
                      </a:lnTo>
                      <a:cubicBezTo>
                        <a:pt x="4647973" y="15291"/>
                        <a:pt x="4647973" y="16019"/>
                        <a:pt x="4649405" y="15291"/>
                      </a:cubicBezTo>
                      <a:cubicBezTo>
                        <a:pt x="4654658" y="16019"/>
                        <a:pt x="4658956" y="16747"/>
                        <a:pt x="4660389" y="17475"/>
                      </a:cubicBezTo>
                      <a:cubicBezTo>
                        <a:pt x="4649405" y="21116"/>
                        <a:pt x="4615022" y="21116"/>
                        <a:pt x="4603083" y="22572"/>
                      </a:cubicBezTo>
                      <a:cubicBezTo>
                        <a:pt x="4590189" y="21844"/>
                        <a:pt x="4608814" y="21116"/>
                        <a:pt x="4601651" y="19660"/>
                      </a:cubicBezTo>
                      <a:lnTo>
                        <a:pt x="4583981" y="21844"/>
                      </a:lnTo>
                      <a:cubicBezTo>
                        <a:pt x="4582549" y="18931"/>
                        <a:pt x="4549598" y="16747"/>
                        <a:pt x="4580161" y="14563"/>
                      </a:cubicBezTo>
                      <a:lnTo>
                        <a:pt x="4552941" y="14563"/>
                      </a:lnTo>
                      <a:cubicBezTo>
                        <a:pt x="4536704" y="12378"/>
                        <a:pt x="4514259" y="11650"/>
                        <a:pt x="4500888" y="13106"/>
                      </a:cubicBezTo>
                      <a:cubicBezTo>
                        <a:pt x="4487994" y="12378"/>
                        <a:pt x="4467937" y="16747"/>
                        <a:pt x="4479398" y="13835"/>
                      </a:cubicBezTo>
                      <a:lnTo>
                        <a:pt x="4436419" y="16019"/>
                      </a:lnTo>
                      <a:lnTo>
                        <a:pt x="4435942" y="15291"/>
                      </a:lnTo>
                      <a:cubicBezTo>
                        <a:pt x="4393440" y="14563"/>
                        <a:pt x="4348550" y="20388"/>
                        <a:pt x="4299840" y="14563"/>
                      </a:cubicBezTo>
                      <a:cubicBezTo>
                        <a:pt x="4285514" y="15291"/>
                        <a:pt x="4271188" y="16019"/>
                        <a:pt x="4246833" y="15291"/>
                      </a:cubicBezTo>
                      <a:lnTo>
                        <a:pt x="4242535" y="12378"/>
                      </a:lnTo>
                      <a:cubicBezTo>
                        <a:pt x="4223910" y="13106"/>
                        <a:pt x="4187139" y="9466"/>
                        <a:pt x="4179498" y="12378"/>
                      </a:cubicBezTo>
                      <a:cubicBezTo>
                        <a:pt x="4159441" y="5097"/>
                        <a:pt x="4090197" y="10194"/>
                        <a:pt x="4058201" y="8738"/>
                      </a:cubicBezTo>
                      <a:lnTo>
                        <a:pt x="4056769" y="12378"/>
                      </a:lnTo>
                      <a:cubicBezTo>
                        <a:pt x="4034801" y="12378"/>
                        <a:pt x="4013312" y="13106"/>
                        <a:pt x="3985614" y="14563"/>
                      </a:cubicBezTo>
                      <a:lnTo>
                        <a:pt x="3987524" y="18203"/>
                      </a:lnTo>
                      <a:cubicBezTo>
                        <a:pt x="3963647" y="20388"/>
                        <a:pt x="3926398" y="15291"/>
                        <a:pt x="3888672" y="16019"/>
                      </a:cubicBezTo>
                      <a:cubicBezTo>
                        <a:pt x="3891537" y="14563"/>
                        <a:pt x="3901088" y="14563"/>
                        <a:pt x="3907774" y="15291"/>
                      </a:cubicBezTo>
                      <a:cubicBezTo>
                        <a:pt x="3862884" y="8009"/>
                        <a:pt x="3812742" y="20388"/>
                        <a:pt x="3772150" y="15291"/>
                      </a:cubicBezTo>
                      <a:cubicBezTo>
                        <a:pt x="3762122" y="16019"/>
                        <a:pt x="3754481" y="16019"/>
                        <a:pt x="3747795" y="15291"/>
                      </a:cubicBezTo>
                      <a:cubicBezTo>
                        <a:pt x="3748750" y="15291"/>
                        <a:pt x="3749228" y="15291"/>
                        <a:pt x="3750183" y="14563"/>
                      </a:cubicBezTo>
                      <a:lnTo>
                        <a:pt x="3745885" y="14563"/>
                      </a:lnTo>
                      <a:lnTo>
                        <a:pt x="3732036" y="13106"/>
                      </a:lnTo>
                      <a:cubicBezTo>
                        <a:pt x="3735856" y="13835"/>
                        <a:pt x="3740154" y="14563"/>
                        <a:pt x="3743497" y="14563"/>
                      </a:cubicBezTo>
                      <a:cubicBezTo>
                        <a:pt x="3735856" y="14563"/>
                        <a:pt x="3723918" y="15291"/>
                        <a:pt x="3712457" y="16019"/>
                      </a:cubicBezTo>
                      <a:lnTo>
                        <a:pt x="3707204" y="12378"/>
                      </a:lnTo>
                      <a:lnTo>
                        <a:pt x="3704816" y="12378"/>
                      </a:lnTo>
                      <a:cubicBezTo>
                        <a:pt x="3693355" y="10922"/>
                        <a:pt x="3695742" y="13835"/>
                        <a:pt x="3701473" y="16747"/>
                      </a:cubicBezTo>
                      <a:cubicBezTo>
                        <a:pt x="3695742" y="17475"/>
                        <a:pt x="3690489" y="18203"/>
                        <a:pt x="3686191" y="18931"/>
                      </a:cubicBezTo>
                      <a:cubicBezTo>
                        <a:pt x="3677118" y="13106"/>
                        <a:pt x="3655628" y="21116"/>
                        <a:pt x="3643212" y="14563"/>
                      </a:cubicBezTo>
                      <a:cubicBezTo>
                        <a:pt x="3635094" y="17475"/>
                        <a:pt x="3584474" y="16747"/>
                        <a:pt x="3578266" y="23300"/>
                      </a:cubicBezTo>
                      <a:cubicBezTo>
                        <a:pt x="3577788" y="21844"/>
                        <a:pt x="3574445" y="21844"/>
                        <a:pt x="3580653" y="21844"/>
                      </a:cubicBezTo>
                      <a:cubicBezTo>
                        <a:pt x="3567760" y="21116"/>
                        <a:pt x="3554866" y="20388"/>
                        <a:pt x="3543405" y="21844"/>
                      </a:cubicBezTo>
                      <a:lnTo>
                        <a:pt x="3537674" y="17475"/>
                      </a:lnTo>
                      <a:lnTo>
                        <a:pt x="3509499" y="23300"/>
                      </a:lnTo>
                      <a:cubicBezTo>
                        <a:pt x="3492307" y="20388"/>
                        <a:pt x="3485144" y="18931"/>
                        <a:pt x="3502335" y="15291"/>
                      </a:cubicBezTo>
                      <a:cubicBezTo>
                        <a:pt x="3460789" y="20388"/>
                        <a:pt x="3468430" y="17475"/>
                        <a:pt x="3433569" y="22572"/>
                      </a:cubicBezTo>
                      <a:lnTo>
                        <a:pt x="3435479" y="19660"/>
                      </a:lnTo>
                      <a:cubicBezTo>
                        <a:pt x="3422585" y="19660"/>
                        <a:pt x="3402528" y="23300"/>
                        <a:pt x="3394887" y="21116"/>
                      </a:cubicBezTo>
                      <a:cubicBezTo>
                        <a:pt x="3367189" y="15291"/>
                        <a:pt x="3256398" y="19660"/>
                        <a:pt x="3184289" y="14563"/>
                      </a:cubicBezTo>
                      <a:cubicBezTo>
                        <a:pt x="3198137" y="23300"/>
                        <a:pt x="3150860" y="10194"/>
                        <a:pt x="3147995" y="17475"/>
                      </a:cubicBezTo>
                      <a:cubicBezTo>
                        <a:pt x="3143697" y="15291"/>
                        <a:pt x="3133669" y="13835"/>
                        <a:pt x="3145130" y="12378"/>
                      </a:cubicBezTo>
                      <a:cubicBezTo>
                        <a:pt x="3108358" y="13835"/>
                        <a:pt x="3090212" y="8738"/>
                        <a:pt x="3064902" y="14563"/>
                      </a:cubicBezTo>
                      <a:cubicBezTo>
                        <a:pt x="3060604" y="12378"/>
                        <a:pt x="3072542" y="11650"/>
                        <a:pt x="3068722" y="10194"/>
                      </a:cubicBezTo>
                      <a:cubicBezTo>
                        <a:pt x="3065857" y="10194"/>
                        <a:pt x="3057261" y="11650"/>
                        <a:pt x="3053440" y="10922"/>
                      </a:cubicBezTo>
                      <a:cubicBezTo>
                        <a:pt x="3049620" y="9466"/>
                        <a:pt x="3058694" y="8738"/>
                        <a:pt x="3064424" y="8009"/>
                      </a:cubicBezTo>
                      <a:cubicBezTo>
                        <a:pt x="3027175" y="8009"/>
                        <a:pt x="3023355" y="14563"/>
                        <a:pt x="3020490" y="20388"/>
                      </a:cubicBezTo>
                      <a:cubicBezTo>
                        <a:pt x="3001388" y="17475"/>
                        <a:pt x="2991837" y="18203"/>
                        <a:pt x="2977988" y="21844"/>
                      </a:cubicBezTo>
                      <a:cubicBezTo>
                        <a:pt x="2971780" y="19660"/>
                        <a:pt x="2960319" y="17475"/>
                        <a:pt x="2983719" y="17475"/>
                      </a:cubicBezTo>
                      <a:cubicBezTo>
                        <a:pt x="2970825" y="16747"/>
                        <a:pt x="2903490" y="13835"/>
                        <a:pt x="2902535" y="18931"/>
                      </a:cubicBezTo>
                      <a:cubicBezTo>
                        <a:pt x="2898237" y="17475"/>
                        <a:pt x="2883911" y="18203"/>
                        <a:pt x="2880568" y="18931"/>
                      </a:cubicBezTo>
                      <a:cubicBezTo>
                        <a:pt x="2850960" y="18203"/>
                        <a:pt x="2848572" y="18203"/>
                        <a:pt x="2819442" y="18203"/>
                      </a:cubicBezTo>
                      <a:lnTo>
                        <a:pt x="2827560" y="18931"/>
                      </a:lnTo>
                      <a:cubicBezTo>
                        <a:pt x="2816099" y="24757"/>
                        <a:pt x="2803683" y="20388"/>
                        <a:pt x="2780283" y="21116"/>
                      </a:cubicBezTo>
                      <a:lnTo>
                        <a:pt x="2780761" y="20388"/>
                      </a:lnTo>
                      <a:cubicBezTo>
                        <a:pt x="2727275" y="16019"/>
                        <a:pt x="2757838" y="22572"/>
                        <a:pt x="2705308" y="17475"/>
                      </a:cubicBezTo>
                      <a:lnTo>
                        <a:pt x="2708173" y="21116"/>
                      </a:lnTo>
                      <a:cubicBezTo>
                        <a:pt x="2702920" y="28397"/>
                        <a:pt x="2661374" y="16019"/>
                        <a:pt x="2630811" y="18931"/>
                      </a:cubicBezTo>
                      <a:lnTo>
                        <a:pt x="2641794" y="21116"/>
                      </a:lnTo>
                      <a:cubicBezTo>
                        <a:pt x="2625080" y="24028"/>
                        <a:pt x="2594995" y="10922"/>
                        <a:pt x="2578280" y="9466"/>
                      </a:cubicBezTo>
                      <a:cubicBezTo>
                        <a:pt x="2574460" y="8738"/>
                        <a:pt x="2584011" y="8738"/>
                        <a:pt x="2589264" y="8009"/>
                      </a:cubicBezTo>
                      <a:cubicBezTo>
                        <a:pt x="2545330" y="4369"/>
                        <a:pt x="2583533" y="12378"/>
                        <a:pt x="2550583" y="13835"/>
                      </a:cubicBezTo>
                      <a:cubicBezTo>
                        <a:pt x="2544374" y="10922"/>
                        <a:pt x="2558223" y="7281"/>
                        <a:pt x="2536256" y="6553"/>
                      </a:cubicBezTo>
                      <a:cubicBezTo>
                        <a:pt x="2525273" y="5097"/>
                        <a:pt x="2472265" y="14563"/>
                        <a:pt x="2442179" y="9466"/>
                      </a:cubicBezTo>
                      <a:cubicBezTo>
                        <a:pt x="2448865" y="11650"/>
                        <a:pt x="2455551" y="13835"/>
                        <a:pt x="2440269" y="15291"/>
                      </a:cubicBezTo>
                      <a:cubicBezTo>
                        <a:pt x="2416869" y="15291"/>
                        <a:pt x="2377233" y="7281"/>
                        <a:pt x="2356221" y="13835"/>
                      </a:cubicBezTo>
                      <a:cubicBezTo>
                        <a:pt x="2353355" y="13106"/>
                        <a:pt x="2351923" y="12378"/>
                        <a:pt x="2351923" y="11650"/>
                      </a:cubicBezTo>
                      <a:cubicBezTo>
                        <a:pt x="2334253" y="13835"/>
                        <a:pt x="2294139" y="14563"/>
                        <a:pt x="2283156" y="17475"/>
                      </a:cubicBezTo>
                      <a:cubicBezTo>
                        <a:pt x="2266919" y="5825"/>
                        <a:pt x="2172365" y="23300"/>
                        <a:pt x="2172842" y="11650"/>
                      </a:cubicBezTo>
                      <a:lnTo>
                        <a:pt x="2117924" y="12378"/>
                      </a:lnTo>
                      <a:lnTo>
                        <a:pt x="2119357" y="10922"/>
                      </a:lnTo>
                      <a:cubicBezTo>
                        <a:pt x="2084496" y="10194"/>
                        <a:pt x="2072080" y="13106"/>
                        <a:pt x="2059663" y="16019"/>
                      </a:cubicBezTo>
                      <a:cubicBezTo>
                        <a:pt x="2051545" y="14563"/>
                        <a:pt x="2057753" y="13835"/>
                        <a:pt x="2058231" y="13106"/>
                      </a:cubicBezTo>
                      <a:cubicBezTo>
                        <a:pt x="2007133" y="10922"/>
                        <a:pt x="2001880" y="10922"/>
                        <a:pt x="1958901" y="16747"/>
                      </a:cubicBezTo>
                      <a:lnTo>
                        <a:pt x="1954603" y="13106"/>
                      </a:lnTo>
                      <a:cubicBezTo>
                        <a:pt x="1942664" y="15291"/>
                        <a:pt x="1880583" y="7281"/>
                        <a:pt x="1830440" y="10922"/>
                      </a:cubicBezTo>
                      <a:cubicBezTo>
                        <a:pt x="1830918" y="10922"/>
                        <a:pt x="1831873" y="10194"/>
                        <a:pt x="1835693" y="9466"/>
                      </a:cubicBezTo>
                      <a:cubicBezTo>
                        <a:pt x="1779343" y="13835"/>
                        <a:pt x="1700547" y="0"/>
                        <a:pt x="1680013" y="12378"/>
                      </a:cubicBezTo>
                      <a:lnTo>
                        <a:pt x="1642287" y="15291"/>
                      </a:lnTo>
                      <a:cubicBezTo>
                        <a:pt x="1690519" y="16747"/>
                        <a:pt x="1635123" y="21116"/>
                        <a:pt x="1655180" y="23300"/>
                      </a:cubicBezTo>
                      <a:cubicBezTo>
                        <a:pt x="1636078" y="24028"/>
                        <a:pt x="1605993" y="19660"/>
                        <a:pt x="1629393" y="18931"/>
                      </a:cubicBezTo>
                      <a:lnTo>
                        <a:pt x="1633213" y="19660"/>
                      </a:lnTo>
                      <a:cubicBezTo>
                        <a:pt x="1641809" y="12378"/>
                        <a:pt x="1573042" y="16747"/>
                        <a:pt x="1574475" y="11650"/>
                      </a:cubicBezTo>
                      <a:cubicBezTo>
                        <a:pt x="1479443" y="12378"/>
                        <a:pt x="1386798" y="8009"/>
                        <a:pt x="1297975" y="7281"/>
                      </a:cubicBezTo>
                      <a:lnTo>
                        <a:pt x="1308481" y="13106"/>
                      </a:lnTo>
                      <a:lnTo>
                        <a:pt x="1277440" y="12378"/>
                      </a:lnTo>
                      <a:cubicBezTo>
                        <a:pt x="1269322" y="10922"/>
                        <a:pt x="1266456" y="8009"/>
                        <a:pt x="1288424" y="8738"/>
                      </a:cubicBezTo>
                      <a:cubicBezTo>
                        <a:pt x="1276962" y="5825"/>
                        <a:pt x="1251175" y="10922"/>
                        <a:pt x="1250697" y="12378"/>
                      </a:cubicBezTo>
                      <a:cubicBezTo>
                        <a:pt x="1207240" y="10194"/>
                        <a:pt x="1267889" y="6553"/>
                        <a:pt x="1254518" y="6553"/>
                      </a:cubicBezTo>
                      <a:lnTo>
                        <a:pt x="1236371" y="6553"/>
                      </a:lnTo>
                      <a:lnTo>
                        <a:pt x="1240191" y="6553"/>
                      </a:lnTo>
                      <a:cubicBezTo>
                        <a:pt x="1225865" y="8738"/>
                        <a:pt x="1224432" y="10922"/>
                        <a:pt x="1197690" y="10922"/>
                      </a:cubicBezTo>
                      <a:cubicBezTo>
                        <a:pt x="1180975" y="9466"/>
                        <a:pt x="1189094" y="7281"/>
                        <a:pt x="1182408" y="7281"/>
                      </a:cubicBezTo>
                      <a:cubicBezTo>
                        <a:pt x="1182886" y="7281"/>
                        <a:pt x="1180498" y="6553"/>
                        <a:pt x="1172379" y="7281"/>
                      </a:cubicBezTo>
                      <a:lnTo>
                        <a:pt x="1133221" y="6553"/>
                      </a:lnTo>
                      <a:lnTo>
                        <a:pt x="1148980" y="10922"/>
                      </a:lnTo>
                      <a:cubicBezTo>
                        <a:pt x="1131788" y="13106"/>
                        <a:pt x="1112208" y="10922"/>
                        <a:pt x="1130355" y="15291"/>
                      </a:cubicBezTo>
                      <a:cubicBezTo>
                        <a:pt x="1103613" y="8009"/>
                        <a:pt x="984703" y="12378"/>
                        <a:pt x="968467" y="10194"/>
                      </a:cubicBezTo>
                      <a:cubicBezTo>
                        <a:pt x="944112" y="13106"/>
                        <a:pt x="920234" y="13106"/>
                        <a:pt x="890149" y="12378"/>
                      </a:cubicBezTo>
                      <a:cubicBezTo>
                        <a:pt x="897789" y="13835"/>
                        <a:pt x="902087" y="18203"/>
                        <a:pt x="876777" y="17475"/>
                      </a:cubicBezTo>
                      <a:cubicBezTo>
                        <a:pt x="885851" y="8009"/>
                        <a:pt x="829500" y="13106"/>
                        <a:pt x="808966" y="6553"/>
                      </a:cubicBezTo>
                      <a:cubicBezTo>
                        <a:pt x="827590" y="10922"/>
                        <a:pt x="736378" y="7281"/>
                        <a:pt x="765509" y="13835"/>
                      </a:cubicBezTo>
                      <a:cubicBezTo>
                        <a:pt x="744019" y="13106"/>
                        <a:pt x="764076" y="10194"/>
                        <a:pt x="747839" y="8009"/>
                      </a:cubicBezTo>
                      <a:cubicBezTo>
                        <a:pt x="697219" y="11650"/>
                        <a:pt x="635616" y="5825"/>
                        <a:pt x="573057" y="6553"/>
                      </a:cubicBezTo>
                      <a:cubicBezTo>
                        <a:pt x="572102" y="8009"/>
                        <a:pt x="582608" y="9466"/>
                        <a:pt x="569237" y="11650"/>
                      </a:cubicBezTo>
                      <a:lnTo>
                        <a:pt x="535808" y="5825"/>
                      </a:lnTo>
                      <a:cubicBezTo>
                        <a:pt x="523392" y="6553"/>
                        <a:pt x="524347" y="12378"/>
                        <a:pt x="501902" y="8009"/>
                      </a:cubicBezTo>
                      <a:cubicBezTo>
                        <a:pt x="505245" y="9466"/>
                        <a:pt x="510021" y="10922"/>
                        <a:pt x="501425" y="10922"/>
                      </a:cubicBezTo>
                      <a:cubicBezTo>
                        <a:pt x="378217" y="5097"/>
                        <a:pt x="250235" y="16019"/>
                        <a:pt x="125117" y="5097"/>
                      </a:cubicBezTo>
                      <a:cubicBezTo>
                        <a:pt x="141831" y="6553"/>
                        <a:pt x="130848" y="7281"/>
                        <a:pt x="117954" y="7281"/>
                      </a:cubicBezTo>
                      <a:cubicBezTo>
                        <a:pt x="126072" y="8009"/>
                        <a:pt x="117476" y="10194"/>
                        <a:pt x="119386" y="12378"/>
                      </a:cubicBezTo>
                      <a:lnTo>
                        <a:pt x="66856" y="7281"/>
                      </a:lnTo>
                      <a:cubicBezTo>
                        <a:pt x="57305" y="12378"/>
                        <a:pt x="10983" y="7281"/>
                        <a:pt x="5253" y="12378"/>
                      </a:cubicBezTo>
                      <a:lnTo>
                        <a:pt x="21967" y="10922"/>
                      </a:lnTo>
                      <a:cubicBezTo>
                        <a:pt x="0" y="16747"/>
                        <a:pt x="53007" y="23300"/>
                        <a:pt x="49664" y="30582"/>
                      </a:cubicBezTo>
                      <a:cubicBezTo>
                        <a:pt x="74497" y="24028"/>
                        <a:pt x="114611" y="40047"/>
                        <a:pt x="155203" y="31310"/>
                      </a:cubicBezTo>
                      <a:cubicBezTo>
                        <a:pt x="164276" y="32766"/>
                        <a:pt x="147562" y="33494"/>
                        <a:pt x="152337" y="34950"/>
                      </a:cubicBezTo>
                      <a:cubicBezTo>
                        <a:pt x="162366" y="32038"/>
                        <a:pt x="174782" y="31310"/>
                        <a:pt x="197704" y="32766"/>
                      </a:cubicBezTo>
                      <a:lnTo>
                        <a:pt x="195317" y="33494"/>
                      </a:lnTo>
                      <a:cubicBezTo>
                        <a:pt x="259786" y="32766"/>
                        <a:pt x="287483" y="35679"/>
                        <a:pt x="360071" y="37863"/>
                      </a:cubicBezTo>
                      <a:lnTo>
                        <a:pt x="354340" y="34222"/>
                      </a:lnTo>
                      <a:cubicBezTo>
                        <a:pt x="370099" y="34950"/>
                        <a:pt x="373442" y="35679"/>
                        <a:pt x="380605" y="36407"/>
                      </a:cubicBezTo>
                      <a:cubicBezTo>
                        <a:pt x="398752" y="31310"/>
                        <a:pt x="337148" y="36407"/>
                        <a:pt x="353385" y="30582"/>
                      </a:cubicBezTo>
                      <a:cubicBezTo>
                        <a:pt x="373919" y="37863"/>
                        <a:pt x="463221" y="30582"/>
                        <a:pt x="477070" y="38591"/>
                      </a:cubicBezTo>
                      <a:cubicBezTo>
                        <a:pt x="500947" y="39319"/>
                        <a:pt x="469907" y="34950"/>
                        <a:pt x="493784" y="34950"/>
                      </a:cubicBezTo>
                      <a:lnTo>
                        <a:pt x="500470" y="37135"/>
                      </a:lnTo>
                      <a:lnTo>
                        <a:pt x="506200" y="34222"/>
                      </a:lnTo>
                      <a:cubicBezTo>
                        <a:pt x="521959" y="34950"/>
                        <a:pt x="530078" y="37863"/>
                        <a:pt x="530555" y="39319"/>
                      </a:cubicBezTo>
                      <a:cubicBezTo>
                        <a:pt x="526735" y="39319"/>
                        <a:pt x="519572" y="40047"/>
                        <a:pt x="515751" y="40047"/>
                      </a:cubicBezTo>
                      <a:cubicBezTo>
                        <a:pt x="535808" y="42960"/>
                        <a:pt x="573057" y="39319"/>
                        <a:pt x="580220" y="40047"/>
                      </a:cubicBezTo>
                      <a:lnTo>
                        <a:pt x="556820" y="38591"/>
                      </a:lnTo>
                      <a:cubicBezTo>
                        <a:pt x="622244" y="36407"/>
                        <a:pt x="701995" y="40047"/>
                        <a:pt x="765509" y="35679"/>
                      </a:cubicBezTo>
                      <a:lnTo>
                        <a:pt x="760733" y="33494"/>
                      </a:lnTo>
                      <a:cubicBezTo>
                        <a:pt x="808966" y="30582"/>
                        <a:pt x="799415" y="35679"/>
                        <a:pt x="851945" y="34222"/>
                      </a:cubicBezTo>
                      <a:lnTo>
                        <a:pt x="850035" y="34950"/>
                      </a:lnTo>
                      <a:cubicBezTo>
                        <a:pt x="861018" y="32766"/>
                        <a:pt x="874867" y="32038"/>
                        <a:pt x="889671" y="32766"/>
                      </a:cubicBezTo>
                      <a:cubicBezTo>
                        <a:pt x="876300" y="34222"/>
                        <a:pt x="914504" y="36407"/>
                        <a:pt x="897312" y="38591"/>
                      </a:cubicBezTo>
                      <a:cubicBezTo>
                        <a:pt x="949365" y="34950"/>
                        <a:pt x="923100" y="35679"/>
                        <a:pt x="957483" y="29853"/>
                      </a:cubicBezTo>
                      <a:lnTo>
                        <a:pt x="965601" y="32766"/>
                      </a:lnTo>
                      <a:cubicBezTo>
                        <a:pt x="977062" y="29853"/>
                        <a:pt x="978018" y="29125"/>
                        <a:pt x="1004760" y="28397"/>
                      </a:cubicBezTo>
                      <a:cubicBezTo>
                        <a:pt x="982793" y="30582"/>
                        <a:pt x="1021474" y="32038"/>
                        <a:pt x="997119" y="35679"/>
                      </a:cubicBezTo>
                      <a:cubicBezTo>
                        <a:pt x="1052993" y="41504"/>
                        <a:pt x="1079735" y="29853"/>
                        <a:pt x="1105045" y="38591"/>
                      </a:cubicBezTo>
                      <a:cubicBezTo>
                        <a:pt x="1130833" y="30582"/>
                        <a:pt x="1057290" y="34222"/>
                        <a:pt x="1071617" y="32766"/>
                      </a:cubicBezTo>
                      <a:cubicBezTo>
                        <a:pt x="1059678" y="29853"/>
                        <a:pt x="1092629" y="26941"/>
                        <a:pt x="1109821" y="27669"/>
                      </a:cubicBezTo>
                      <a:cubicBezTo>
                        <a:pt x="1127490" y="27669"/>
                        <a:pt x="1139906" y="37135"/>
                        <a:pt x="1184796" y="37135"/>
                      </a:cubicBezTo>
                      <a:cubicBezTo>
                        <a:pt x="1180020" y="37135"/>
                        <a:pt x="1180020" y="37863"/>
                        <a:pt x="1175245" y="37863"/>
                      </a:cubicBezTo>
                      <a:cubicBezTo>
                        <a:pt x="1191959" y="40047"/>
                        <a:pt x="1208196" y="34950"/>
                        <a:pt x="1228730" y="38591"/>
                      </a:cubicBezTo>
                      <a:cubicBezTo>
                        <a:pt x="1240191" y="34222"/>
                        <a:pt x="1254995" y="38591"/>
                        <a:pt x="1258338" y="32766"/>
                      </a:cubicBezTo>
                      <a:lnTo>
                        <a:pt x="1217747" y="34222"/>
                      </a:lnTo>
                      <a:cubicBezTo>
                        <a:pt x="1240669" y="32766"/>
                        <a:pt x="1262636" y="26213"/>
                        <a:pt x="1300840" y="29125"/>
                      </a:cubicBezTo>
                      <a:cubicBezTo>
                        <a:pt x="1297975" y="30582"/>
                        <a:pt x="1286513" y="32038"/>
                        <a:pt x="1278395" y="32766"/>
                      </a:cubicBezTo>
                      <a:cubicBezTo>
                        <a:pt x="1289856" y="34950"/>
                        <a:pt x="1299885" y="32038"/>
                        <a:pt x="1311823" y="33494"/>
                      </a:cubicBezTo>
                      <a:cubicBezTo>
                        <a:pt x="1308481" y="39319"/>
                        <a:pt x="1262158" y="34950"/>
                        <a:pt x="1237326" y="39319"/>
                      </a:cubicBezTo>
                      <a:cubicBezTo>
                        <a:pt x="1249265" y="41504"/>
                        <a:pt x="1284126" y="34950"/>
                        <a:pt x="1271709" y="41504"/>
                      </a:cubicBezTo>
                      <a:cubicBezTo>
                        <a:pt x="1289379" y="33494"/>
                        <a:pt x="1315644" y="42232"/>
                        <a:pt x="1345729" y="36407"/>
                      </a:cubicBezTo>
                      <a:lnTo>
                        <a:pt x="1343819" y="40047"/>
                      </a:lnTo>
                      <a:cubicBezTo>
                        <a:pt x="1348595" y="39319"/>
                        <a:pt x="1358623" y="37863"/>
                        <a:pt x="1367219" y="37863"/>
                      </a:cubicBezTo>
                      <a:lnTo>
                        <a:pt x="1351460" y="42232"/>
                      </a:lnTo>
                      <a:cubicBezTo>
                        <a:pt x="1375815" y="38591"/>
                        <a:pt x="1398260" y="45872"/>
                        <a:pt x="1421659" y="43688"/>
                      </a:cubicBezTo>
                      <a:cubicBezTo>
                        <a:pt x="1372950" y="43688"/>
                        <a:pt x="1410676" y="39319"/>
                        <a:pt x="1390141" y="37135"/>
                      </a:cubicBezTo>
                      <a:cubicBezTo>
                        <a:pt x="1450790" y="32766"/>
                        <a:pt x="1425002" y="46601"/>
                        <a:pt x="1492814" y="45144"/>
                      </a:cubicBezTo>
                      <a:cubicBezTo>
                        <a:pt x="1483741" y="45144"/>
                        <a:pt x="1458431" y="42232"/>
                        <a:pt x="1472757" y="40775"/>
                      </a:cubicBezTo>
                      <a:cubicBezTo>
                        <a:pt x="1485651" y="41504"/>
                        <a:pt x="1502365" y="42960"/>
                        <a:pt x="1510483" y="45144"/>
                      </a:cubicBezTo>
                      <a:cubicBezTo>
                        <a:pt x="1555373" y="44416"/>
                        <a:pt x="1503798" y="41504"/>
                        <a:pt x="1522900" y="39319"/>
                      </a:cubicBezTo>
                      <a:cubicBezTo>
                        <a:pt x="1538181" y="43688"/>
                        <a:pt x="1544867" y="37863"/>
                        <a:pt x="1564446" y="36407"/>
                      </a:cubicBezTo>
                      <a:lnTo>
                        <a:pt x="1564446" y="40047"/>
                      </a:lnTo>
                      <a:cubicBezTo>
                        <a:pt x="1616021" y="42232"/>
                        <a:pt x="1578295" y="32766"/>
                        <a:pt x="1624140" y="35679"/>
                      </a:cubicBezTo>
                      <a:lnTo>
                        <a:pt x="1605038" y="40047"/>
                      </a:lnTo>
                      <a:lnTo>
                        <a:pt x="1628915" y="39319"/>
                      </a:lnTo>
                      <a:lnTo>
                        <a:pt x="1623662" y="42960"/>
                      </a:lnTo>
                      <a:cubicBezTo>
                        <a:pt x="1649927" y="40047"/>
                        <a:pt x="1658046" y="40775"/>
                        <a:pt x="1683833" y="42232"/>
                      </a:cubicBezTo>
                      <a:cubicBezTo>
                        <a:pt x="1677625" y="39319"/>
                        <a:pt x="1687176" y="35679"/>
                        <a:pt x="1709621" y="35679"/>
                      </a:cubicBezTo>
                      <a:cubicBezTo>
                        <a:pt x="1725380" y="37863"/>
                        <a:pt x="1701025" y="39319"/>
                        <a:pt x="1733498" y="38591"/>
                      </a:cubicBezTo>
                      <a:cubicBezTo>
                        <a:pt x="1725857" y="40775"/>
                        <a:pt x="1718217" y="43688"/>
                        <a:pt x="1703890" y="40047"/>
                      </a:cubicBezTo>
                      <a:cubicBezTo>
                        <a:pt x="1702458" y="41504"/>
                        <a:pt x="1696727" y="42232"/>
                        <a:pt x="1695294" y="43688"/>
                      </a:cubicBezTo>
                      <a:cubicBezTo>
                        <a:pt x="1712009" y="45872"/>
                        <a:pt x="1737319" y="44416"/>
                        <a:pt x="1748780" y="44416"/>
                      </a:cubicBezTo>
                      <a:cubicBezTo>
                        <a:pt x="1744482" y="44416"/>
                        <a:pt x="1739229" y="43688"/>
                        <a:pt x="1736364" y="43688"/>
                      </a:cubicBezTo>
                      <a:lnTo>
                        <a:pt x="1783163" y="38591"/>
                      </a:lnTo>
                      <a:cubicBezTo>
                        <a:pt x="1790326" y="40047"/>
                        <a:pt x="1784596" y="40775"/>
                        <a:pt x="1778865" y="42232"/>
                      </a:cubicBezTo>
                      <a:cubicBezTo>
                        <a:pt x="1787939" y="41504"/>
                        <a:pt x="1794624" y="40047"/>
                        <a:pt x="1808473" y="40047"/>
                      </a:cubicBezTo>
                      <a:cubicBezTo>
                        <a:pt x="1805130" y="42960"/>
                        <a:pt x="1805608" y="45872"/>
                        <a:pt x="1786028" y="47329"/>
                      </a:cubicBezTo>
                      <a:lnTo>
                        <a:pt x="1830440" y="43688"/>
                      </a:lnTo>
                      <a:cubicBezTo>
                        <a:pt x="1833306" y="45144"/>
                        <a:pt x="1853363" y="47329"/>
                        <a:pt x="1847632" y="48785"/>
                      </a:cubicBezTo>
                      <a:cubicBezTo>
                        <a:pt x="1871987" y="50241"/>
                        <a:pt x="1907803" y="42960"/>
                        <a:pt x="1940754" y="45144"/>
                      </a:cubicBezTo>
                      <a:cubicBezTo>
                        <a:pt x="1942187" y="45144"/>
                        <a:pt x="1945529" y="44416"/>
                        <a:pt x="1952693" y="43688"/>
                      </a:cubicBezTo>
                      <a:cubicBezTo>
                        <a:pt x="1983256" y="45144"/>
                        <a:pt x="2010476" y="48785"/>
                        <a:pt x="2046770" y="44416"/>
                      </a:cubicBezTo>
                      <a:lnTo>
                        <a:pt x="2067304" y="49513"/>
                      </a:lnTo>
                      <a:cubicBezTo>
                        <a:pt x="2095957" y="48785"/>
                        <a:pt x="2039606" y="42960"/>
                        <a:pt x="2086884" y="41504"/>
                      </a:cubicBezTo>
                      <a:cubicBezTo>
                        <a:pt x="2120312" y="40047"/>
                        <a:pt x="2099300" y="45872"/>
                        <a:pt x="2111239" y="47329"/>
                      </a:cubicBezTo>
                      <a:cubicBezTo>
                        <a:pt x="2127953" y="45144"/>
                        <a:pt x="2157083" y="39319"/>
                        <a:pt x="2187646" y="43688"/>
                      </a:cubicBezTo>
                      <a:cubicBezTo>
                        <a:pt x="2177618" y="45144"/>
                        <a:pt x="2169499" y="43688"/>
                        <a:pt x="2159948" y="44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3" name="자유형 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CEAAGcKAACFIQAAbAoAAAAAAAAmAAAACAAAAP//////////"/>
                    </a:ext>
                  </a:extLst>
                </p:cNvSpPr>
                <p:nvPr/>
              </p:nvSpPr>
              <p:spPr>
                <a:xfrm>
                  <a:off x="5443220" y="1691005"/>
                  <a:ext cx="5715" cy="3175"/>
                </a:xfrm>
                <a:custGeom>
                  <a:avLst/>
                  <a:gdLst/>
                  <a:ahLst/>
                  <a:cxnLst/>
                  <a:rect l="0" t="0" r="5715" b="3175"/>
                  <a:pathLst>
                    <a:path w="5715" h="3175">
                      <a:moveTo>
                        <a:pt x="5715" y="3175"/>
                      </a:moveTo>
                      <a:cubicBezTo>
                        <a:pt x="3810" y="2116"/>
                        <a:pt x="3333" y="1058"/>
                        <a:pt x="2857" y="0"/>
                      </a:cubicBezTo>
                      <a:cubicBezTo>
                        <a:pt x="476" y="1058"/>
                        <a:pt x="0" y="2116"/>
                        <a:pt x="5715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2" name="곡선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xsAAHEKAAAbGwAAcwoAAAAAAAAmAAAACAAAAP//////////"/>
                    </a:ext>
                  </a:extLst>
                </p:cNvSpPr>
                <p:nvPr/>
              </p:nvSpPr>
              <p:spPr>
                <a:xfrm>
                  <a:off x="4403725" y="169735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2540" y="1270"/>
                      </a:moveTo>
                      <a:lnTo>
                        <a:pt x="1524" y="0"/>
                      </a:lnTo>
                      <a:cubicBezTo>
                        <a:pt x="508" y="1270"/>
                        <a:pt x="508" y="1270"/>
                        <a:pt x="0" y="1270"/>
                      </a:cubicBezTo>
                      <a:lnTo>
                        <a:pt x="254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1" name="자유형 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ygAAHEKAAA7KAAAdAoAAAAAAAAmAAAACAAAAP//////////"/>
                    </a:ext>
                  </a:extLst>
                </p:cNvSpPr>
                <p:nvPr/>
              </p:nvSpPr>
              <p:spPr>
                <a:xfrm>
                  <a:off x="6527165" y="169735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2700" y="1905"/>
                      </a:moveTo>
                      <a:cubicBezTo>
                        <a:pt x="6115" y="1270"/>
                        <a:pt x="2822" y="635"/>
                        <a:pt x="470" y="0"/>
                      </a:cubicBezTo>
                      <a:cubicBezTo>
                        <a:pt x="0" y="635"/>
                        <a:pt x="2822" y="1270"/>
                        <a:pt x="1270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0" name="자유형 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ywAAD4KAABDLAAAQQoAAAAAAAAmAAAACAAAAP//////////"/>
                    </a:ext>
                  </a:extLst>
                </p:cNvSpPr>
                <p:nvPr/>
              </p:nvSpPr>
              <p:spPr>
                <a:xfrm>
                  <a:off x="7174865" y="1664970"/>
                  <a:ext cx="20320" cy="1905"/>
                </a:xfrm>
                <a:custGeom>
                  <a:avLst/>
                  <a:gdLst/>
                  <a:ahLst/>
                  <a:cxnLst/>
                  <a:rect l="0" t="0" r="20320" b="1905"/>
                  <a:pathLst>
                    <a:path w="20320" h="1905">
                      <a:moveTo>
                        <a:pt x="20320" y="0"/>
                      </a:moveTo>
                      <a:lnTo>
                        <a:pt x="0" y="635"/>
                      </a:lnTo>
                      <a:cubicBezTo>
                        <a:pt x="9676" y="635"/>
                        <a:pt x="13063" y="1270"/>
                        <a:pt x="18385" y="1905"/>
                      </a:cubicBezTo>
                      <a:cubicBezTo>
                        <a:pt x="17901" y="1270"/>
                        <a:pt x="14030" y="0"/>
                        <a:pt x="20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9" name="자유형 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i0AAF0KAABlLQAAYQoAAAAAAAAmAAAACAAAAP//////////"/>
                    </a:ext>
                  </a:extLst>
                </p:cNvSpPr>
                <p:nvPr/>
              </p:nvSpPr>
              <p:spPr>
                <a:xfrm>
                  <a:off x="7357110" y="1684655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13045" y="2540"/>
                      </a:moveTo>
                      <a:cubicBezTo>
                        <a:pt x="15944" y="1693"/>
                        <a:pt x="19326" y="2540"/>
                        <a:pt x="22225" y="1693"/>
                      </a:cubicBezTo>
                      <a:lnTo>
                        <a:pt x="21258" y="0"/>
                      </a:lnTo>
                      <a:cubicBezTo>
                        <a:pt x="8696" y="0"/>
                        <a:pt x="0" y="1693"/>
                        <a:pt x="130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8" name="자유형 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ywAAE0KAACPLAAAVQoAAAAAAAAmAAAACAAAAP//////////"/>
                    </a:ext>
                  </a:extLst>
                </p:cNvSpPr>
                <p:nvPr/>
              </p:nvSpPr>
              <p:spPr>
                <a:xfrm>
                  <a:off x="7212965" y="1674495"/>
                  <a:ext cx="30480" cy="5080"/>
                </a:xfrm>
                <a:custGeom>
                  <a:avLst/>
                  <a:gdLst/>
                  <a:ahLst/>
                  <a:cxnLst/>
                  <a:rect l="0" t="0" r="30480" b="5080"/>
                  <a:pathLst>
                    <a:path w="30480" h="5080">
                      <a:moveTo>
                        <a:pt x="0" y="2177"/>
                      </a:moveTo>
                      <a:cubicBezTo>
                        <a:pt x="1451" y="5080"/>
                        <a:pt x="14514" y="4354"/>
                        <a:pt x="29029" y="3629"/>
                      </a:cubicBezTo>
                      <a:lnTo>
                        <a:pt x="26126" y="3629"/>
                      </a:lnTo>
                      <a:cubicBezTo>
                        <a:pt x="30480" y="0"/>
                        <a:pt x="14998" y="726"/>
                        <a:pt x="0" y="21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7" name="자유형 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SwAAFAKAACoLAAAUgoAAAAAAAAmAAAACAAAAP//////////"/>
                    </a:ext>
                  </a:extLst>
                </p:cNvSpPr>
                <p:nvPr/>
              </p:nvSpPr>
              <p:spPr>
                <a:xfrm>
                  <a:off x="7244715" y="1676400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0" y="1270"/>
                      </a:moveTo>
                      <a:cubicBezTo>
                        <a:pt x="4711" y="1270"/>
                        <a:pt x="8951" y="1270"/>
                        <a:pt x="13191" y="1270"/>
                      </a:cubicBezTo>
                      <a:cubicBezTo>
                        <a:pt x="14605" y="0"/>
                        <a:pt x="8009" y="127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6" name="자유형 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SsAADkKAACSKwAARgoAAAAAAAAmAAAACAAAAP//////////"/>
                    </a:ext>
                  </a:extLst>
                </p:cNvSpPr>
                <p:nvPr/>
              </p:nvSpPr>
              <p:spPr>
                <a:xfrm>
                  <a:off x="7031355" y="1661795"/>
                  <a:ext cx="51435" cy="8255"/>
                </a:xfrm>
                <a:custGeom>
                  <a:avLst/>
                  <a:gdLst/>
                  <a:ahLst/>
                  <a:cxnLst/>
                  <a:rect l="0" t="0" r="51435" b="8255"/>
                  <a:pathLst>
                    <a:path w="51435" h="8255">
                      <a:moveTo>
                        <a:pt x="36334" y="6191"/>
                      </a:moveTo>
                      <a:cubicBezTo>
                        <a:pt x="42941" y="6879"/>
                        <a:pt x="40581" y="2751"/>
                        <a:pt x="44356" y="4127"/>
                      </a:cubicBezTo>
                      <a:cubicBezTo>
                        <a:pt x="51435" y="0"/>
                        <a:pt x="0" y="8255"/>
                        <a:pt x="36334" y="619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5" name="자유형 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SwAAFoKAAByLAAAYQoAAAAAAAAmAAAACAAAAP//////////"/>
                    </a:ext>
                  </a:extLst>
                </p:cNvSpPr>
                <p:nvPr/>
              </p:nvSpPr>
              <p:spPr>
                <a:xfrm>
                  <a:off x="7211695" y="1682750"/>
                  <a:ext cx="13335" cy="4445"/>
                </a:xfrm>
                <a:custGeom>
                  <a:avLst/>
                  <a:gdLst/>
                  <a:ahLst/>
                  <a:cxnLst/>
                  <a:rect l="0" t="0" r="13335" b="4445"/>
                  <a:pathLst>
                    <a:path w="13335" h="4445">
                      <a:moveTo>
                        <a:pt x="13335" y="4445"/>
                      </a:moveTo>
                      <a:lnTo>
                        <a:pt x="7902" y="0"/>
                      </a:lnTo>
                      <a:lnTo>
                        <a:pt x="0" y="3556"/>
                      </a:lnTo>
                      <a:lnTo>
                        <a:pt x="13335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4" name="자유형 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CsAAFgKAADvKwAAXAoAAAAAAAAmAAAACAAAAP//////////"/>
                    </a:ext>
                  </a:extLst>
                </p:cNvSpPr>
                <p:nvPr/>
              </p:nvSpPr>
              <p:spPr>
                <a:xfrm>
                  <a:off x="7112000" y="1681480"/>
                  <a:ext cx="29845" cy="2540"/>
                </a:xfrm>
                <a:custGeom>
                  <a:avLst/>
                  <a:gdLst/>
                  <a:ahLst/>
                  <a:cxnLst/>
                  <a:rect l="0" t="0" r="29845" b="2540"/>
                  <a:pathLst>
                    <a:path w="29845" h="2540">
                      <a:moveTo>
                        <a:pt x="489" y="1693"/>
                      </a:moveTo>
                      <a:lnTo>
                        <a:pt x="23973" y="2540"/>
                      </a:lnTo>
                      <a:cubicBezTo>
                        <a:pt x="23484" y="1693"/>
                        <a:pt x="26420" y="1693"/>
                        <a:pt x="29845" y="1693"/>
                      </a:cubicBezTo>
                      <a:cubicBezTo>
                        <a:pt x="15656" y="847"/>
                        <a:pt x="0" y="0"/>
                        <a:pt x="489" y="169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3" name="자유형 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ysAAFoKAAALLAAAXAoAAAAAAAAmAAAACAAAAP//////////"/>
                    </a:ext>
                  </a:extLst>
                </p:cNvSpPr>
                <p:nvPr/>
              </p:nvSpPr>
              <p:spPr>
                <a:xfrm>
                  <a:off x="7141845" y="168275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7018" y="1270"/>
                        <a:pt x="14037" y="1270"/>
                        <a:pt x="17780" y="0"/>
                      </a:cubicBezTo>
                      <a:cubicBezTo>
                        <a:pt x="14037" y="0"/>
                        <a:pt x="5615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2" name="자유형 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SwAAGEKAABBLAAAYQoAAAAAAAAmAAAACAAAAP//////////"/>
                    </a:ext>
                  </a:extLst>
                </p:cNvSpPr>
                <p:nvPr/>
              </p:nvSpPr>
              <p:spPr>
                <a:xfrm>
                  <a:off x="7171055" y="1687195"/>
                  <a:ext cx="22860" cy="0"/>
                </a:xfrm>
                <a:custGeom>
                  <a:avLst/>
                  <a:gdLst/>
                  <a:ahLst/>
                  <a:cxnLst/>
                  <a:rect l="0" t="0" r="22860" b="0"/>
                  <a:pathLst>
                    <a:path w="22860">
                      <a:moveTo>
                        <a:pt x="22860" y="0"/>
                      </a:moveTo>
                      <a:lnTo>
                        <a:pt x="16051" y="0"/>
                      </a:lnTo>
                      <a:lnTo>
                        <a:pt x="0" y="0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1" name="곡선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SoAAFgKAABKKgAAXQoAAAAAAAAmAAAACAAAAP//////////"/>
                    </a:ext>
                  </a:extLst>
                </p:cNvSpPr>
                <p:nvPr/>
              </p:nvSpPr>
              <p:spPr>
                <a:xfrm>
                  <a:off x="6843395" y="1681480"/>
                  <a:ext cx="31115" cy="3175"/>
                </a:xfrm>
                <a:custGeom>
                  <a:avLst/>
                  <a:gdLst/>
                  <a:ahLst/>
                  <a:cxnLst/>
                  <a:rect l="0" t="0" r="31115" b="3175"/>
                  <a:pathLst>
                    <a:path w="31115" h="3175">
                      <a:moveTo>
                        <a:pt x="27285" y="0"/>
                      </a:moveTo>
                      <a:lnTo>
                        <a:pt x="2393" y="793"/>
                      </a:lnTo>
                      <a:cubicBezTo>
                        <a:pt x="0" y="2381"/>
                        <a:pt x="6701" y="3175"/>
                        <a:pt x="15796" y="3175"/>
                      </a:cubicBezTo>
                      <a:cubicBezTo>
                        <a:pt x="21541" y="1587"/>
                        <a:pt x="31115" y="1587"/>
                        <a:pt x="272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0" name="곡선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yoAAGQKAAC5KgAAbAoAAAAAAAAmAAAACAAAAP//////////"/>
                    </a:ext>
                  </a:extLst>
                </p:cNvSpPr>
                <p:nvPr/>
              </p:nvSpPr>
              <p:spPr>
                <a:xfrm>
                  <a:off x="6933565" y="1689100"/>
                  <a:ext cx="11430" cy="5080"/>
                </a:xfrm>
                <a:custGeom>
                  <a:avLst/>
                  <a:gdLst/>
                  <a:ahLst/>
                  <a:cxnLst/>
                  <a:rect l="0" t="0" r="11430" b="5080"/>
                  <a:pathLst>
                    <a:path w="11430" h="5080">
                      <a:moveTo>
                        <a:pt x="11430" y="2903"/>
                      </a:moveTo>
                      <a:cubicBezTo>
                        <a:pt x="5029" y="2177"/>
                        <a:pt x="4572" y="1451"/>
                        <a:pt x="914" y="0"/>
                      </a:cubicBezTo>
                      <a:lnTo>
                        <a:pt x="0" y="5080"/>
                      </a:lnTo>
                      <a:lnTo>
                        <a:pt x="11430" y="29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9" name="곡선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yoAAGwKAABsKgAAbwoAAAAAAAAmAAAACAAAAP//////////"/>
                    </a:ext>
                  </a:extLst>
                </p:cNvSpPr>
                <p:nvPr/>
              </p:nvSpPr>
              <p:spPr>
                <a:xfrm>
                  <a:off x="6837045" y="1694180"/>
                  <a:ext cx="59055" cy="1905"/>
                </a:xfrm>
                <a:custGeom>
                  <a:avLst/>
                  <a:gdLst/>
                  <a:ahLst/>
                  <a:cxnLst/>
                  <a:rect l="0" t="0" r="59055" b="1905"/>
                  <a:pathLst>
                    <a:path w="59055" h="1905">
                      <a:moveTo>
                        <a:pt x="36009" y="0"/>
                      </a:moveTo>
                      <a:cubicBezTo>
                        <a:pt x="33608" y="476"/>
                        <a:pt x="0" y="1905"/>
                        <a:pt x="31688" y="1905"/>
                      </a:cubicBezTo>
                      <a:cubicBezTo>
                        <a:pt x="34088" y="952"/>
                        <a:pt x="59055" y="476"/>
                        <a:pt x="360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8" name="곡선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ycAAFUKAAAHKAAAYQoAAAAAAAAmAAAACAAAAP//////////"/>
                    </a:ext>
                  </a:extLst>
                </p:cNvSpPr>
                <p:nvPr/>
              </p:nvSpPr>
              <p:spPr>
                <a:xfrm>
                  <a:off x="6501765" y="1679575"/>
                  <a:ext cx="5080" cy="7620"/>
                </a:xfrm>
                <a:custGeom>
                  <a:avLst/>
                  <a:gdLst/>
                  <a:ahLst/>
                  <a:cxnLst/>
                  <a:rect l="0" t="0" r="5080" b="7620"/>
                  <a:pathLst>
                    <a:path w="5080" h="7620">
                      <a:moveTo>
                        <a:pt x="0" y="7620"/>
                      </a:moveTo>
                      <a:lnTo>
                        <a:pt x="5080" y="7620"/>
                      </a:lnTo>
                      <a:lnTo>
                        <a:pt x="4689" y="0"/>
                      </a:lnTo>
                      <a:lnTo>
                        <a:pt x="0" y="762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7" name="자유형 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iUAAHMKAAA7JgAAfgoAAAAAAAAmAAAACAAAAP//////////"/>
                    </a:ext>
                  </a:extLst>
                </p:cNvSpPr>
                <p:nvPr/>
              </p:nvSpPr>
              <p:spPr>
                <a:xfrm>
                  <a:off x="6165850" y="1698625"/>
                  <a:ext cx="48895" cy="6985"/>
                </a:xfrm>
                <a:custGeom>
                  <a:avLst/>
                  <a:gdLst/>
                  <a:ahLst/>
                  <a:cxnLst/>
                  <a:rect l="0" t="0" r="48895" b="6985"/>
                  <a:pathLst>
                    <a:path w="48895" h="6985">
                      <a:moveTo>
                        <a:pt x="7745" y="5588"/>
                      </a:moveTo>
                      <a:cubicBezTo>
                        <a:pt x="37760" y="6985"/>
                        <a:pt x="15007" y="698"/>
                        <a:pt x="41633" y="2794"/>
                      </a:cubicBezTo>
                      <a:cubicBezTo>
                        <a:pt x="48895" y="1397"/>
                        <a:pt x="19848" y="1397"/>
                        <a:pt x="27110" y="0"/>
                      </a:cubicBezTo>
                      <a:cubicBezTo>
                        <a:pt x="9198" y="1397"/>
                        <a:pt x="0" y="698"/>
                        <a:pt x="7745" y="55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6" name="곡선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SYAAG8KAAAnJgAAcwoAAAAAAAAmAAAACAAAAP//////////"/>
                    </a:ext>
                  </a:extLst>
                </p:cNvSpPr>
                <p:nvPr/>
              </p:nvSpPr>
              <p:spPr>
                <a:xfrm>
                  <a:off x="6193155" y="1696085"/>
                  <a:ext cx="8890" cy="2540"/>
                </a:xfrm>
                <a:custGeom>
                  <a:avLst/>
                  <a:gdLst/>
                  <a:ahLst/>
                  <a:cxnLst/>
                  <a:rect l="0" t="0" r="8890" b="2540"/>
                  <a:pathLst>
                    <a:path w="8890" h="2540">
                      <a:moveTo>
                        <a:pt x="0" y="2540"/>
                      </a:moveTo>
                      <a:lnTo>
                        <a:pt x="8890" y="0"/>
                      </a:lnTo>
                      <a:cubicBezTo>
                        <a:pt x="3743" y="1270"/>
                        <a:pt x="1404" y="1270"/>
                        <a:pt x="0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5" name="자유형 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Q8AAC0KAABbDwAAMgoAAAAAAAAmAAAACAAAAP//////////"/>
                    </a:ext>
                  </a:extLst>
                </p:cNvSpPr>
                <p:nvPr/>
              </p:nvSpPr>
              <p:spPr>
                <a:xfrm>
                  <a:off x="2477135" y="1654175"/>
                  <a:ext cx="19050" cy="3175"/>
                </a:xfrm>
                <a:custGeom>
                  <a:avLst/>
                  <a:gdLst/>
                  <a:ahLst/>
                  <a:cxnLst/>
                  <a:rect l="0" t="0" r="19050" b="3175"/>
                  <a:pathLst>
                    <a:path w="19050" h="3175">
                      <a:moveTo>
                        <a:pt x="19050" y="1587"/>
                      </a:moveTo>
                      <a:lnTo>
                        <a:pt x="0" y="0"/>
                      </a:lnTo>
                      <a:lnTo>
                        <a:pt x="12212" y="3175"/>
                      </a:lnTo>
                      <a:lnTo>
                        <a:pt x="19050" y="15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4" name="자유형 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g8AADEKAAAiDwAANwoAAAAAAAAmAAAACAAAAP//////////"/>
                    </a:ext>
                  </a:extLst>
                </p:cNvSpPr>
                <p:nvPr/>
              </p:nvSpPr>
              <p:spPr>
                <a:xfrm>
                  <a:off x="2444750" y="1656715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lnTo>
                        <a:pt x="10954" y="0"/>
                      </a:lnTo>
                      <a:lnTo>
                        <a:pt x="0" y="3175"/>
                      </a:lnTo>
                      <a:cubicBezTo>
                        <a:pt x="3810" y="3175"/>
                        <a:pt x="12383" y="3175"/>
                        <a:pt x="1524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3" name="자유형 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x4AAHkKAADxHgAAfgoAAAAAAAAmAAAACAAAAP//////////"/>
                    </a:ext>
                  </a:extLst>
                </p:cNvSpPr>
                <p:nvPr/>
              </p:nvSpPr>
              <p:spPr>
                <a:xfrm>
                  <a:off x="5013325" y="1702435"/>
                  <a:ext cx="16510" cy="3175"/>
                </a:xfrm>
                <a:custGeom>
                  <a:avLst/>
                  <a:gdLst/>
                  <a:ahLst/>
                  <a:cxnLst/>
                  <a:rect l="0" t="0" r="16510" b="3175"/>
                  <a:pathLst>
                    <a:path w="16510" h="3175">
                      <a:moveTo>
                        <a:pt x="15053" y="3175"/>
                      </a:moveTo>
                      <a:lnTo>
                        <a:pt x="16510" y="1587"/>
                      </a:lnTo>
                      <a:cubicBezTo>
                        <a:pt x="13596" y="793"/>
                        <a:pt x="8741" y="793"/>
                        <a:pt x="0" y="0"/>
                      </a:cubicBezTo>
                      <a:lnTo>
                        <a:pt x="1505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2" name="자유형 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h0AAG8KAABjHQAAdgoAAAAAAAAmAAAACAAAAP//////////"/>
                    </a:ext>
                  </a:extLst>
                </p:cNvSpPr>
                <p:nvPr/>
              </p:nvSpPr>
              <p:spPr>
                <a:xfrm>
                  <a:off x="4768850" y="1696085"/>
                  <a:ext cx="8255" cy="4445"/>
                </a:xfrm>
                <a:custGeom>
                  <a:avLst/>
                  <a:gdLst/>
                  <a:ahLst/>
                  <a:cxnLst/>
                  <a:rect l="0" t="0" r="8255" b="4445"/>
                  <a:pathLst>
                    <a:path w="8255" h="4445">
                      <a:moveTo>
                        <a:pt x="3884" y="4445"/>
                      </a:moveTo>
                      <a:lnTo>
                        <a:pt x="8255" y="4445"/>
                      </a:lnTo>
                      <a:lnTo>
                        <a:pt x="0" y="0"/>
                      </a:lnTo>
                      <a:lnTo>
                        <a:pt x="3884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1" name="자유형 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BwAAHYKAAA3HAAAfgoAAAAAAAAmAAAACAAAAP//////////"/>
                    </a:ext>
                  </a:extLst>
                </p:cNvSpPr>
                <p:nvPr/>
              </p:nvSpPr>
              <p:spPr>
                <a:xfrm>
                  <a:off x="4556760" y="1700530"/>
                  <a:ext cx="29845" cy="5080"/>
                </a:xfrm>
                <a:custGeom>
                  <a:avLst/>
                  <a:gdLst/>
                  <a:ahLst/>
                  <a:cxnLst/>
                  <a:rect l="0" t="0" r="29845" b="5080"/>
                  <a:pathLst>
                    <a:path w="29845" h="5080">
                      <a:moveTo>
                        <a:pt x="2368" y="4445"/>
                      </a:moveTo>
                      <a:cubicBezTo>
                        <a:pt x="10895" y="5080"/>
                        <a:pt x="21317" y="3810"/>
                        <a:pt x="29845" y="4445"/>
                      </a:cubicBezTo>
                      <a:cubicBezTo>
                        <a:pt x="10895" y="5080"/>
                        <a:pt x="0" y="0"/>
                        <a:pt x="2368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  <p:grpSp>
            <p:nvGrpSpPr>
              <p:cNvPr id="155" name="그룹 767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sAAAAfAAAAVAAAAAAAAAAAAAAAAAAAAAAAAAAAAAAAAAAAAAAAAAAAAAAAAAAAAAAAAAAAAAAAAAAAAAAAAAAAAAAAAAAAAAAAAAAAAAAAAAAAAAAAAAAAAAAAAAAAACEAAAAYAAAAFAAAACcvAAAICgAAYS8AAFgjAAAAAAAAJgAAAAgAAAD/////AAAAAA=="/>
                  </a:ext>
                </a:extLst>
              </p:cNvGrpSpPr>
              <p:nvPr/>
            </p:nvGrpSpPr>
            <p:grpSpPr>
              <a:xfrm rot="16200000" flipH="1">
                <a:off x="5626100" y="3669665"/>
                <a:ext cx="4114800" cy="36830"/>
                <a:chOff x="5626100" y="3669665"/>
                <a:chExt cx="4114800" cy="36830"/>
              </a:xfrm>
            </p:grpSpPr>
            <p:sp>
              <p:nvSpPr>
                <p:cNvPr id="229" name="자유형 7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TsAAJ0WAADsOwAAohYAAAAAAAAmAAAACAAAAP//////////"/>
                    </a:ext>
                  </a:extLst>
                </p:cNvSpPr>
                <p:nvPr/>
              </p:nvSpPr>
              <p:spPr>
                <a:xfrm>
                  <a:off x="9716135" y="3676015"/>
                  <a:ext cx="24765" cy="3175"/>
                </a:xfrm>
                <a:custGeom>
                  <a:avLst/>
                  <a:gdLst/>
                  <a:ahLst/>
                  <a:cxnLst/>
                  <a:rect l="0" t="0" r="24765" b="3175"/>
                  <a:pathLst>
                    <a:path w="24765" h="3175">
                      <a:moveTo>
                        <a:pt x="11088" y="3175"/>
                      </a:moveTo>
                      <a:lnTo>
                        <a:pt x="24765" y="1587"/>
                      </a:lnTo>
                      <a:cubicBezTo>
                        <a:pt x="22177" y="1058"/>
                        <a:pt x="9610" y="529"/>
                        <a:pt x="14415" y="0"/>
                      </a:cubicBezTo>
                      <a:cubicBezTo>
                        <a:pt x="0" y="529"/>
                        <a:pt x="2957" y="1587"/>
                        <a:pt x="11088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8" name="자유형 7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TsAAKQWAADNOwAApRYAAAAAAAAmAAAACAAAAP//////////"/>
                    </a:ext>
                  </a:extLst>
                </p:cNvSpPr>
                <p:nvPr/>
              </p:nvSpPr>
              <p:spPr>
                <a:xfrm>
                  <a:off x="9713595" y="3680460"/>
                  <a:ext cx="7620" cy="635"/>
                </a:xfrm>
                <a:custGeom>
                  <a:avLst/>
                  <a:gdLst/>
                  <a:ahLst/>
                  <a:cxnLst/>
                  <a:rect l="0" t="0" r="7620" b="635"/>
                  <a:pathLst>
                    <a:path w="7620" h="635">
                      <a:moveTo>
                        <a:pt x="0" y="635"/>
                      </a:moveTo>
                      <a:lnTo>
                        <a:pt x="7620" y="317"/>
                      </a:lnTo>
                      <a:cubicBezTo>
                        <a:pt x="6096" y="0"/>
                        <a:pt x="4191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7" name="자유형 7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TsAAKMWAADlOwAAqBYAAAAAAAAmAAAACAAAAP//////////"/>
                    </a:ext>
                  </a:extLst>
                </p:cNvSpPr>
                <p:nvPr/>
              </p:nvSpPr>
              <p:spPr>
                <a:xfrm>
                  <a:off x="9721215" y="3679825"/>
                  <a:ext cx="15240" cy="3175"/>
                </a:xfrm>
                <a:custGeom>
                  <a:avLst/>
                  <a:gdLst/>
                  <a:ahLst/>
                  <a:cxnLst/>
                  <a:rect l="0" t="0" r="15240" b="3175"/>
                  <a:pathLst>
                    <a:path w="15240" h="3175">
                      <a:moveTo>
                        <a:pt x="15240" y="0"/>
                      </a:moveTo>
                      <a:lnTo>
                        <a:pt x="0" y="1058"/>
                      </a:lnTo>
                      <a:cubicBezTo>
                        <a:pt x="1859" y="1587"/>
                        <a:pt x="2230" y="3175"/>
                        <a:pt x="7062" y="529"/>
                      </a:cubicBezTo>
                      <a:cubicBezTo>
                        <a:pt x="5576" y="1587"/>
                        <a:pt x="8549" y="529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6" name="곡선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DsAAJ4WAABnOwAAoxYAAAAAAAAmAAAACAAAAP//////////"/>
                    </a:ext>
                  </a:extLst>
                </p:cNvSpPr>
                <p:nvPr/>
              </p:nvSpPr>
              <p:spPr>
                <a:xfrm>
                  <a:off x="9639300" y="3676650"/>
                  <a:ext cx="17145" cy="3175"/>
                </a:xfrm>
                <a:custGeom>
                  <a:avLst/>
                  <a:gdLst/>
                  <a:ahLst/>
                  <a:cxnLst/>
                  <a:rect l="0" t="0" r="17145" b="3175"/>
                  <a:pathLst>
                    <a:path w="17145" h="3175">
                      <a:moveTo>
                        <a:pt x="762" y="0"/>
                      </a:moveTo>
                      <a:cubicBezTo>
                        <a:pt x="0" y="529"/>
                        <a:pt x="5715" y="2116"/>
                        <a:pt x="6858" y="3175"/>
                      </a:cubicBezTo>
                      <a:lnTo>
                        <a:pt x="17145" y="2116"/>
                      </a:lnTo>
                      <a:cubicBezTo>
                        <a:pt x="11811" y="1587"/>
                        <a:pt x="1524" y="1058"/>
                        <a:pt x="7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5" name="자유형 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zsAAKMWAABYOwAApRYAAAAAAAAmAAAACAAAAP//////////"/>
                    </a:ext>
                  </a:extLst>
                </p:cNvSpPr>
                <p:nvPr/>
              </p:nvSpPr>
              <p:spPr>
                <a:xfrm>
                  <a:off x="9631045" y="3679825"/>
                  <a:ext cx="15875" cy="1270"/>
                </a:xfrm>
                <a:custGeom>
                  <a:avLst/>
                  <a:gdLst/>
                  <a:ahLst/>
                  <a:cxnLst/>
                  <a:rect l="0" t="0" r="15875" b="1270"/>
                  <a:pathLst>
                    <a:path w="15875" h="1270">
                      <a:moveTo>
                        <a:pt x="15153" y="0"/>
                      </a:moveTo>
                      <a:lnTo>
                        <a:pt x="0" y="1270"/>
                      </a:lnTo>
                      <a:cubicBezTo>
                        <a:pt x="13349" y="1270"/>
                        <a:pt x="15875" y="847"/>
                        <a:pt x="151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4" name="자유형 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TsAAKgWAADlOwAArBYAAAAAAAAmAAAACAAAAP//////////"/>
                    </a:ext>
                  </a:extLst>
                </p:cNvSpPr>
                <p:nvPr/>
              </p:nvSpPr>
              <p:spPr>
                <a:xfrm>
                  <a:off x="9705975" y="3683000"/>
                  <a:ext cx="30480" cy="2540"/>
                </a:xfrm>
                <a:custGeom>
                  <a:avLst/>
                  <a:gdLst/>
                  <a:ahLst/>
                  <a:cxnLst/>
                  <a:rect l="0" t="0" r="30480" b="2540"/>
                  <a:pathLst>
                    <a:path w="30480" h="2540">
                      <a:moveTo>
                        <a:pt x="5204" y="2540"/>
                      </a:moveTo>
                      <a:lnTo>
                        <a:pt x="30480" y="0"/>
                      </a:lnTo>
                      <a:lnTo>
                        <a:pt x="0" y="2540"/>
                      </a:lnTo>
                      <a:lnTo>
                        <a:pt x="5204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3" name="자유형 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joAAJsWAAD/OgAAnxYAAAAAAAAmAAAACAAAAP//////////"/>
                    </a:ext>
                  </a:extLst>
                </p:cNvSpPr>
                <p:nvPr/>
              </p:nvSpPr>
              <p:spPr>
                <a:xfrm>
                  <a:off x="9574530" y="3674745"/>
                  <a:ext cx="15875" cy="2540"/>
                </a:xfrm>
                <a:custGeom>
                  <a:avLst/>
                  <a:gdLst/>
                  <a:ahLst/>
                  <a:cxnLst/>
                  <a:rect l="0" t="0" r="15875" b="2540"/>
                  <a:pathLst>
                    <a:path w="15875" h="2540">
                      <a:moveTo>
                        <a:pt x="7181" y="2032"/>
                      </a:moveTo>
                      <a:lnTo>
                        <a:pt x="15875" y="0"/>
                      </a:lnTo>
                      <a:lnTo>
                        <a:pt x="0" y="2540"/>
                      </a:lnTo>
                      <a:lnTo>
                        <a:pt x="7181" y="203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2" name="곡선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ToAAJoWAAC9OgAAnhYAAAAAAAAmAAAACAAAAP//////////"/>
                    </a:ext>
                  </a:extLst>
                </p:cNvSpPr>
                <p:nvPr/>
              </p:nvSpPr>
              <p:spPr>
                <a:xfrm>
                  <a:off x="9512935" y="3674110"/>
                  <a:ext cx="35560" cy="2540"/>
                </a:xfrm>
                <a:custGeom>
                  <a:avLst/>
                  <a:gdLst/>
                  <a:ahLst/>
                  <a:cxnLst/>
                  <a:rect l="0" t="0" r="35560" b="2540"/>
                  <a:pathLst>
                    <a:path w="35560" h="2540">
                      <a:moveTo>
                        <a:pt x="29391" y="2540"/>
                      </a:moveTo>
                      <a:cubicBezTo>
                        <a:pt x="35560" y="1270"/>
                        <a:pt x="20683" y="423"/>
                        <a:pt x="27214" y="0"/>
                      </a:cubicBezTo>
                      <a:cubicBezTo>
                        <a:pt x="17054" y="0"/>
                        <a:pt x="7983" y="847"/>
                        <a:pt x="0" y="2117"/>
                      </a:cubicBezTo>
                      <a:cubicBezTo>
                        <a:pt x="8709" y="1270"/>
                        <a:pt x="17780" y="1693"/>
                        <a:pt x="29391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1" name="자유형 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zoAAJ0WAACFOgAAoBYAAAAAAAAmAAAACAAAAP//////////"/>
                    </a:ext>
                  </a:extLst>
                </p:cNvSpPr>
                <p:nvPr/>
              </p:nvSpPr>
              <p:spPr>
                <a:xfrm>
                  <a:off x="9498965" y="367601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0" y="1905"/>
                      </a:moveTo>
                      <a:cubicBezTo>
                        <a:pt x="4269" y="1270"/>
                        <a:pt x="8925" y="635"/>
                        <a:pt x="13970" y="0"/>
                      </a:cubicBezTo>
                      <a:cubicBezTo>
                        <a:pt x="9313" y="0"/>
                        <a:pt x="4657" y="635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0" name="곡선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jsAAKAWAAAVOwAApRYAAAAAAAAmAAAACAAAAP//////////"/>
                    </a:ext>
                  </a:extLst>
                </p:cNvSpPr>
                <p:nvPr/>
              </p:nvSpPr>
              <p:spPr>
                <a:xfrm>
                  <a:off x="9592310" y="3677920"/>
                  <a:ext cx="12065" cy="3175"/>
                </a:xfrm>
                <a:custGeom>
                  <a:avLst/>
                  <a:gdLst/>
                  <a:ahLst/>
                  <a:cxnLst/>
                  <a:rect l="0" t="0" r="12065" b="3175"/>
                  <a:pathLst>
                    <a:path w="12065" h="3175">
                      <a:moveTo>
                        <a:pt x="12065" y="3175"/>
                      </a:moveTo>
                      <a:cubicBezTo>
                        <a:pt x="10933" y="2540"/>
                        <a:pt x="8671" y="635"/>
                        <a:pt x="0" y="0"/>
                      </a:cubicBezTo>
                      <a:lnTo>
                        <a:pt x="6032" y="3175"/>
                      </a:lnTo>
                      <a:lnTo>
                        <a:pt x="12065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9" name="자유형 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zoAAKQWAAAMOwAApRYAAAAAAAAmAAAACAAAAP//////////"/>
                    </a:ext>
                  </a:extLst>
                </p:cNvSpPr>
                <p:nvPr/>
              </p:nvSpPr>
              <p:spPr>
                <a:xfrm>
                  <a:off x="9585325" y="368046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13335" y="635"/>
                      </a:moveTo>
                      <a:lnTo>
                        <a:pt x="12964" y="635"/>
                      </a:lnTo>
                      <a:lnTo>
                        <a:pt x="0" y="0"/>
                      </a:lnTo>
                      <a:lnTo>
                        <a:pt x="1333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8" name="자유형 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TsAAKUWAAAYOwAApRYAAAAAAAAmAAAACAAAAP//////////"/>
                    </a:ext>
                  </a:extLst>
                </p:cNvSpPr>
                <p:nvPr/>
              </p:nvSpPr>
              <p:spPr>
                <a:xfrm>
                  <a:off x="9604375" y="368109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762" y="0"/>
                        <a:pt x="1143" y="0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7" name="자유형 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jsAAKgWAAB+OwAAsBYAAAAAAAAmAAAACAAAAP//////////"/>
                    </a:ext>
                  </a:extLst>
                </p:cNvSpPr>
                <p:nvPr/>
              </p:nvSpPr>
              <p:spPr>
                <a:xfrm>
                  <a:off x="9643110" y="3683000"/>
                  <a:ext cx="27940" cy="5080"/>
                </a:xfrm>
                <a:custGeom>
                  <a:avLst/>
                  <a:gdLst/>
                  <a:ahLst/>
                  <a:cxnLst/>
                  <a:rect l="0" t="0" r="27940" b="5080"/>
                  <a:pathLst>
                    <a:path w="27940" h="5080">
                      <a:moveTo>
                        <a:pt x="27940" y="0"/>
                      </a:moveTo>
                      <a:cubicBezTo>
                        <a:pt x="18999" y="1693"/>
                        <a:pt x="0" y="2822"/>
                        <a:pt x="18254" y="5080"/>
                      </a:cubicBezTo>
                      <a:cubicBezTo>
                        <a:pt x="24587" y="3387"/>
                        <a:pt x="14156" y="2258"/>
                        <a:pt x="279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6" name="곡선1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DsAAKYWAAA/OwAAqRYAAAAAAAAmAAAACAAAAP//////////"/>
                    </a:ext>
                  </a:extLst>
                </p:cNvSpPr>
                <p:nvPr/>
              </p:nvSpPr>
              <p:spPr>
                <a:xfrm>
                  <a:off x="9613900" y="3681730"/>
                  <a:ext cx="17145" cy="1905"/>
                </a:xfrm>
                <a:custGeom>
                  <a:avLst/>
                  <a:gdLst/>
                  <a:ahLst/>
                  <a:cxnLst/>
                  <a:rect l="0" t="0" r="17145" b="1905"/>
                  <a:pathLst>
                    <a:path w="17145" h="1905">
                      <a:moveTo>
                        <a:pt x="0" y="1428"/>
                      </a:moveTo>
                      <a:lnTo>
                        <a:pt x="16050" y="1905"/>
                      </a:lnTo>
                      <a:cubicBezTo>
                        <a:pt x="15685" y="1428"/>
                        <a:pt x="12767" y="476"/>
                        <a:pt x="17145" y="0"/>
                      </a:cubicBez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5" name="자유형 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zsAAKgWAAAkOwAAqhYAAAAAAAAmAAAACAAAAP//////////"/>
                    </a:ext>
                  </a:extLst>
                </p:cNvSpPr>
                <p:nvPr/>
              </p:nvSpPr>
              <p:spPr>
                <a:xfrm>
                  <a:off x="9605645" y="3683000"/>
                  <a:ext cx="8255" cy="1270"/>
                </a:xfrm>
                <a:custGeom>
                  <a:avLst/>
                  <a:gdLst/>
                  <a:ahLst/>
                  <a:cxnLst/>
                  <a:rect l="0" t="0" r="8255" b="1270"/>
                  <a:pathLst>
                    <a:path w="8255" h="1270">
                      <a:moveTo>
                        <a:pt x="0" y="1270"/>
                      </a:moveTo>
                      <a:lnTo>
                        <a:pt x="8255" y="0"/>
                      </a:lnTo>
                      <a:lnTo>
                        <a:pt x="1876" y="0"/>
                      </a:lnTo>
                      <a:lnTo>
                        <a:pt x="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4" name="자유형 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joAAKMWAACrOgAAphYAAAAAAAAmAAAACAAAAP//////////"/>
                    </a:ext>
                  </a:extLst>
                </p:cNvSpPr>
                <p:nvPr/>
              </p:nvSpPr>
              <p:spPr>
                <a:xfrm>
                  <a:off x="9503410" y="3679825"/>
                  <a:ext cx="33655" cy="1905"/>
                </a:xfrm>
                <a:custGeom>
                  <a:avLst/>
                  <a:gdLst/>
                  <a:ahLst/>
                  <a:cxnLst/>
                  <a:rect l="0" t="0" r="33655" b="1905"/>
                  <a:pathLst>
                    <a:path w="33655" h="1905">
                      <a:moveTo>
                        <a:pt x="23558" y="0"/>
                      </a:moveTo>
                      <a:cubicBezTo>
                        <a:pt x="16453" y="952"/>
                        <a:pt x="8600" y="952"/>
                        <a:pt x="0" y="952"/>
                      </a:cubicBezTo>
                      <a:cubicBezTo>
                        <a:pt x="9348" y="1428"/>
                        <a:pt x="19071" y="1905"/>
                        <a:pt x="28419" y="1905"/>
                      </a:cubicBezTo>
                      <a:cubicBezTo>
                        <a:pt x="29541" y="952"/>
                        <a:pt x="33655" y="0"/>
                        <a:pt x="235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3" name="자유형 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zoAAKQWAADSOgAApRYAAAAAAAAmAAAACAAAAP//////////"/>
                    </a:ext>
                  </a:extLst>
                </p:cNvSpPr>
                <p:nvPr/>
              </p:nvSpPr>
              <p:spPr>
                <a:xfrm>
                  <a:off x="9559925" y="3680460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0"/>
                      </a:moveTo>
                      <a:lnTo>
                        <a:pt x="0" y="635"/>
                      </a:lnTo>
                      <a:cubicBezTo>
                        <a:pt x="1143" y="635"/>
                        <a:pt x="1905" y="635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2" name="자유형 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zkAAKUWAADyOQAApRYAAAAAAAAmAAAACAAAAP//////////"/>
                    </a:ext>
                  </a:extLst>
                </p:cNvSpPr>
                <p:nvPr/>
              </p:nvSpPr>
              <p:spPr>
                <a:xfrm>
                  <a:off x="9417685" y="368109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0" y="0"/>
                      </a:moveTo>
                      <a:lnTo>
                        <a:pt x="1524" y="0"/>
                      </a:lnTo>
                      <a:cubicBezTo>
                        <a:pt x="1524" y="0"/>
                        <a:pt x="1524" y="0"/>
                        <a:pt x="190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1" name="자유형 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joAAKUWAAC9OgAApxYAAAAAAAAmAAAACAAAAP//////////"/>
                    </a:ext>
                  </a:extLst>
                </p:cNvSpPr>
                <p:nvPr/>
              </p:nvSpPr>
              <p:spPr>
                <a:xfrm>
                  <a:off x="9531350" y="3681095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2188" y="1270"/>
                      </a:moveTo>
                      <a:cubicBezTo>
                        <a:pt x="9119" y="1270"/>
                        <a:pt x="13132" y="635"/>
                        <a:pt x="17145" y="0"/>
                      </a:cubicBezTo>
                      <a:cubicBezTo>
                        <a:pt x="12037" y="0"/>
                        <a:pt x="6566" y="635"/>
                        <a:pt x="729" y="635"/>
                      </a:cubicBezTo>
                      <a:cubicBezTo>
                        <a:pt x="0" y="635"/>
                        <a:pt x="0" y="1270"/>
                        <a:pt x="2188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0" name="자유형 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ToAAKAWAABdOgAAoxYAAAAAAAAmAAAACAAAAP//////////"/>
                    </a:ext>
                  </a:extLst>
                </p:cNvSpPr>
                <p:nvPr/>
              </p:nvSpPr>
              <p:spPr>
                <a:xfrm>
                  <a:off x="9474835" y="3677920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0" y="635"/>
                      </a:moveTo>
                      <a:cubicBezTo>
                        <a:pt x="3848" y="1270"/>
                        <a:pt x="8082" y="1905"/>
                        <a:pt x="12700" y="1905"/>
                      </a:cubicBezTo>
                      <a:cubicBezTo>
                        <a:pt x="8852" y="1270"/>
                        <a:pt x="1155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9" name="자유형 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joAAKMWAADOOgAAoxYAAAAAAAAmAAAACAAAAP//////////"/>
                    </a:ext>
                  </a:extLst>
                </p:cNvSpPr>
                <p:nvPr/>
              </p:nvSpPr>
              <p:spPr>
                <a:xfrm>
                  <a:off x="9556750" y="3679825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1270" y="0"/>
                      </a:moveTo>
                      <a:lnTo>
                        <a:pt x="2540" y="0"/>
                      </a:lnTo>
                      <a:cubicBezTo>
                        <a:pt x="0" y="0"/>
                        <a:pt x="0" y="0"/>
                        <a:pt x="12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8" name="자유형 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ToAAKMWAADPOgAApRYAAAAAAAAmAAAACAAAAP//////////"/>
                    </a:ext>
                  </a:extLst>
                </p:cNvSpPr>
                <p:nvPr/>
              </p:nvSpPr>
              <p:spPr>
                <a:xfrm>
                  <a:off x="9548495" y="3679825"/>
                  <a:ext cx="11430" cy="1270"/>
                </a:xfrm>
                <a:custGeom>
                  <a:avLst/>
                  <a:gdLst/>
                  <a:ahLst/>
                  <a:cxnLst/>
                  <a:rect l="0" t="0" r="11430" b="1270"/>
                  <a:pathLst>
                    <a:path w="11430" h="1270">
                      <a:moveTo>
                        <a:pt x="9218" y="0"/>
                      </a:moveTo>
                      <a:cubicBezTo>
                        <a:pt x="5531" y="423"/>
                        <a:pt x="2950" y="847"/>
                        <a:pt x="0" y="1270"/>
                      </a:cubicBezTo>
                      <a:cubicBezTo>
                        <a:pt x="4056" y="1270"/>
                        <a:pt x="8112" y="847"/>
                        <a:pt x="11430" y="847"/>
                      </a:cubicBezTo>
                      <a:cubicBezTo>
                        <a:pt x="10693" y="423"/>
                        <a:pt x="9955" y="423"/>
                        <a:pt x="92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7" name="자유형 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zkAAKUWAAAXOgAAuhYAAAAAAAAmAAAACAAAAP//////////"/>
                    </a:ext>
                  </a:extLst>
                </p:cNvSpPr>
                <p:nvPr/>
              </p:nvSpPr>
              <p:spPr>
                <a:xfrm>
                  <a:off x="9369425" y="3681095"/>
                  <a:ext cx="73660" cy="13335"/>
                </a:xfrm>
                <a:custGeom>
                  <a:avLst/>
                  <a:gdLst/>
                  <a:ahLst/>
                  <a:cxnLst/>
                  <a:rect l="0" t="0" r="73660" b="13335"/>
                  <a:pathLst>
                    <a:path w="73660" h="13335">
                      <a:moveTo>
                        <a:pt x="22321" y="13335"/>
                      </a:moveTo>
                      <a:cubicBezTo>
                        <a:pt x="23437" y="11359"/>
                        <a:pt x="42038" y="9383"/>
                        <a:pt x="58035" y="11853"/>
                      </a:cubicBezTo>
                      <a:cubicBezTo>
                        <a:pt x="73660" y="10371"/>
                        <a:pt x="63615" y="3457"/>
                        <a:pt x="49851" y="0"/>
                      </a:cubicBezTo>
                      <a:cubicBezTo>
                        <a:pt x="49479" y="987"/>
                        <a:pt x="49479" y="1481"/>
                        <a:pt x="33110" y="2963"/>
                      </a:cubicBezTo>
                      <a:cubicBezTo>
                        <a:pt x="38690" y="3951"/>
                        <a:pt x="69196" y="5432"/>
                        <a:pt x="55431" y="6914"/>
                      </a:cubicBezTo>
                      <a:cubicBezTo>
                        <a:pt x="33854" y="7902"/>
                        <a:pt x="37946" y="6420"/>
                        <a:pt x="27529" y="5432"/>
                      </a:cubicBezTo>
                      <a:cubicBezTo>
                        <a:pt x="36086" y="7902"/>
                        <a:pt x="0" y="8890"/>
                        <a:pt x="4836" y="12347"/>
                      </a:cubicBezTo>
                      <a:lnTo>
                        <a:pt x="23437" y="11359"/>
                      </a:lnTo>
                      <a:cubicBezTo>
                        <a:pt x="23809" y="11853"/>
                        <a:pt x="17113" y="12841"/>
                        <a:pt x="22321" y="133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6" name="자유형 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jkAAKAWAAAsOgAApRYAAAAAAAAmAAAACAAAAP//////////"/>
                    </a:ext>
                  </a:extLst>
                </p:cNvSpPr>
                <p:nvPr/>
              </p:nvSpPr>
              <p:spPr>
                <a:xfrm>
                  <a:off x="9419590" y="3677920"/>
                  <a:ext cx="36830" cy="3175"/>
                </a:xfrm>
                <a:custGeom>
                  <a:avLst/>
                  <a:gdLst/>
                  <a:ahLst/>
                  <a:cxnLst/>
                  <a:rect l="0" t="0" r="36830" b="3175"/>
                  <a:pathLst>
                    <a:path w="36830" h="3175">
                      <a:moveTo>
                        <a:pt x="30201" y="3175"/>
                      </a:moveTo>
                      <a:lnTo>
                        <a:pt x="36830" y="3175"/>
                      </a:lnTo>
                      <a:cubicBezTo>
                        <a:pt x="29096" y="2645"/>
                        <a:pt x="23940" y="2116"/>
                        <a:pt x="13995" y="0"/>
                      </a:cubicBezTo>
                      <a:cubicBezTo>
                        <a:pt x="2946" y="1058"/>
                        <a:pt x="737" y="2116"/>
                        <a:pt x="0" y="2645"/>
                      </a:cubicBezTo>
                      <a:lnTo>
                        <a:pt x="32410" y="3175"/>
                      </a:lnTo>
                      <a:lnTo>
                        <a:pt x="30201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5" name="자유형 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DoAAKMWAAB/OgAArhYAAAAAAAAmAAAACAAAAP//////////"/>
                    </a:ext>
                  </a:extLst>
                </p:cNvSpPr>
                <p:nvPr/>
              </p:nvSpPr>
              <p:spPr>
                <a:xfrm>
                  <a:off x="9456420" y="3679825"/>
                  <a:ext cx="52705" cy="6985"/>
                </a:xfrm>
                <a:custGeom>
                  <a:avLst/>
                  <a:gdLst/>
                  <a:ahLst/>
                  <a:cxnLst/>
                  <a:rect l="0" t="0" r="52705" b="6985"/>
                  <a:pathLst>
                    <a:path w="52705" h="6985">
                      <a:moveTo>
                        <a:pt x="29692" y="1496"/>
                      </a:moveTo>
                      <a:cubicBezTo>
                        <a:pt x="24496" y="3492"/>
                        <a:pt x="8536" y="4490"/>
                        <a:pt x="18186" y="6985"/>
                      </a:cubicBezTo>
                      <a:cubicBezTo>
                        <a:pt x="37858" y="6985"/>
                        <a:pt x="31919" y="4989"/>
                        <a:pt x="43797" y="3991"/>
                      </a:cubicBezTo>
                      <a:cubicBezTo>
                        <a:pt x="12248" y="4490"/>
                        <a:pt x="52705" y="2993"/>
                        <a:pt x="30064" y="1496"/>
                      </a:cubicBezTo>
                      <a:cubicBezTo>
                        <a:pt x="36002" y="1496"/>
                        <a:pt x="41570" y="997"/>
                        <a:pt x="47137" y="997"/>
                      </a:cubicBezTo>
                      <a:cubicBezTo>
                        <a:pt x="41198" y="997"/>
                        <a:pt x="36002" y="498"/>
                        <a:pt x="30806" y="0"/>
                      </a:cubicBezTo>
                      <a:lnTo>
                        <a:pt x="31548" y="498"/>
                      </a:lnTo>
                      <a:cubicBezTo>
                        <a:pt x="31548" y="498"/>
                        <a:pt x="31548" y="498"/>
                        <a:pt x="31548" y="498"/>
                      </a:cubicBezTo>
                      <a:cubicBezTo>
                        <a:pt x="33033" y="498"/>
                        <a:pt x="33404" y="498"/>
                        <a:pt x="31919" y="498"/>
                      </a:cubicBezTo>
                      <a:lnTo>
                        <a:pt x="31177" y="498"/>
                      </a:lnTo>
                      <a:cubicBezTo>
                        <a:pt x="30806" y="997"/>
                        <a:pt x="30435" y="997"/>
                        <a:pt x="29692" y="1496"/>
                      </a:cubicBezTo>
                      <a:cubicBezTo>
                        <a:pt x="20785" y="997"/>
                        <a:pt x="28208" y="997"/>
                        <a:pt x="31177" y="498"/>
                      </a:cubicBezTo>
                      <a:cubicBezTo>
                        <a:pt x="31177" y="498"/>
                        <a:pt x="31548" y="498"/>
                        <a:pt x="31548" y="498"/>
                      </a:cubicBezTo>
                      <a:lnTo>
                        <a:pt x="0" y="1496"/>
                      </a:lnTo>
                      <a:cubicBezTo>
                        <a:pt x="6680" y="1496"/>
                        <a:pt x="14846" y="1496"/>
                        <a:pt x="29692" y="14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4" name="자유형 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jsAALYWAABUOwAAtxYAAAAAAAAmAAAACAAAAP//////////"/>
                    </a:ext>
                  </a:extLst>
                </p:cNvSpPr>
                <p:nvPr/>
              </p:nvSpPr>
              <p:spPr>
                <a:xfrm>
                  <a:off x="9640570" y="3691890"/>
                  <a:ext cx="3810" cy="635"/>
                </a:xfrm>
                <a:custGeom>
                  <a:avLst/>
                  <a:gdLst/>
                  <a:ahLst/>
                  <a:cxnLst/>
                  <a:rect l="0" t="0" r="3810" b="635"/>
                  <a:pathLst>
                    <a:path w="3810" h="635">
                      <a:moveTo>
                        <a:pt x="3810" y="635"/>
                      </a:moveTo>
                      <a:cubicBezTo>
                        <a:pt x="2771" y="635"/>
                        <a:pt x="2771" y="635"/>
                        <a:pt x="2771" y="0"/>
                      </a:cubicBezTo>
                      <a:cubicBezTo>
                        <a:pt x="693" y="635"/>
                        <a:pt x="0" y="635"/>
                        <a:pt x="381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3" name="곡선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DsAAK0WAABsOwAAthYAAAAAAAAmAAAACAAAAP//////////"/>
                    </a:ext>
                  </a:extLst>
                </p:cNvSpPr>
                <p:nvPr/>
              </p:nvSpPr>
              <p:spPr>
                <a:xfrm>
                  <a:off x="9613900" y="3686175"/>
                  <a:ext cx="45720" cy="5715"/>
                </a:xfrm>
                <a:custGeom>
                  <a:avLst/>
                  <a:gdLst/>
                  <a:ahLst/>
                  <a:cxnLst/>
                  <a:rect l="0" t="0" r="45720" b="5715"/>
                  <a:pathLst>
                    <a:path w="45720" h="5715">
                      <a:moveTo>
                        <a:pt x="17988" y="5238"/>
                      </a:moveTo>
                      <a:cubicBezTo>
                        <a:pt x="20237" y="4762"/>
                        <a:pt x="22110" y="3810"/>
                        <a:pt x="29606" y="4286"/>
                      </a:cubicBezTo>
                      <a:cubicBezTo>
                        <a:pt x="35976" y="4762"/>
                        <a:pt x="29606" y="5238"/>
                        <a:pt x="29980" y="5715"/>
                      </a:cubicBezTo>
                      <a:cubicBezTo>
                        <a:pt x="34477" y="5238"/>
                        <a:pt x="45720" y="4286"/>
                        <a:pt x="31479" y="3333"/>
                      </a:cubicBezTo>
                      <a:lnTo>
                        <a:pt x="29231" y="3810"/>
                      </a:lnTo>
                      <a:cubicBezTo>
                        <a:pt x="16489" y="2857"/>
                        <a:pt x="0" y="476"/>
                        <a:pt x="2249" y="0"/>
                      </a:cubicBezTo>
                      <a:cubicBezTo>
                        <a:pt x="5996" y="1905"/>
                        <a:pt x="9369" y="3333"/>
                        <a:pt x="17988" y="523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2" name="자유형 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zoAAK4WAADOOgAAshYAAAAAAAAmAAAACAAAAP//////////"/>
                    </a:ext>
                  </a:extLst>
                </p:cNvSpPr>
                <p:nvPr/>
              </p:nvSpPr>
              <p:spPr>
                <a:xfrm>
                  <a:off x="9531985" y="3686810"/>
                  <a:ext cx="27305" cy="2540"/>
                </a:xfrm>
                <a:custGeom>
                  <a:avLst/>
                  <a:gdLst/>
                  <a:ahLst/>
                  <a:cxnLst/>
                  <a:rect l="0" t="0" r="27305" b="2540"/>
                  <a:pathLst>
                    <a:path w="27305" h="2540">
                      <a:moveTo>
                        <a:pt x="25829" y="0"/>
                      </a:moveTo>
                      <a:lnTo>
                        <a:pt x="0" y="847"/>
                      </a:lnTo>
                      <a:lnTo>
                        <a:pt x="13283" y="2540"/>
                      </a:lnTo>
                      <a:lnTo>
                        <a:pt x="12545" y="1693"/>
                      </a:lnTo>
                      <a:cubicBezTo>
                        <a:pt x="27305" y="1693"/>
                        <a:pt x="23984" y="847"/>
                        <a:pt x="258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1" name="자유형 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DkAAJ8WAADvOQAApRYAAAAAAAAmAAAACAAAAP//////////"/>
                    </a:ext>
                  </a:extLst>
                </p:cNvSpPr>
                <p:nvPr/>
              </p:nvSpPr>
              <p:spPr>
                <a:xfrm>
                  <a:off x="9403080" y="3677285"/>
                  <a:ext cx="14605" cy="3810"/>
                </a:xfrm>
                <a:custGeom>
                  <a:avLst/>
                  <a:gdLst/>
                  <a:ahLst/>
                  <a:cxnLst/>
                  <a:rect l="0" t="0" r="14605" b="3810"/>
                  <a:pathLst>
                    <a:path w="14605" h="3810">
                      <a:moveTo>
                        <a:pt x="11318" y="2721"/>
                      </a:moveTo>
                      <a:lnTo>
                        <a:pt x="14605" y="0"/>
                      </a:lnTo>
                      <a:lnTo>
                        <a:pt x="0" y="3810"/>
                      </a:lnTo>
                      <a:lnTo>
                        <a:pt x="11318" y="27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0" name="자유형 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DkAAKAWAAC2OQAAoxYAAAAAAAAmAAAACAAAAP//////////"/>
                    </a:ext>
                  </a:extLst>
                </p:cNvSpPr>
                <p:nvPr/>
              </p:nvSpPr>
              <p:spPr>
                <a:xfrm>
                  <a:off x="9372600" y="3677920"/>
                  <a:ext cx="8890" cy="1905"/>
                </a:xfrm>
                <a:custGeom>
                  <a:avLst/>
                  <a:gdLst/>
                  <a:ahLst/>
                  <a:cxnLst/>
                  <a:rect l="0" t="0" r="8890" b="1905"/>
                  <a:pathLst>
                    <a:path w="8890" h="1905">
                      <a:moveTo>
                        <a:pt x="7779" y="1905"/>
                      </a:moveTo>
                      <a:lnTo>
                        <a:pt x="8890" y="0"/>
                      </a:lnTo>
                      <a:lnTo>
                        <a:pt x="0" y="1428"/>
                      </a:lnTo>
                      <a:lnTo>
                        <a:pt x="77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9" name="자유형 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i0AAMIWAADbLQAAwxYAAAAAAAAmAAAACAAAAP//////////"/>
                    </a:ext>
                  </a:extLst>
                </p:cNvSpPr>
                <p:nvPr/>
              </p:nvSpPr>
              <p:spPr>
                <a:xfrm>
                  <a:off x="7446010" y="3699510"/>
                  <a:ext cx="8255" cy="635"/>
                </a:xfrm>
                <a:custGeom>
                  <a:avLst/>
                  <a:gdLst/>
                  <a:ahLst/>
                  <a:cxnLst/>
                  <a:rect l="0" t="0" r="8255" b="635"/>
                  <a:pathLst>
                    <a:path w="8255" h="635">
                      <a:moveTo>
                        <a:pt x="8255" y="0"/>
                      </a:moveTo>
                      <a:lnTo>
                        <a:pt x="0" y="635"/>
                      </a:lnTo>
                      <a:cubicBezTo>
                        <a:pt x="3930" y="0"/>
                        <a:pt x="6289" y="0"/>
                        <a:pt x="8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8" name="자유형 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C4AAMEWAAA1LgAAwhYAAAAAAAAmAAAACAAAAP//////////"/>
                    </a:ext>
                  </a:extLst>
                </p:cNvSpPr>
                <p:nvPr/>
              </p:nvSpPr>
              <p:spPr>
                <a:xfrm>
                  <a:off x="7508240" y="3698875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1905" y="635"/>
                      </a:moveTo>
                      <a:lnTo>
                        <a:pt x="3175" y="0"/>
                      </a:lnTo>
                      <a:cubicBezTo>
                        <a:pt x="952" y="317"/>
                        <a:pt x="0" y="635"/>
                        <a:pt x="190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7" name="곡선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jQAAJoWAACMNAAAoBYAAAAAAAAmAAAACAAAAP//////////"/>
                    </a:ext>
                  </a:extLst>
                </p:cNvSpPr>
                <p:nvPr/>
              </p:nvSpPr>
              <p:spPr>
                <a:xfrm>
                  <a:off x="8517890" y="3674110"/>
                  <a:ext cx="24130" cy="3810"/>
                </a:xfrm>
                <a:custGeom>
                  <a:avLst/>
                  <a:gdLst/>
                  <a:ahLst/>
                  <a:cxnLst/>
                  <a:rect l="0" t="0" r="24130" b="3810"/>
                  <a:pathLst>
                    <a:path w="24130" h="3810">
                      <a:moveTo>
                        <a:pt x="24130" y="3810"/>
                      </a:moveTo>
                      <a:cubicBezTo>
                        <a:pt x="12622" y="2117"/>
                        <a:pt x="0" y="0"/>
                        <a:pt x="1485" y="1693"/>
                      </a:cubicBezTo>
                      <a:lnTo>
                        <a:pt x="4826" y="3387"/>
                      </a:lnTo>
                      <a:cubicBezTo>
                        <a:pt x="12993" y="2963"/>
                        <a:pt x="18933" y="3387"/>
                        <a:pt x="2413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6" name="곡선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DEAALAWAAAVMQAAsxYAAAAAAAAmAAAACAAAAP//////////"/>
                    </a:ext>
                  </a:extLst>
                </p:cNvSpPr>
                <p:nvPr/>
              </p:nvSpPr>
              <p:spPr>
                <a:xfrm>
                  <a:off x="7967980" y="368808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0" y="1428"/>
                      </a:moveTo>
                      <a:lnTo>
                        <a:pt x="3350" y="1905"/>
                      </a:lnTo>
                      <a:lnTo>
                        <a:pt x="10795" y="0"/>
                      </a:ln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5" name="자유형 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DAAAL8WAAD3MAAAwRYAAAAAAAAmAAAACAAAAP//////////"/>
                    </a:ext>
                  </a:extLst>
                </p:cNvSpPr>
                <p:nvPr/>
              </p:nvSpPr>
              <p:spPr>
                <a:xfrm>
                  <a:off x="7945120" y="3697605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14605" y="1270"/>
                      </a:moveTo>
                      <a:lnTo>
                        <a:pt x="0" y="0"/>
                      </a:lnTo>
                      <a:cubicBezTo>
                        <a:pt x="3286" y="423"/>
                        <a:pt x="8032" y="847"/>
                        <a:pt x="1460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4" name="곡선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CsAAMQWAAACLAAAxxYAAAAAAAAmAAAACAAAAP//////////"/>
                    </a:ext>
                  </a:extLst>
                </p:cNvSpPr>
                <p:nvPr/>
              </p:nvSpPr>
              <p:spPr>
                <a:xfrm>
                  <a:off x="7139940" y="3700780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8823" y="0"/>
                      </a:moveTo>
                      <a:lnTo>
                        <a:pt x="0" y="1905"/>
                      </a:lnTo>
                      <a:cubicBezTo>
                        <a:pt x="13970" y="1905"/>
                        <a:pt x="7720" y="1143"/>
                        <a:pt x="88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3" name="곡선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DcAAKIWAACONwAAphYAAAAAAAAmAAAACAAAAP//////////"/>
                    </a:ext>
                  </a:extLst>
                </p:cNvSpPr>
                <p:nvPr/>
              </p:nvSpPr>
              <p:spPr>
                <a:xfrm>
                  <a:off x="9006840" y="367919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4130" y="1270"/>
                      </a:moveTo>
                      <a:cubicBezTo>
                        <a:pt x="14478" y="423"/>
                        <a:pt x="6682" y="0"/>
                        <a:pt x="0" y="0"/>
                      </a:cubicBezTo>
                      <a:cubicBezTo>
                        <a:pt x="11879" y="847"/>
                        <a:pt x="21160" y="2540"/>
                        <a:pt x="2413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2" name="자유형 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y0AAJ0WAAD/LQAAnxYAAAAAAAAmAAAACAAAAP//////////"/>
                    </a:ext>
                  </a:extLst>
                </p:cNvSpPr>
                <p:nvPr/>
              </p:nvSpPr>
              <p:spPr>
                <a:xfrm>
                  <a:off x="7469505" y="3676015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6531" y="0"/>
                      </a:moveTo>
                      <a:cubicBezTo>
                        <a:pt x="1814" y="635"/>
                        <a:pt x="0" y="1270"/>
                        <a:pt x="0" y="1270"/>
                      </a:cubicBezTo>
                      <a:cubicBezTo>
                        <a:pt x="4717" y="1270"/>
                        <a:pt x="7620" y="635"/>
                        <a:pt x="65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1" name="곡선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cAAJ8WAABoNwAAoxYAAAAAAAAmAAAACAAAAP//////////"/>
                    </a:ext>
                  </a:extLst>
                </p:cNvSpPr>
                <p:nvPr/>
              </p:nvSpPr>
              <p:spPr>
                <a:xfrm>
                  <a:off x="8978900" y="3677285"/>
                  <a:ext cx="27940" cy="2540"/>
                </a:xfrm>
                <a:custGeom>
                  <a:avLst/>
                  <a:gdLst/>
                  <a:ahLst/>
                  <a:cxnLst/>
                  <a:rect l="0" t="0" r="27940" b="2540"/>
                  <a:pathLst>
                    <a:path w="27940" h="2540">
                      <a:moveTo>
                        <a:pt x="0" y="1905"/>
                      </a:moveTo>
                      <a:lnTo>
                        <a:pt x="4843" y="2540"/>
                      </a:lnTo>
                      <a:cubicBezTo>
                        <a:pt x="11921" y="1905"/>
                        <a:pt x="19372" y="1270"/>
                        <a:pt x="27940" y="1905"/>
                      </a:cubicBezTo>
                      <a:cubicBezTo>
                        <a:pt x="19372" y="635"/>
                        <a:pt x="9313" y="0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0" name="자유형 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iUAALwWAAArJQAAvRYAAAAAAAAmAAAACAAAAP//////////"/>
                    </a:ext>
                  </a:extLst>
                </p:cNvSpPr>
                <p:nvPr/>
              </p:nvSpPr>
              <p:spPr>
                <a:xfrm>
                  <a:off x="6038850" y="3695700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3175" y="635"/>
                      </a:moveTo>
                      <a:lnTo>
                        <a:pt x="396" y="0"/>
                      </a:lnTo>
                      <a:cubicBezTo>
                        <a:pt x="0" y="635"/>
                        <a:pt x="1190" y="635"/>
                        <a:pt x="317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9" name="자유형 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yMAAJoWAABEIwAAmxYAAAAAAAAmAAAACAAAAP//////////"/>
                    </a:ext>
                  </a:extLst>
                </p:cNvSpPr>
                <p:nvPr/>
              </p:nvSpPr>
              <p:spPr>
                <a:xfrm>
                  <a:off x="5719445" y="367411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0" y="635"/>
                      </a:moveTo>
                      <a:cubicBezTo>
                        <a:pt x="3333" y="635"/>
                        <a:pt x="8519" y="635"/>
                        <a:pt x="13335" y="635"/>
                      </a:cubicBezTo>
                      <a:cubicBezTo>
                        <a:pt x="10742" y="0"/>
                        <a:pt x="7037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8" name="곡선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DgAAKAWAADnOAAAohYAAAAAAAAmAAAACAAAAP//////////"/>
                    </a:ext>
                  </a:extLst>
                </p:cNvSpPr>
                <p:nvPr/>
              </p:nvSpPr>
              <p:spPr>
                <a:xfrm>
                  <a:off x="9243060" y="367792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cubicBezTo>
                        <a:pt x="6985" y="1270"/>
                        <a:pt x="1047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7" name="자유형 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zkAAK8WAAAUOQAAsRYAAAAAAAAmAAAACAAAAP//////////"/>
                    </a:ext>
                  </a:extLst>
                </p:cNvSpPr>
                <p:nvPr/>
              </p:nvSpPr>
              <p:spPr>
                <a:xfrm>
                  <a:off x="9275445" y="3687445"/>
                  <a:ext cx="3175" cy="1270"/>
                </a:xfrm>
                <a:custGeom>
                  <a:avLst/>
                  <a:gdLst/>
                  <a:ahLst/>
                  <a:cxnLst/>
                  <a:rect l="0" t="0" r="3175" b="1270"/>
                  <a:pathLst>
                    <a:path w="3175" h="1270">
                      <a:moveTo>
                        <a:pt x="3175" y="0"/>
                      </a:moveTo>
                      <a:cubicBezTo>
                        <a:pt x="1587" y="423"/>
                        <a:pt x="396" y="847"/>
                        <a:pt x="0" y="1270"/>
                      </a:cubicBezTo>
                      <a:cubicBezTo>
                        <a:pt x="793" y="847"/>
                        <a:pt x="1587" y="423"/>
                        <a:pt x="31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6" name="곡선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TYAALcWAADMNgAAuBYAAAAAAAAmAAAACAAAAP//////////"/>
                    </a:ext>
                  </a:extLst>
                </p:cNvSpPr>
                <p:nvPr/>
              </p:nvSpPr>
              <p:spPr>
                <a:xfrm>
                  <a:off x="8905875" y="369252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381" y="0"/>
                      </a:moveTo>
                      <a:lnTo>
                        <a:pt x="0" y="0"/>
                      </a:lnTo>
                      <a:cubicBezTo>
                        <a:pt x="1905" y="635"/>
                        <a:pt x="1524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5" name="곡선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jgAAKMWAADtOAAAoxYAAAAAAAAmAAAACAAAAP//////////"/>
                    </a:ext>
                  </a:extLst>
                </p:cNvSpPr>
                <p:nvPr/>
              </p:nvSpPr>
              <p:spPr>
                <a:xfrm>
                  <a:off x="9244330" y="3679825"/>
                  <a:ext cx="9525" cy="0"/>
                </a:xfrm>
                <a:custGeom>
                  <a:avLst/>
                  <a:gdLst/>
                  <a:ahLst/>
                  <a:cxnLst/>
                  <a:rect l="0" t="0" r="9525" b="0"/>
                  <a:pathLst>
                    <a:path w="9525">
                      <a:moveTo>
                        <a:pt x="9525" y="0"/>
                      </a:moveTo>
                      <a:cubicBezTo>
                        <a:pt x="6858" y="0"/>
                        <a:pt x="3810" y="0"/>
                        <a:pt x="0" y="0"/>
                      </a:cubicBezTo>
                      <a:cubicBezTo>
                        <a:pt x="1905" y="0"/>
                        <a:pt x="4572" y="0"/>
                        <a:pt x="95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4" name="곡선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jgAAKAWAAD2OAAAohYAAAAAAAAmAAAACAAAAP//////////"/>
                    </a:ext>
                  </a:extLst>
                </p:cNvSpPr>
                <p:nvPr/>
              </p:nvSpPr>
              <p:spPr>
                <a:xfrm>
                  <a:off x="9251950" y="367792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0" y="1270"/>
                      </a:moveTo>
                      <a:lnTo>
                        <a:pt x="6858" y="1270"/>
                      </a:lnTo>
                      <a:cubicBezTo>
                        <a:pt x="7620" y="1270"/>
                        <a:pt x="685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3" name="곡선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DgAAKIWAADeOAAAoxYAAAAAAAAmAAAACAAAAP//////////"/>
                    </a:ext>
                  </a:extLst>
                </p:cNvSpPr>
                <p:nvPr/>
              </p:nvSpPr>
              <p:spPr>
                <a:xfrm>
                  <a:off x="9232900" y="3679190"/>
                  <a:ext cx="11430" cy="635"/>
                </a:xfrm>
                <a:custGeom>
                  <a:avLst/>
                  <a:gdLst/>
                  <a:ahLst/>
                  <a:cxnLst/>
                  <a:rect l="0" t="0" r="11430" b="635"/>
                  <a:pathLst>
                    <a:path w="11430" h="635">
                      <a:moveTo>
                        <a:pt x="0" y="0"/>
                      </a:moveTo>
                      <a:cubicBezTo>
                        <a:pt x="4056" y="0"/>
                        <a:pt x="7743" y="0"/>
                        <a:pt x="11430" y="635"/>
                      </a:cubicBezTo>
                      <a:cubicBezTo>
                        <a:pt x="10324" y="0"/>
                        <a:pt x="9586" y="0"/>
                        <a:pt x="995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2" name="자유형 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CgAALYWAADQKAAAuBYAAAAAAAAmAAAACAAAAP//////////"/>
                    </a:ext>
                  </a:extLst>
                </p:cNvSpPr>
                <p:nvPr/>
              </p:nvSpPr>
              <p:spPr>
                <a:xfrm>
                  <a:off x="6626860" y="369189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7620" y="0"/>
                      </a:moveTo>
                      <a:lnTo>
                        <a:pt x="6295" y="0"/>
                      </a:lnTo>
                      <a:cubicBezTo>
                        <a:pt x="0" y="1270"/>
                        <a:pt x="2650" y="635"/>
                        <a:pt x="76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1" name="곡선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zMAAMMWAABlMwAAxBYAAAAAAAAmAAAACAAAAP//////////"/>
                    </a:ext>
                  </a:extLst>
                </p:cNvSpPr>
                <p:nvPr/>
              </p:nvSpPr>
              <p:spPr>
                <a:xfrm>
                  <a:off x="8353425" y="3700145"/>
                  <a:ext cx="1270" cy="635"/>
                </a:xfrm>
                <a:custGeom>
                  <a:avLst/>
                  <a:gdLst/>
                  <a:ahLst/>
                  <a:cxnLst/>
                  <a:rect l="0" t="0" r="1270" b="635"/>
                  <a:pathLst>
                    <a:path w="1270" h="635">
                      <a:moveTo>
                        <a:pt x="423" y="635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0" name="곡선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jMAALkWAABjMwAAxhYAAAAAAAAmAAAACAAAAP//////////"/>
                    </a:ext>
                  </a:extLst>
                </p:cNvSpPr>
                <p:nvPr/>
              </p:nvSpPr>
              <p:spPr>
                <a:xfrm>
                  <a:off x="8327390" y="3693795"/>
                  <a:ext cx="26035" cy="8255"/>
                </a:xfrm>
                <a:custGeom>
                  <a:avLst/>
                  <a:gdLst/>
                  <a:ahLst/>
                  <a:cxnLst/>
                  <a:rect l="0" t="0" r="26035" b="8255"/>
                  <a:pathLst>
                    <a:path w="26035" h="8255">
                      <a:moveTo>
                        <a:pt x="0" y="8255"/>
                      </a:moveTo>
                      <a:cubicBezTo>
                        <a:pt x="11319" y="5341"/>
                        <a:pt x="17733" y="5827"/>
                        <a:pt x="26035" y="6312"/>
                      </a:cubicBezTo>
                      <a:lnTo>
                        <a:pt x="17356" y="0"/>
                      </a:lnTo>
                      <a:lnTo>
                        <a:pt x="0" y="82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9" name="자유형 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CIAAJMWAACbOQAAzRYAAAAAAAAmAAAACAAAAP//////////"/>
                    </a:ext>
                  </a:extLst>
                </p:cNvSpPr>
                <p:nvPr/>
              </p:nvSpPr>
              <p:spPr>
                <a:xfrm>
                  <a:off x="5641340" y="3669665"/>
                  <a:ext cx="3723005" cy="36830"/>
                </a:xfrm>
                <a:custGeom>
                  <a:avLst/>
                  <a:gdLst/>
                  <a:ahLst/>
                  <a:cxnLst/>
                  <a:rect l="0" t="0" r="3723005" b="36830"/>
                  <a:pathLst>
                    <a:path w="3723005" h="36830">
                      <a:moveTo>
                        <a:pt x="916460" y="5893"/>
                      </a:moveTo>
                      <a:lnTo>
                        <a:pt x="921285" y="6384"/>
                      </a:lnTo>
                      <a:cubicBezTo>
                        <a:pt x="910521" y="7366"/>
                        <a:pt x="913491" y="6384"/>
                        <a:pt x="916460" y="5893"/>
                      </a:cubicBezTo>
                      <a:close/>
                      <a:moveTo>
                        <a:pt x="3546691" y="12277"/>
                      </a:moveTo>
                      <a:cubicBezTo>
                        <a:pt x="3549289" y="11786"/>
                        <a:pt x="3548918" y="11295"/>
                        <a:pt x="3548175" y="11295"/>
                      </a:cubicBezTo>
                      <a:cubicBezTo>
                        <a:pt x="3546320" y="11786"/>
                        <a:pt x="3540752" y="11786"/>
                        <a:pt x="3534442" y="11786"/>
                      </a:cubicBezTo>
                      <a:cubicBezTo>
                        <a:pt x="3536297" y="12277"/>
                        <a:pt x="3539638" y="12768"/>
                        <a:pt x="3546691" y="12277"/>
                      </a:cubicBezTo>
                      <a:close/>
                      <a:moveTo>
                        <a:pt x="3522192" y="11295"/>
                      </a:moveTo>
                      <a:lnTo>
                        <a:pt x="3521821" y="11295"/>
                      </a:lnTo>
                      <a:cubicBezTo>
                        <a:pt x="3509943" y="10312"/>
                        <a:pt x="3514026" y="10803"/>
                        <a:pt x="3522192" y="11295"/>
                      </a:cubicBezTo>
                      <a:close/>
                      <a:moveTo>
                        <a:pt x="2366687" y="24553"/>
                      </a:moveTo>
                      <a:cubicBezTo>
                        <a:pt x="2362604" y="25535"/>
                        <a:pt x="2356665" y="25044"/>
                        <a:pt x="2349613" y="24062"/>
                      </a:cubicBezTo>
                      <a:cubicBezTo>
                        <a:pt x="2354809" y="24062"/>
                        <a:pt x="2360377" y="24062"/>
                        <a:pt x="2366687" y="24553"/>
                      </a:cubicBezTo>
                      <a:close/>
                      <a:moveTo>
                        <a:pt x="1951700" y="29464"/>
                      </a:moveTo>
                      <a:cubicBezTo>
                        <a:pt x="1946504" y="29955"/>
                        <a:pt x="1936111" y="31428"/>
                        <a:pt x="1932028" y="29955"/>
                      </a:cubicBezTo>
                      <a:cubicBezTo>
                        <a:pt x="1938338" y="27009"/>
                        <a:pt x="1942792" y="28482"/>
                        <a:pt x="1951700" y="29464"/>
                      </a:cubicBezTo>
                      <a:close/>
                      <a:moveTo>
                        <a:pt x="1678878" y="29955"/>
                      </a:moveTo>
                      <a:lnTo>
                        <a:pt x="1697066" y="31919"/>
                      </a:lnTo>
                      <a:cubicBezTo>
                        <a:pt x="1675166" y="34866"/>
                        <a:pt x="1659205" y="33884"/>
                        <a:pt x="1676280" y="36830"/>
                      </a:cubicBezTo>
                      <a:cubicBezTo>
                        <a:pt x="1678878" y="29955"/>
                        <a:pt x="1747176" y="36339"/>
                        <a:pt x="1749775" y="29464"/>
                      </a:cubicBezTo>
                      <a:lnTo>
                        <a:pt x="1762024" y="30937"/>
                      </a:lnTo>
                      <a:cubicBezTo>
                        <a:pt x="1758312" y="30937"/>
                        <a:pt x="1757941" y="31428"/>
                        <a:pt x="1754600" y="31428"/>
                      </a:cubicBezTo>
                      <a:cubicBezTo>
                        <a:pt x="1777985" y="34375"/>
                        <a:pt x="1772046" y="26518"/>
                        <a:pt x="1802112" y="27500"/>
                      </a:cubicBezTo>
                      <a:cubicBezTo>
                        <a:pt x="1812505" y="27991"/>
                        <a:pt x="1819929" y="28973"/>
                        <a:pt x="1812877" y="29955"/>
                      </a:cubicBezTo>
                      <a:lnTo>
                        <a:pt x="1836261" y="27991"/>
                      </a:lnTo>
                      <a:cubicBezTo>
                        <a:pt x="1842943" y="28482"/>
                        <a:pt x="1841458" y="29464"/>
                        <a:pt x="1834405" y="29464"/>
                      </a:cubicBezTo>
                      <a:lnTo>
                        <a:pt x="1870410" y="28973"/>
                      </a:lnTo>
                      <a:lnTo>
                        <a:pt x="1870039" y="28973"/>
                      </a:lnTo>
                      <a:cubicBezTo>
                        <a:pt x="1875236" y="27991"/>
                        <a:pt x="1886743" y="26518"/>
                        <a:pt x="1892311" y="25535"/>
                      </a:cubicBezTo>
                      <a:cubicBezTo>
                        <a:pt x="1901219" y="26518"/>
                        <a:pt x="1887856" y="26518"/>
                        <a:pt x="1890083" y="27500"/>
                      </a:cubicBezTo>
                      <a:lnTo>
                        <a:pt x="1909756" y="25535"/>
                      </a:lnTo>
                      <a:cubicBezTo>
                        <a:pt x="1917922" y="27500"/>
                        <a:pt x="1901590" y="28973"/>
                        <a:pt x="1887856" y="28973"/>
                      </a:cubicBezTo>
                      <a:cubicBezTo>
                        <a:pt x="1906416" y="35848"/>
                        <a:pt x="1904188" y="27009"/>
                        <a:pt x="1944277" y="31428"/>
                      </a:cubicBezTo>
                      <a:lnTo>
                        <a:pt x="1925346" y="31919"/>
                      </a:lnTo>
                      <a:cubicBezTo>
                        <a:pt x="1937595" y="35848"/>
                        <a:pt x="1952072" y="34375"/>
                        <a:pt x="1973229" y="36830"/>
                      </a:cubicBezTo>
                      <a:cubicBezTo>
                        <a:pt x="1968033" y="35848"/>
                        <a:pt x="1930914" y="30937"/>
                        <a:pt x="1952443" y="29464"/>
                      </a:cubicBezTo>
                      <a:cubicBezTo>
                        <a:pt x="1958382" y="29955"/>
                        <a:pt x="1966548" y="29955"/>
                        <a:pt x="1978055" y="28973"/>
                      </a:cubicBezTo>
                      <a:cubicBezTo>
                        <a:pt x="1978055" y="30937"/>
                        <a:pt x="1989190" y="30446"/>
                        <a:pt x="2003667" y="30446"/>
                      </a:cubicBezTo>
                      <a:lnTo>
                        <a:pt x="2002553" y="33884"/>
                      </a:lnTo>
                      <a:cubicBezTo>
                        <a:pt x="2017772" y="32901"/>
                        <a:pt x="2016658" y="31428"/>
                        <a:pt x="2025567" y="29955"/>
                      </a:cubicBezTo>
                      <a:cubicBezTo>
                        <a:pt x="2042641" y="29955"/>
                        <a:pt x="2046353" y="32410"/>
                        <a:pt x="2050065" y="34866"/>
                      </a:cubicBezTo>
                      <a:cubicBezTo>
                        <a:pt x="2077533" y="35357"/>
                        <a:pt x="2031506" y="30937"/>
                        <a:pt x="2063799" y="30446"/>
                      </a:cubicBezTo>
                      <a:cubicBezTo>
                        <a:pt x="2086441" y="31428"/>
                        <a:pt x="2102402" y="30446"/>
                        <a:pt x="2129499" y="28482"/>
                      </a:cubicBezTo>
                      <a:cubicBezTo>
                        <a:pt x="2145460" y="29464"/>
                        <a:pt x="2126901" y="30446"/>
                        <a:pt x="2132468" y="31428"/>
                      </a:cubicBezTo>
                      <a:lnTo>
                        <a:pt x="2146574" y="28973"/>
                      </a:lnTo>
                      <a:cubicBezTo>
                        <a:pt x="2149914" y="28973"/>
                        <a:pt x="2148801" y="29464"/>
                        <a:pt x="2148430" y="29955"/>
                      </a:cubicBezTo>
                      <a:cubicBezTo>
                        <a:pt x="2160307" y="28973"/>
                        <a:pt x="2149172" y="27009"/>
                        <a:pt x="2168102" y="26027"/>
                      </a:cubicBezTo>
                      <a:cubicBezTo>
                        <a:pt x="2172928" y="22589"/>
                        <a:pt x="2206335" y="31428"/>
                        <a:pt x="2229348" y="27500"/>
                      </a:cubicBezTo>
                      <a:cubicBezTo>
                        <a:pt x="2234916" y="28482"/>
                        <a:pt x="2226750" y="29464"/>
                        <a:pt x="2228235" y="30446"/>
                      </a:cubicBezTo>
                      <a:cubicBezTo>
                        <a:pt x="2260157" y="27991"/>
                        <a:pt x="2255703" y="28973"/>
                        <a:pt x="2281686" y="25535"/>
                      </a:cubicBezTo>
                      <a:lnTo>
                        <a:pt x="2303586" y="27500"/>
                      </a:lnTo>
                      <a:cubicBezTo>
                        <a:pt x="2287625" y="25044"/>
                        <a:pt x="2308411" y="22098"/>
                        <a:pt x="2326599" y="20134"/>
                      </a:cubicBezTo>
                      <a:cubicBezTo>
                        <a:pt x="2320660" y="18661"/>
                        <a:pt x="2315835" y="17678"/>
                        <a:pt x="2312494" y="17187"/>
                      </a:cubicBezTo>
                      <a:lnTo>
                        <a:pt x="2341447" y="15714"/>
                      </a:lnTo>
                      <a:cubicBezTo>
                        <a:pt x="2345159" y="16205"/>
                        <a:pt x="2342189" y="17187"/>
                        <a:pt x="2337364" y="18661"/>
                      </a:cubicBezTo>
                      <a:lnTo>
                        <a:pt x="2342560" y="17678"/>
                      </a:lnTo>
                      <a:cubicBezTo>
                        <a:pt x="2352954" y="19152"/>
                        <a:pt x="2347757" y="21116"/>
                        <a:pt x="2340333" y="22589"/>
                      </a:cubicBezTo>
                      <a:lnTo>
                        <a:pt x="2329940" y="20625"/>
                      </a:lnTo>
                      <a:cubicBezTo>
                        <a:pt x="2322516" y="22589"/>
                        <a:pt x="2315835" y="24553"/>
                        <a:pt x="2317320" y="26518"/>
                      </a:cubicBezTo>
                      <a:cubicBezTo>
                        <a:pt x="2319175" y="26027"/>
                        <a:pt x="2322887" y="26027"/>
                        <a:pt x="2326970" y="25535"/>
                      </a:cubicBezTo>
                      <a:cubicBezTo>
                        <a:pt x="2325114" y="26027"/>
                        <a:pt x="2324001" y="26518"/>
                        <a:pt x="2324743" y="27009"/>
                      </a:cubicBezTo>
                      <a:cubicBezTo>
                        <a:pt x="2325857" y="27500"/>
                        <a:pt x="2328826" y="26518"/>
                        <a:pt x="2333652" y="26027"/>
                      </a:cubicBezTo>
                      <a:lnTo>
                        <a:pt x="2339962" y="29464"/>
                      </a:lnTo>
                      <a:lnTo>
                        <a:pt x="2341818" y="27991"/>
                      </a:lnTo>
                      <a:lnTo>
                        <a:pt x="2379679" y="30446"/>
                      </a:lnTo>
                      <a:cubicBezTo>
                        <a:pt x="2407147" y="27009"/>
                        <a:pt x="2430532" y="21607"/>
                        <a:pt x="2473960" y="20134"/>
                      </a:cubicBezTo>
                      <a:cubicBezTo>
                        <a:pt x="2463196" y="23080"/>
                        <a:pt x="2471733" y="24553"/>
                        <a:pt x="2470991" y="27500"/>
                      </a:cubicBezTo>
                      <a:cubicBezTo>
                        <a:pt x="2459113" y="24553"/>
                        <a:pt x="2437584" y="28973"/>
                        <a:pt x="2415313" y="28482"/>
                      </a:cubicBezTo>
                      <a:cubicBezTo>
                        <a:pt x="2426820" y="28482"/>
                        <a:pt x="2424221" y="29955"/>
                        <a:pt x="2421252" y="30446"/>
                      </a:cubicBezTo>
                      <a:lnTo>
                        <a:pt x="2461340" y="27991"/>
                      </a:lnTo>
                      <a:cubicBezTo>
                        <a:pt x="2460227" y="30446"/>
                        <a:pt x="2469877" y="29464"/>
                        <a:pt x="2480271" y="30937"/>
                      </a:cubicBezTo>
                      <a:cubicBezTo>
                        <a:pt x="2472105" y="25535"/>
                        <a:pt x="2509966" y="27500"/>
                        <a:pt x="2526298" y="26027"/>
                      </a:cubicBezTo>
                      <a:cubicBezTo>
                        <a:pt x="2527040" y="27500"/>
                        <a:pt x="2523328" y="29464"/>
                        <a:pt x="2503284" y="28973"/>
                      </a:cubicBezTo>
                      <a:cubicBezTo>
                        <a:pt x="2525184" y="32901"/>
                        <a:pt x="2531866" y="23080"/>
                        <a:pt x="2553394" y="26518"/>
                      </a:cubicBezTo>
                      <a:cubicBezTo>
                        <a:pt x="2548198" y="26518"/>
                        <a:pt x="2545600" y="26027"/>
                        <a:pt x="2543744" y="27009"/>
                      </a:cubicBezTo>
                      <a:cubicBezTo>
                        <a:pt x="2555250" y="25535"/>
                        <a:pt x="2582718" y="27009"/>
                        <a:pt x="2576408" y="28482"/>
                      </a:cubicBezTo>
                      <a:lnTo>
                        <a:pt x="2571583" y="28482"/>
                      </a:lnTo>
                      <a:cubicBezTo>
                        <a:pt x="2603505" y="28973"/>
                        <a:pt x="2669205" y="28482"/>
                        <a:pt x="2674030" y="24553"/>
                      </a:cubicBezTo>
                      <a:cubicBezTo>
                        <a:pt x="2674401" y="25044"/>
                        <a:pt x="2669947" y="29464"/>
                        <a:pt x="2668091" y="30446"/>
                      </a:cubicBezTo>
                      <a:lnTo>
                        <a:pt x="2725254" y="16205"/>
                      </a:lnTo>
                      <a:cubicBezTo>
                        <a:pt x="2720429" y="20134"/>
                        <a:pt x="2739730" y="28482"/>
                        <a:pt x="2713005" y="30446"/>
                      </a:cubicBezTo>
                      <a:cubicBezTo>
                        <a:pt x="2720800" y="30937"/>
                        <a:pt x="2730079" y="31919"/>
                        <a:pt x="2746412" y="30446"/>
                      </a:cubicBezTo>
                      <a:cubicBezTo>
                        <a:pt x="2741215" y="29955"/>
                        <a:pt x="2733420" y="25044"/>
                        <a:pt x="2740473" y="25044"/>
                      </a:cubicBezTo>
                      <a:cubicBezTo>
                        <a:pt x="2760146" y="28973"/>
                        <a:pt x="2754207" y="27009"/>
                        <a:pt x="2778334" y="30446"/>
                      </a:cubicBezTo>
                      <a:cubicBezTo>
                        <a:pt x="2770168" y="29955"/>
                        <a:pt x="2779076" y="24062"/>
                        <a:pt x="2791325" y="24553"/>
                      </a:cubicBezTo>
                      <a:cubicBezTo>
                        <a:pt x="2789469" y="25044"/>
                        <a:pt x="2792439" y="29955"/>
                        <a:pt x="2787985" y="30446"/>
                      </a:cubicBezTo>
                      <a:lnTo>
                        <a:pt x="2818793" y="25044"/>
                      </a:lnTo>
                      <a:cubicBezTo>
                        <a:pt x="2810998" y="26027"/>
                        <a:pt x="2817308" y="29955"/>
                        <a:pt x="2824361" y="31428"/>
                      </a:cubicBezTo>
                      <a:cubicBezTo>
                        <a:pt x="2821020" y="30446"/>
                        <a:pt x="2850715" y="31428"/>
                        <a:pt x="2858881" y="30937"/>
                      </a:cubicBezTo>
                      <a:lnTo>
                        <a:pt x="2845890" y="29955"/>
                      </a:lnTo>
                      <a:cubicBezTo>
                        <a:pt x="2880781" y="30937"/>
                        <a:pt x="2880410" y="22098"/>
                        <a:pt x="2914931" y="22589"/>
                      </a:cubicBezTo>
                      <a:cubicBezTo>
                        <a:pt x="2910847" y="23571"/>
                        <a:pt x="2904537" y="29464"/>
                        <a:pt x="2921983" y="30446"/>
                      </a:cubicBezTo>
                      <a:cubicBezTo>
                        <a:pt x="2930149" y="27500"/>
                        <a:pt x="2957617" y="16696"/>
                        <a:pt x="2988054" y="14241"/>
                      </a:cubicBezTo>
                      <a:lnTo>
                        <a:pt x="2993993" y="16205"/>
                      </a:lnTo>
                      <a:lnTo>
                        <a:pt x="3017378" y="14241"/>
                      </a:lnTo>
                      <a:cubicBezTo>
                        <a:pt x="3002902" y="18661"/>
                        <a:pt x="2962071" y="27500"/>
                        <a:pt x="2939429" y="30937"/>
                      </a:cubicBezTo>
                      <a:cubicBezTo>
                        <a:pt x="2952420" y="32410"/>
                        <a:pt x="2943141" y="32901"/>
                        <a:pt x="2962814" y="32901"/>
                      </a:cubicBezTo>
                      <a:cubicBezTo>
                        <a:pt x="2969495" y="34375"/>
                        <a:pt x="2952049" y="35357"/>
                        <a:pt x="2946481" y="35357"/>
                      </a:cubicBezTo>
                      <a:lnTo>
                        <a:pt x="2991766" y="36339"/>
                      </a:lnTo>
                      <a:cubicBezTo>
                        <a:pt x="2989539" y="32901"/>
                        <a:pt x="3026287" y="32901"/>
                        <a:pt x="3024802" y="30446"/>
                      </a:cubicBezTo>
                      <a:lnTo>
                        <a:pt x="2975434" y="33393"/>
                      </a:lnTo>
                      <a:cubicBezTo>
                        <a:pt x="2973578" y="30446"/>
                        <a:pt x="3004015" y="24062"/>
                        <a:pt x="3035937" y="25044"/>
                      </a:cubicBezTo>
                      <a:cubicBezTo>
                        <a:pt x="3044104" y="26027"/>
                        <a:pt x="3029998" y="30937"/>
                        <a:pt x="3030741" y="31919"/>
                      </a:cubicBezTo>
                      <a:cubicBezTo>
                        <a:pt x="3034824" y="30937"/>
                        <a:pt x="3061178" y="29955"/>
                        <a:pt x="3064148" y="30446"/>
                      </a:cubicBezTo>
                      <a:lnTo>
                        <a:pt x="3050414" y="32410"/>
                      </a:lnTo>
                      <a:cubicBezTo>
                        <a:pt x="3068231" y="33884"/>
                        <a:pt x="3079738" y="27991"/>
                        <a:pt x="3101266" y="31428"/>
                      </a:cubicBezTo>
                      <a:cubicBezTo>
                        <a:pt x="3108690" y="31428"/>
                        <a:pt x="3123166" y="35848"/>
                        <a:pt x="3124651" y="33884"/>
                      </a:cubicBezTo>
                      <a:cubicBezTo>
                        <a:pt x="3112402" y="29955"/>
                        <a:pt x="3110175" y="18169"/>
                        <a:pt x="3118341" y="15223"/>
                      </a:cubicBezTo>
                      <a:cubicBezTo>
                        <a:pt x="3120939" y="15223"/>
                        <a:pt x="3156944" y="18661"/>
                        <a:pt x="3165482" y="20625"/>
                      </a:cubicBezTo>
                      <a:cubicBezTo>
                        <a:pt x="3177731" y="23571"/>
                        <a:pt x="3147294" y="27991"/>
                        <a:pt x="3157687" y="30446"/>
                      </a:cubicBezTo>
                      <a:cubicBezTo>
                        <a:pt x="3158058" y="29464"/>
                        <a:pt x="3164739" y="28482"/>
                        <a:pt x="3167709" y="27991"/>
                      </a:cubicBezTo>
                      <a:cubicBezTo>
                        <a:pt x="3175504" y="28973"/>
                        <a:pt x="3164368" y="30937"/>
                        <a:pt x="3181443" y="30446"/>
                      </a:cubicBezTo>
                      <a:cubicBezTo>
                        <a:pt x="3184041" y="27009"/>
                        <a:pt x="3215963" y="30937"/>
                        <a:pt x="3189238" y="27500"/>
                      </a:cubicBezTo>
                      <a:cubicBezTo>
                        <a:pt x="3205941" y="27009"/>
                        <a:pt x="3207055" y="28482"/>
                        <a:pt x="3226356" y="28482"/>
                      </a:cubicBezTo>
                      <a:cubicBezTo>
                        <a:pt x="3220046" y="26027"/>
                        <a:pt x="3243802" y="21116"/>
                        <a:pt x="3260506" y="20134"/>
                      </a:cubicBezTo>
                      <a:cubicBezTo>
                        <a:pt x="3259392" y="20625"/>
                        <a:pt x="3263104" y="22098"/>
                        <a:pt x="3264960" y="22589"/>
                      </a:cubicBezTo>
                      <a:cubicBezTo>
                        <a:pt x="3299109" y="23080"/>
                        <a:pt x="3317297" y="24553"/>
                        <a:pt x="3348848" y="24553"/>
                      </a:cubicBezTo>
                      <a:cubicBezTo>
                        <a:pt x="3351818" y="25535"/>
                        <a:pt x="3367036" y="26518"/>
                        <a:pt x="3360726" y="27991"/>
                      </a:cubicBezTo>
                      <a:cubicBezTo>
                        <a:pt x="3365180" y="27500"/>
                        <a:pt x="3369263" y="26027"/>
                        <a:pt x="3378914" y="26027"/>
                      </a:cubicBezTo>
                      <a:cubicBezTo>
                        <a:pt x="3397845" y="28973"/>
                        <a:pt x="3357385" y="26518"/>
                        <a:pt x="3371862" y="29955"/>
                      </a:cubicBezTo>
                      <a:cubicBezTo>
                        <a:pt x="3372975" y="27991"/>
                        <a:pt x="3397102" y="27500"/>
                        <a:pt x="3410836" y="26027"/>
                      </a:cubicBezTo>
                      <a:cubicBezTo>
                        <a:pt x="3406753" y="23080"/>
                        <a:pt x="3378914" y="25535"/>
                        <a:pt x="3364809" y="26518"/>
                      </a:cubicBezTo>
                      <a:cubicBezTo>
                        <a:pt x="3364809" y="22589"/>
                        <a:pt x="3388936" y="18169"/>
                        <a:pt x="3421972" y="16205"/>
                      </a:cubicBezTo>
                      <a:cubicBezTo>
                        <a:pt x="3448326" y="15223"/>
                        <a:pt x="3433479" y="19152"/>
                        <a:pt x="3437933" y="18661"/>
                      </a:cubicBezTo>
                      <a:cubicBezTo>
                        <a:pt x="3487301" y="19152"/>
                        <a:pt x="3480248" y="11295"/>
                        <a:pt x="3521079" y="14241"/>
                      </a:cubicBezTo>
                      <a:cubicBezTo>
                        <a:pt x="3537411" y="17187"/>
                        <a:pt x="3521821" y="19643"/>
                        <a:pt x="3525533" y="21607"/>
                      </a:cubicBezTo>
                      <a:cubicBezTo>
                        <a:pt x="3504004" y="22589"/>
                        <a:pt x="3492497" y="19643"/>
                        <a:pt x="3478021" y="19643"/>
                      </a:cubicBezTo>
                      <a:lnTo>
                        <a:pt x="3495838" y="21116"/>
                      </a:lnTo>
                      <a:cubicBezTo>
                        <a:pt x="3489157" y="22098"/>
                        <a:pt x="3474680" y="22589"/>
                        <a:pt x="3466886" y="22098"/>
                      </a:cubicBezTo>
                      <a:cubicBezTo>
                        <a:pt x="3480619" y="24553"/>
                        <a:pt x="3550403" y="22589"/>
                        <a:pt x="3588635" y="25044"/>
                      </a:cubicBezTo>
                      <a:cubicBezTo>
                        <a:pt x="3595316" y="24062"/>
                        <a:pt x="3607194" y="23080"/>
                        <a:pt x="3601626" y="22098"/>
                      </a:cubicBezTo>
                      <a:lnTo>
                        <a:pt x="3589377" y="22098"/>
                      </a:lnTo>
                      <a:cubicBezTo>
                        <a:pt x="3578242" y="20134"/>
                        <a:pt x="3612391" y="19152"/>
                        <a:pt x="3596801" y="18169"/>
                      </a:cubicBezTo>
                      <a:cubicBezTo>
                        <a:pt x="3613133" y="16696"/>
                        <a:pt x="3631321" y="14241"/>
                        <a:pt x="3653964" y="15714"/>
                      </a:cubicBezTo>
                      <a:lnTo>
                        <a:pt x="3658418" y="18661"/>
                      </a:lnTo>
                      <a:cubicBezTo>
                        <a:pt x="3657676" y="17678"/>
                        <a:pt x="3643570" y="17187"/>
                        <a:pt x="3636889" y="17678"/>
                      </a:cubicBezTo>
                      <a:cubicBezTo>
                        <a:pt x="3646540" y="16696"/>
                        <a:pt x="3671781" y="22098"/>
                        <a:pt x="3682174" y="18169"/>
                      </a:cubicBezTo>
                      <a:lnTo>
                        <a:pt x="3666213" y="15714"/>
                      </a:lnTo>
                      <a:cubicBezTo>
                        <a:pt x="3682545" y="14241"/>
                        <a:pt x="3702589" y="11295"/>
                        <a:pt x="3723005" y="12277"/>
                      </a:cubicBezTo>
                      <a:cubicBezTo>
                        <a:pt x="3713725" y="9330"/>
                        <a:pt x="3718179" y="12768"/>
                        <a:pt x="3704074" y="8839"/>
                      </a:cubicBezTo>
                      <a:cubicBezTo>
                        <a:pt x="3716323" y="13259"/>
                        <a:pt x="3652108" y="8839"/>
                        <a:pt x="3672152" y="13259"/>
                      </a:cubicBezTo>
                      <a:cubicBezTo>
                        <a:pt x="3657676" y="9330"/>
                        <a:pt x="3646911" y="11786"/>
                        <a:pt x="3627609" y="7857"/>
                      </a:cubicBezTo>
                      <a:cubicBezTo>
                        <a:pt x="3627981" y="8839"/>
                        <a:pt x="3634291" y="9821"/>
                        <a:pt x="3617587" y="9330"/>
                      </a:cubicBezTo>
                      <a:cubicBezTo>
                        <a:pt x="3616474" y="9821"/>
                        <a:pt x="3614989" y="10312"/>
                        <a:pt x="3613504" y="10312"/>
                      </a:cubicBezTo>
                      <a:lnTo>
                        <a:pt x="3612391" y="10312"/>
                      </a:lnTo>
                      <a:lnTo>
                        <a:pt x="3613504" y="10312"/>
                      </a:lnTo>
                      <a:cubicBezTo>
                        <a:pt x="3612762" y="10312"/>
                        <a:pt x="3612762" y="10803"/>
                        <a:pt x="3613876" y="10312"/>
                      </a:cubicBezTo>
                      <a:cubicBezTo>
                        <a:pt x="3617959" y="10803"/>
                        <a:pt x="3621299" y="11295"/>
                        <a:pt x="3622413" y="11786"/>
                      </a:cubicBezTo>
                      <a:cubicBezTo>
                        <a:pt x="3613876" y="14241"/>
                        <a:pt x="3587150" y="14241"/>
                        <a:pt x="3577870" y="15223"/>
                      </a:cubicBezTo>
                      <a:cubicBezTo>
                        <a:pt x="3567848" y="14732"/>
                        <a:pt x="3582325" y="14241"/>
                        <a:pt x="3576757" y="13259"/>
                      </a:cubicBezTo>
                      <a:lnTo>
                        <a:pt x="3563023" y="14732"/>
                      </a:lnTo>
                      <a:cubicBezTo>
                        <a:pt x="3561909" y="12768"/>
                        <a:pt x="3536297" y="11295"/>
                        <a:pt x="3560053" y="9821"/>
                      </a:cubicBezTo>
                      <a:lnTo>
                        <a:pt x="3538896" y="9821"/>
                      </a:lnTo>
                      <a:cubicBezTo>
                        <a:pt x="3526275" y="8348"/>
                        <a:pt x="3508830" y="7857"/>
                        <a:pt x="3498436" y="8839"/>
                      </a:cubicBezTo>
                      <a:cubicBezTo>
                        <a:pt x="3488414" y="8348"/>
                        <a:pt x="3472825" y="11295"/>
                        <a:pt x="3481733" y="9330"/>
                      </a:cubicBezTo>
                      <a:lnTo>
                        <a:pt x="3448326" y="10803"/>
                      </a:lnTo>
                      <a:lnTo>
                        <a:pt x="3447955" y="10312"/>
                      </a:lnTo>
                      <a:cubicBezTo>
                        <a:pt x="3414919" y="9821"/>
                        <a:pt x="3380028" y="13750"/>
                        <a:pt x="3342167" y="9821"/>
                      </a:cubicBezTo>
                      <a:cubicBezTo>
                        <a:pt x="3331031" y="10312"/>
                        <a:pt x="3319895" y="10803"/>
                        <a:pt x="3300965" y="10312"/>
                      </a:cubicBezTo>
                      <a:lnTo>
                        <a:pt x="3297624" y="8348"/>
                      </a:lnTo>
                      <a:cubicBezTo>
                        <a:pt x="3283148" y="8839"/>
                        <a:pt x="3254567" y="6384"/>
                        <a:pt x="3248628" y="8348"/>
                      </a:cubicBezTo>
                      <a:cubicBezTo>
                        <a:pt x="3233038" y="3437"/>
                        <a:pt x="3179216" y="6875"/>
                        <a:pt x="3154346" y="5893"/>
                      </a:cubicBezTo>
                      <a:lnTo>
                        <a:pt x="3153233" y="8348"/>
                      </a:lnTo>
                      <a:cubicBezTo>
                        <a:pt x="3136158" y="8348"/>
                        <a:pt x="3119455" y="8839"/>
                        <a:pt x="3097926" y="9821"/>
                      </a:cubicBezTo>
                      <a:lnTo>
                        <a:pt x="3099410" y="12277"/>
                      </a:lnTo>
                      <a:cubicBezTo>
                        <a:pt x="3080851" y="13750"/>
                        <a:pt x="3051899" y="10312"/>
                        <a:pt x="3022575" y="10803"/>
                      </a:cubicBezTo>
                      <a:cubicBezTo>
                        <a:pt x="3024802" y="9821"/>
                        <a:pt x="3032226" y="9821"/>
                        <a:pt x="3037422" y="10312"/>
                      </a:cubicBezTo>
                      <a:cubicBezTo>
                        <a:pt x="3002531" y="5402"/>
                        <a:pt x="2963556" y="13750"/>
                        <a:pt x="2932005" y="10312"/>
                      </a:cubicBezTo>
                      <a:cubicBezTo>
                        <a:pt x="2924210" y="10803"/>
                        <a:pt x="2918271" y="10803"/>
                        <a:pt x="2913075" y="10312"/>
                      </a:cubicBezTo>
                      <a:cubicBezTo>
                        <a:pt x="2913817" y="10312"/>
                        <a:pt x="2914188" y="10312"/>
                        <a:pt x="2914931" y="9821"/>
                      </a:cubicBezTo>
                      <a:lnTo>
                        <a:pt x="2911590" y="9821"/>
                      </a:lnTo>
                      <a:lnTo>
                        <a:pt x="2900825" y="8839"/>
                      </a:lnTo>
                      <a:cubicBezTo>
                        <a:pt x="2903795" y="9330"/>
                        <a:pt x="2907136" y="9821"/>
                        <a:pt x="2909734" y="9821"/>
                      </a:cubicBezTo>
                      <a:cubicBezTo>
                        <a:pt x="2903795" y="9821"/>
                        <a:pt x="2894515" y="10312"/>
                        <a:pt x="2885607" y="10803"/>
                      </a:cubicBezTo>
                      <a:lnTo>
                        <a:pt x="2881524" y="8348"/>
                      </a:lnTo>
                      <a:lnTo>
                        <a:pt x="2879668" y="8348"/>
                      </a:lnTo>
                      <a:cubicBezTo>
                        <a:pt x="2870759" y="7366"/>
                        <a:pt x="2872615" y="9330"/>
                        <a:pt x="2877069" y="11295"/>
                      </a:cubicBezTo>
                      <a:cubicBezTo>
                        <a:pt x="2872615" y="11786"/>
                        <a:pt x="2868532" y="12277"/>
                        <a:pt x="2865191" y="12768"/>
                      </a:cubicBezTo>
                      <a:cubicBezTo>
                        <a:pt x="2858139" y="8839"/>
                        <a:pt x="2841436" y="14241"/>
                        <a:pt x="2831785" y="9821"/>
                      </a:cubicBezTo>
                      <a:cubicBezTo>
                        <a:pt x="2825474" y="11786"/>
                        <a:pt x="2786129" y="11295"/>
                        <a:pt x="2781303" y="15714"/>
                      </a:cubicBezTo>
                      <a:cubicBezTo>
                        <a:pt x="2780932" y="14732"/>
                        <a:pt x="2778334" y="14732"/>
                        <a:pt x="2783159" y="14732"/>
                      </a:cubicBezTo>
                      <a:cubicBezTo>
                        <a:pt x="2773137" y="14241"/>
                        <a:pt x="2763115" y="13750"/>
                        <a:pt x="2754207" y="14732"/>
                      </a:cubicBezTo>
                      <a:lnTo>
                        <a:pt x="2749752" y="11786"/>
                      </a:lnTo>
                      <a:lnTo>
                        <a:pt x="2727852" y="15714"/>
                      </a:lnTo>
                      <a:cubicBezTo>
                        <a:pt x="2714490" y="13750"/>
                        <a:pt x="2708922" y="12768"/>
                        <a:pt x="2722285" y="10312"/>
                      </a:cubicBezTo>
                      <a:cubicBezTo>
                        <a:pt x="2689991" y="13750"/>
                        <a:pt x="2695930" y="11786"/>
                        <a:pt x="2668834" y="15223"/>
                      </a:cubicBezTo>
                      <a:lnTo>
                        <a:pt x="2670318" y="13259"/>
                      </a:lnTo>
                      <a:cubicBezTo>
                        <a:pt x="2660296" y="13259"/>
                        <a:pt x="2644706" y="15714"/>
                        <a:pt x="2638767" y="14241"/>
                      </a:cubicBezTo>
                      <a:cubicBezTo>
                        <a:pt x="2617239" y="10312"/>
                        <a:pt x="2531123" y="13259"/>
                        <a:pt x="2475074" y="9821"/>
                      </a:cubicBezTo>
                      <a:cubicBezTo>
                        <a:pt x="2485838" y="15714"/>
                        <a:pt x="2449091" y="6875"/>
                        <a:pt x="2446864" y="11786"/>
                      </a:cubicBezTo>
                      <a:cubicBezTo>
                        <a:pt x="2443523" y="10312"/>
                        <a:pt x="2435728" y="9330"/>
                        <a:pt x="2444637" y="8348"/>
                      </a:cubicBezTo>
                      <a:cubicBezTo>
                        <a:pt x="2416055" y="9330"/>
                        <a:pt x="2401950" y="5893"/>
                        <a:pt x="2382277" y="9821"/>
                      </a:cubicBezTo>
                      <a:cubicBezTo>
                        <a:pt x="2378937" y="8348"/>
                        <a:pt x="2388216" y="7857"/>
                        <a:pt x="2385247" y="6875"/>
                      </a:cubicBezTo>
                      <a:cubicBezTo>
                        <a:pt x="2383020" y="6875"/>
                        <a:pt x="2376338" y="7857"/>
                        <a:pt x="2373369" y="7366"/>
                      </a:cubicBezTo>
                      <a:cubicBezTo>
                        <a:pt x="2370399" y="6384"/>
                        <a:pt x="2377452" y="5893"/>
                        <a:pt x="2381906" y="5402"/>
                      </a:cubicBezTo>
                      <a:cubicBezTo>
                        <a:pt x="2352954" y="5402"/>
                        <a:pt x="2349984" y="9821"/>
                        <a:pt x="2347757" y="13750"/>
                      </a:cubicBezTo>
                      <a:cubicBezTo>
                        <a:pt x="2332909" y="11786"/>
                        <a:pt x="2325486" y="12277"/>
                        <a:pt x="2314721" y="14732"/>
                      </a:cubicBezTo>
                      <a:cubicBezTo>
                        <a:pt x="2309896" y="13259"/>
                        <a:pt x="2300987" y="11786"/>
                        <a:pt x="2319175" y="11786"/>
                      </a:cubicBezTo>
                      <a:cubicBezTo>
                        <a:pt x="2309153" y="11295"/>
                        <a:pt x="2256816" y="9330"/>
                        <a:pt x="2256074" y="12768"/>
                      </a:cubicBezTo>
                      <a:cubicBezTo>
                        <a:pt x="2252733" y="11786"/>
                        <a:pt x="2241597" y="12277"/>
                        <a:pt x="2238999" y="12768"/>
                      </a:cubicBezTo>
                      <a:cubicBezTo>
                        <a:pt x="2215986" y="12277"/>
                        <a:pt x="2214130" y="12277"/>
                        <a:pt x="2191487" y="12277"/>
                      </a:cubicBezTo>
                      <a:lnTo>
                        <a:pt x="2197797" y="12768"/>
                      </a:lnTo>
                      <a:cubicBezTo>
                        <a:pt x="2188889" y="16696"/>
                        <a:pt x="2179238" y="13750"/>
                        <a:pt x="2161050" y="14241"/>
                      </a:cubicBezTo>
                      <a:lnTo>
                        <a:pt x="2161421" y="13750"/>
                      </a:lnTo>
                      <a:cubicBezTo>
                        <a:pt x="2119848" y="10803"/>
                        <a:pt x="2143604" y="15223"/>
                        <a:pt x="2102774" y="11786"/>
                      </a:cubicBezTo>
                      <a:lnTo>
                        <a:pt x="2105001" y="14241"/>
                      </a:lnTo>
                      <a:cubicBezTo>
                        <a:pt x="2100918" y="19152"/>
                        <a:pt x="2068624" y="10803"/>
                        <a:pt x="2044868" y="12768"/>
                      </a:cubicBezTo>
                      <a:lnTo>
                        <a:pt x="2053406" y="14241"/>
                      </a:lnTo>
                      <a:cubicBezTo>
                        <a:pt x="2040414" y="16205"/>
                        <a:pt x="2017029" y="7366"/>
                        <a:pt x="2004038" y="6384"/>
                      </a:cubicBezTo>
                      <a:cubicBezTo>
                        <a:pt x="2001068" y="5893"/>
                        <a:pt x="2008492" y="5893"/>
                        <a:pt x="2012575" y="5402"/>
                      </a:cubicBezTo>
                      <a:cubicBezTo>
                        <a:pt x="1978426" y="2946"/>
                        <a:pt x="2008121" y="8348"/>
                        <a:pt x="1982509" y="9330"/>
                      </a:cubicBezTo>
                      <a:cubicBezTo>
                        <a:pt x="1977684" y="7366"/>
                        <a:pt x="1988448" y="4911"/>
                        <a:pt x="1971373" y="4420"/>
                      </a:cubicBezTo>
                      <a:cubicBezTo>
                        <a:pt x="1962836" y="3437"/>
                        <a:pt x="1921634" y="9821"/>
                        <a:pt x="1898250" y="6384"/>
                      </a:cubicBezTo>
                      <a:cubicBezTo>
                        <a:pt x="1903446" y="7857"/>
                        <a:pt x="1908643" y="9330"/>
                        <a:pt x="1896765" y="10312"/>
                      </a:cubicBezTo>
                      <a:cubicBezTo>
                        <a:pt x="1878577" y="10312"/>
                        <a:pt x="1847768" y="4911"/>
                        <a:pt x="1831436" y="9330"/>
                      </a:cubicBezTo>
                      <a:cubicBezTo>
                        <a:pt x="1829209" y="8839"/>
                        <a:pt x="1828095" y="8348"/>
                        <a:pt x="1828095" y="7857"/>
                      </a:cubicBezTo>
                      <a:cubicBezTo>
                        <a:pt x="1814361" y="9330"/>
                        <a:pt x="1783182" y="9821"/>
                        <a:pt x="1774644" y="11786"/>
                      </a:cubicBezTo>
                      <a:cubicBezTo>
                        <a:pt x="1762024" y="3929"/>
                        <a:pt x="1688529" y="15714"/>
                        <a:pt x="1688900" y="7857"/>
                      </a:cubicBezTo>
                      <a:lnTo>
                        <a:pt x="1646214" y="8348"/>
                      </a:lnTo>
                      <a:lnTo>
                        <a:pt x="1647327" y="7366"/>
                      </a:lnTo>
                      <a:cubicBezTo>
                        <a:pt x="1620230" y="6875"/>
                        <a:pt x="1610580" y="8839"/>
                        <a:pt x="1600929" y="10803"/>
                      </a:cubicBezTo>
                      <a:cubicBezTo>
                        <a:pt x="1594619" y="9821"/>
                        <a:pt x="1599444" y="9330"/>
                        <a:pt x="1599815" y="8839"/>
                      </a:cubicBezTo>
                      <a:cubicBezTo>
                        <a:pt x="1560098" y="7366"/>
                        <a:pt x="1556015" y="7366"/>
                        <a:pt x="1522608" y="11295"/>
                      </a:cubicBezTo>
                      <a:lnTo>
                        <a:pt x="1519268" y="8839"/>
                      </a:lnTo>
                      <a:cubicBezTo>
                        <a:pt x="1509988" y="10312"/>
                        <a:pt x="1461734" y="4911"/>
                        <a:pt x="1422759" y="7366"/>
                      </a:cubicBezTo>
                      <a:cubicBezTo>
                        <a:pt x="1423130" y="7366"/>
                        <a:pt x="1423873" y="6875"/>
                        <a:pt x="1426842" y="6384"/>
                      </a:cubicBezTo>
                      <a:cubicBezTo>
                        <a:pt x="1383042" y="9330"/>
                        <a:pt x="1321796" y="0"/>
                        <a:pt x="1305835" y="8348"/>
                      </a:cubicBezTo>
                      <a:lnTo>
                        <a:pt x="1276511" y="10312"/>
                      </a:lnTo>
                      <a:cubicBezTo>
                        <a:pt x="1314001" y="11295"/>
                        <a:pt x="1270944" y="14241"/>
                        <a:pt x="1286533" y="15714"/>
                      </a:cubicBezTo>
                      <a:cubicBezTo>
                        <a:pt x="1271686" y="16205"/>
                        <a:pt x="1248301" y="13259"/>
                        <a:pt x="1266489" y="12768"/>
                      </a:cubicBezTo>
                      <a:lnTo>
                        <a:pt x="1269459" y="13259"/>
                      </a:lnTo>
                      <a:cubicBezTo>
                        <a:pt x="1276140" y="8348"/>
                        <a:pt x="1222689" y="11295"/>
                        <a:pt x="1223803" y="7857"/>
                      </a:cubicBezTo>
                      <a:cubicBezTo>
                        <a:pt x="1149937" y="8348"/>
                        <a:pt x="1077926" y="5402"/>
                        <a:pt x="1008886" y="4911"/>
                      </a:cubicBezTo>
                      <a:lnTo>
                        <a:pt x="1017052" y="8839"/>
                      </a:lnTo>
                      <a:lnTo>
                        <a:pt x="992925" y="8348"/>
                      </a:lnTo>
                      <a:cubicBezTo>
                        <a:pt x="986614" y="7366"/>
                        <a:pt x="984387" y="5402"/>
                        <a:pt x="1001462" y="5893"/>
                      </a:cubicBezTo>
                      <a:cubicBezTo>
                        <a:pt x="992553" y="3929"/>
                        <a:pt x="972509" y="7366"/>
                        <a:pt x="972138" y="8348"/>
                      </a:cubicBezTo>
                      <a:cubicBezTo>
                        <a:pt x="938360" y="6875"/>
                        <a:pt x="985501" y="4420"/>
                        <a:pt x="975108" y="4420"/>
                      </a:cubicBezTo>
                      <a:lnTo>
                        <a:pt x="961002" y="4420"/>
                      </a:lnTo>
                      <a:lnTo>
                        <a:pt x="963972" y="4420"/>
                      </a:lnTo>
                      <a:cubicBezTo>
                        <a:pt x="952836" y="5893"/>
                        <a:pt x="951723" y="7366"/>
                        <a:pt x="930936" y="7366"/>
                      </a:cubicBezTo>
                      <a:cubicBezTo>
                        <a:pt x="917945" y="6384"/>
                        <a:pt x="924255" y="4911"/>
                        <a:pt x="919058" y="4911"/>
                      </a:cubicBezTo>
                      <a:cubicBezTo>
                        <a:pt x="919430" y="4911"/>
                        <a:pt x="917574" y="4420"/>
                        <a:pt x="911263" y="4911"/>
                      </a:cubicBezTo>
                      <a:lnTo>
                        <a:pt x="880826" y="4420"/>
                      </a:lnTo>
                      <a:lnTo>
                        <a:pt x="893075" y="7366"/>
                      </a:lnTo>
                      <a:cubicBezTo>
                        <a:pt x="879713" y="8839"/>
                        <a:pt x="864494" y="7366"/>
                        <a:pt x="878599" y="10312"/>
                      </a:cubicBezTo>
                      <a:cubicBezTo>
                        <a:pt x="857813" y="5402"/>
                        <a:pt x="765387" y="8348"/>
                        <a:pt x="752767" y="6875"/>
                      </a:cubicBezTo>
                      <a:cubicBezTo>
                        <a:pt x="733836" y="8839"/>
                        <a:pt x="715277" y="8839"/>
                        <a:pt x="691892" y="8348"/>
                      </a:cubicBezTo>
                      <a:cubicBezTo>
                        <a:pt x="697831" y="9330"/>
                        <a:pt x="701172" y="12277"/>
                        <a:pt x="681499" y="11786"/>
                      </a:cubicBezTo>
                      <a:cubicBezTo>
                        <a:pt x="688551" y="5402"/>
                        <a:pt x="644751" y="8839"/>
                        <a:pt x="628790" y="4420"/>
                      </a:cubicBezTo>
                      <a:cubicBezTo>
                        <a:pt x="643266" y="7366"/>
                        <a:pt x="572370" y="4911"/>
                        <a:pt x="595012" y="9330"/>
                      </a:cubicBezTo>
                      <a:cubicBezTo>
                        <a:pt x="578309" y="8839"/>
                        <a:pt x="593899" y="6875"/>
                        <a:pt x="581278" y="5402"/>
                      </a:cubicBezTo>
                      <a:cubicBezTo>
                        <a:pt x="541932" y="7857"/>
                        <a:pt x="494049" y="3929"/>
                        <a:pt x="445424" y="4420"/>
                      </a:cubicBezTo>
                      <a:cubicBezTo>
                        <a:pt x="444681" y="5402"/>
                        <a:pt x="452848" y="6384"/>
                        <a:pt x="442454" y="7857"/>
                      </a:cubicBezTo>
                      <a:lnTo>
                        <a:pt x="416471" y="3929"/>
                      </a:lnTo>
                      <a:cubicBezTo>
                        <a:pt x="406820" y="4420"/>
                        <a:pt x="407563" y="8348"/>
                        <a:pt x="390117" y="5402"/>
                      </a:cubicBezTo>
                      <a:cubicBezTo>
                        <a:pt x="392715" y="6384"/>
                        <a:pt x="396427" y="7366"/>
                        <a:pt x="389746" y="7366"/>
                      </a:cubicBezTo>
                      <a:cubicBezTo>
                        <a:pt x="293980" y="3437"/>
                        <a:pt x="194501" y="10803"/>
                        <a:pt x="97250" y="3437"/>
                      </a:cubicBezTo>
                      <a:cubicBezTo>
                        <a:pt x="110242" y="4420"/>
                        <a:pt x="101705" y="4911"/>
                        <a:pt x="91683" y="4911"/>
                      </a:cubicBezTo>
                      <a:cubicBezTo>
                        <a:pt x="97993" y="5402"/>
                        <a:pt x="91311" y="6875"/>
                        <a:pt x="92796" y="8348"/>
                      </a:cubicBezTo>
                      <a:lnTo>
                        <a:pt x="51966" y="4911"/>
                      </a:lnTo>
                      <a:cubicBezTo>
                        <a:pt x="44542" y="8348"/>
                        <a:pt x="8537" y="4911"/>
                        <a:pt x="4083" y="8348"/>
                      </a:cubicBezTo>
                      <a:lnTo>
                        <a:pt x="17074" y="7366"/>
                      </a:lnTo>
                      <a:cubicBezTo>
                        <a:pt x="0" y="11295"/>
                        <a:pt x="41201" y="15714"/>
                        <a:pt x="38603" y="20625"/>
                      </a:cubicBezTo>
                      <a:cubicBezTo>
                        <a:pt x="57905" y="16205"/>
                        <a:pt x="89084" y="27009"/>
                        <a:pt x="120635" y="21116"/>
                      </a:cubicBezTo>
                      <a:cubicBezTo>
                        <a:pt x="127688" y="22098"/>
                        <a:pt x="114696" y="22589"/>
                        <a:pt x="118408" y="23571"/>
                      </a:cubicBezTo>
                      <a:cubicBezTo>
                        <a:pt x="126203" y="21607"/>
                        <a:pt x="135854" y="21116"/>
                        <a:pt x="153671" y="22098"/>
                      </a:cubicBezTo>
                      <a:lnTo>
                        <a:pt x="151815" y="22589"/>
                      </a:lnTo>
                      <a:cubicBezTo>
                        <a:pt x="201925" y="22098"/>
                        <a:pt x="223454" y="24062"/>
                        <a:pt x="279874" y="25535"/>
                      </a:cubicBezTo>
                      <a:lnTo>
                        <a:pt x="275420" y="23080"/>
                      </a:lnTo>
                      <a:cubicBezTo>
                        <a:pt x="287669" y="23571"/>
                        <a:pt x="290268" y="24062"/>
                        <a:pt x="295835" y="24553"/>
                      </a:cubicBezTo>
                      <a:cubicBezTo>
                        <a:pt x="309941" y="21116"/>
                        <a:pt x="262057" y="24553"/>
                        <a:pt x="274678" y="20625"/>
                      </a:cubicBezTo>
                      <a:cubicBezTo>
                        <a:pt x="290639" y="25535"/>
                        <a:pt x="360051" y="20625"/>
                        <a:pt x="370815" y="26027"/>
                      </a:cubicBezTo>
                      <a:cubicBezTo>
                        <a:pt x="389375" y="26518"/>
                        <a:pt x="365247" y="23571"/>
                        <a:pt x="383807" y="23571"/>
                      </a:cubicBezTo>
                      <a:lnTo>
                        <a:pt x="389003" y="25044"/>
                      </a:lnTo>
                      <a:lnTo>
                        <a:pt x="393458" y="23080"/>
                      </a:lnTo>
                      <a:cubicBezTo>
                        <a:pt x="405707" y="23571"/>
                        <a:pt x="412017" y="25535"/>
                        <a:pt x="412388" y="26518"/>
                      </a:cubicBezTo>
                      <a:cubicBezTo>
                        <a:pt x="409419" y="26518"/>
                        <a:pt x="403851" y="27009"/>
                        <a:pt x="400881" y="27009"/>
                      </a:cubicBezTo>
                      <a:cubicBezTo>
                        <a:pt x="416471" y="28973"/>
                        <a:pt x="445424" y="26518"/>
                        <a:pt x="450992" y="27009"/>
                      </a:cubicBezTo>
                      <a:lnTo>
                        <a:pt x="432803" y="26027"/>
                      </a:lnTo>
                      <a:cubicBezTo>
                        <a:pt x="483656" y="24553"/>
                        <a:pt x="545644" y="27009"/>
                        <a:pt x="595012" y="24062"/>
                      </a:cubicBezTo>
                      <a:lnTo>
                        <a:pt x="591300" y="22589"/>
                      </a:lnTo>
                      <a:cubicBezTo>
                        <a:pt x="628790" y="20625"/>
                        <a:pt x="621366" y="24062"/>
                        <a:pt x="662197" y="23080"/>
                      </a:cubicBezTo>
                      <a:lnTo>
                        <a:pt x="660712" y="23571"/>
                      </a:lnTo>
                      <a:cubicBezTo>
                        <a:pt x="669250" y="22098"/>
                        <a:pt x="680014" y="21607"/>
                        <a:pt x="691521" y="22098"/>
                      </a:cubicBezTo>
                      <a:cubicBezTo>
                        <a:pt x="681128" y="23080"/>
                        <a:pt x="710822" y="24553"/>
                        <a:pt x="697460" y="26027"/>
                      </a:cubicBezTo>
                      <a:cubicBezTo>
                        <a:pt x="737919" y="23571"/>
                        <a:pt x="717504" y="24062"/>
                        <a:pt x="744229" y="20134"/>
                      </a:cubicBezTo>
                      <a:lnTo>
                        <a:pt x="750539" y="22098"/>
                      </a:lnTo>
                      <a:cubicBezTo>
                        <a:pt x="759448" y="20134"/>
                        <a:pt x="760190" y="19643"/>
                        <a:pt x="780977" y="19152"/>
                      </a:cubicBezTo>
                      <a:cubicBezTo>
                        <a:pt x="763902" y="20625"/>
                        <a:pt x="793968" y="21607"/>
                        <a:pt x="775038" y="24062"/>
                      </a:cubicBezTo>
                      <a:cubicBezTo>
                        <a:pt x="818467" y="27991"/>
                        <a:pt x="839253" y="20134"/>
                        <a:pt x="858926" y="26027"/>
                      </a:cubicBezTo>
                      <a:cubicBezTo>
                        <a:pt x="878970" y="20625"/>
                        <a:pt x="821807" y="23080"/>
                        <a:pt x="832943" y="22098"/>
                      </a:cubicBezTo>
                      <a:cubicBezTo>
                        <a:pt x="823663" y="20134"/>
                        <a:pt x="849275" y="18169"/>
                        <a:pt x="862638" y="18661"/>
                      </a:cubicBezTo>
                      <a:cubicBezTo>
                        <a:pt x="876372" y="18661"/>
                        <a:pt x="886023" y="25044"/>
                        <a:pt x="920914" y="25044"/>
                      </a:cubicBezTo>
                      <a:cubicBezTo>
                        <a:pt x="917202" y="25044"/>
                        <a:pt x="917202" y="25535"/>
                        <a:pt x="913491" y="25535"/>
                      </a:cubicBezTo>
                      <a:cubicBezTo>
                        <a:pt x="926482" y="27009"/>
                        <a:pt x="939102" y="23571"/>
                        <a:pt x="955063" y="26027"/>
                      </a:cubicBezTo>
                      <a:cubicBezTo>
                        <a:pt x="963972" y="23080"/>
                        <a:pt x="975479" y="26027"/>
                        <a:pt x="978077" y="22098"/>
                      </a:cubicBezTo>
                      <a:lnTo>
                        <a:pt x="946526" y="23080"/>
                      </a:lnTo>
                      <a:cubicBezTo>
                        <a:pt x="964343" y="22098"/>
                        <a:pt x="981418" y="17678"/>
                        <a:pt x="1011113" y="19643"/>
                      </a:cubicBezTo>
                      <a:cubicBezTo>
                        <a:pt x="1008886" y="20625"/>
                        <a:pt x="999977" y="21607"/>
                        <a:pt x="993667" y="22098"/>
                      </a:cubicBezTo>
                      <a:cubicBezTo>
                        <a:pt x="1002575" y="23571"/>
                        <a:pt x="1010370" y="21607"/>
                        <a:pt x="1019650" y="22589"/>
                      </a:cubicBezTo>
                      <a:cubicBezTo>
                        <a:pt x="1017052" y="26518"/>
                        <a:pt x="981047" y="23571"/>
                        <a:pt x="961745" y="26518"/>
                      </a:cubicBezTo>
                      <a:cubicBezTo>
                        <a:pt x="971025" y="27991"/>
                        <a:pt x="998121" y="23571"/>
                        <a:pt x="988470" y="27991"/>
                      </a:cubicBezTo>
                      <a:cubicBezTo>
                        <a:pt x="1002204" y="22589"/>
                        <a:pt x="1022620" y="28482"/>
                        <a:pt x="1046004" y="24553"/>
                      </a:cubicBezTo>
                      <a:lnTo>
                        <a:pt x="1044520" y="27009"/>
                      </a:lnTo>
                      <a:cubicBezTo>
                        <a:pt x="1048231" y="26518"/>
                        <a:pt x="1056026" y="25535"/>
                        <a:pt x="1062708" y="25535"/>
                      </a:cubicBezTo>
                      <a:lnTo>
                        <a:pt x="1050459" y="28482"/>
                      </a:lnTo>
                      <a:cubicBezTo>
                        <a:pt x="1069389" y="26027"/>
                        <a:pt x="1086835" y="30937"/>
                        <a:pt x="1105023" y="29464"/>
                      </a:cubicBezTo>
                      <a:cubicBezTo>
                        <a:pt x="1067162" y="29464"/>
                        <a:pt x="1096486" y="26518"/>
                        <a:pt x="1080525" y="25044"/>
                      </a:cubicBezTo>
                      <a:cubicBezTo>
                        <a:pt x="1127665" y="22098"/>
                        <a:pt x="1107621" y="31428"/>
                        <a:pt x="1160330" y="30446"/>
                      </a:cubicBezTo>
                      <a:cubicBezTo>
                        <a:pt x="1153277" y="30446"/>
                        <a:pt x="1133604" y="28482"/>
                        <a:pt x="1144740" y="27500"/>
                      </a:cubicBezTo>
                      <a:cubicBezTo>
                        <a:pt x="1154762" y="27991"/>
                        <a:pt x="1167754" y="28973"/>
                        <a:pt x="1174064" y="30446"/>
                      </a:cubicBezTo>
                      <a:cubicBezTo>
                        <a:pt x="1208955" y="29955"/>
                        <a:pt x="1168867" y="27991"/>
                        <a:pt x="1183715" y="26518"/>
                      </a:cubicBezTo>
                      <a:cubicBezTo>
                        <a:pt x="1195593" y="29464"/>
                        <a:pt x="1200789" y="25535"/>
                        <a:pt x="1216008" y="24553"/>
                      </a:cubicBezTo>
                      <a:lnTo>
                        <a:pt x="1216008" y="27009"/>
                      </a:lnTo>
                      <a:cubicBezTo>
                        <a:pt x="1256096" y="28482"/>
                        <a:pt x="1226772" y="22098"/>
                        <a:pt x="1262406" y="24062"/>
                      </a:cubicBezTo>
                      <a:lnTo>
                        <a:pt x="1247559" y="27009"/>
                      </a:lnTo>
                      <a:lnTo>
                        <a:pt x="1266118" y="26518"/>
                      </a:lnTo>
                      <a:lnTo>
                        <a:pt x="1262035" y="28973"/>
                      </a:lnTo>
                      <a:cubicBezTo>
                        <a:pt x="1282450" y="27009"/>
                        <a:pt x="1288761" y="27500"/>
                        <a:pt x="1308805" y="28482"/>
                      </a:cubicBezTo>
                      <a:cubicBezTo>
                        <a:pt x="1303979" y="26518"/>
                        <a:pt x="1311403" y="24062"/>
                        <a:pt x="1328849" y="24062"/>
                      </a:cubicBezTo>
                      <a:cubicBezTo>
                        <a:pt x="1341098" y="25535"/>
                        <a:pt x="1322167" y="26518"/>
                        <a:pt x="1347408" y="26027"/>
                      </a:cubicBezTo>
                      <a:cubicBezTo>
                        <a:pt x="1341469" y="27500"/>
                        <a:pt x="1335530" y="29464"/>
                        <a:pt x="1324394" y="27009"/>
                      </a:cubicBezTo>
                      <a:cubicBezTo>
                        <a:pt x="1323281" y="27991"/>
                        <a:pt x="1318827" y="28482"/>
                        <a:pt x="1317713" y="29464"/>
                      </a:cubicBezTo>
                      <a:cubicBezTo>
                        <a:pt x="1330705" y="30937"/>
                        <a:pt x="1350378" y="29955"/>
                        <a:pt x="1359286" y="29955"/>
                      </a:cubicBezTo>
                      <a:cubicBezTo>
                        <a:pt x="1355945" y="29955"/>
                        <a:pt x="1351862" y="29464"/>
                        <a:pt x="1349635" y="29464"/>
                      </a:cubicBezTo>
                      <a:lnTo>
                        <a:pt x="1386012" y="26027"/>
                      </a:lnTo>
                      <a:cubicBezTo>
                        <a:pt x="1391579" y="27009"/>
                        <a:pt x="1387125" y="27500"/>
                        <a:pt x="1382671" y="28482"/>
                      </a:cubicBezTo>
                      <a:cubicBezTo>
                        <a:pt x="1389723" y="27991"/>
                        <a:pt x="1394920" y="27009"/>
                        <a:pt x="1405684" y="27009"/>
                      </a:cubicBezTo>
                      <a:cubicBezTo>
                        <a:pt x="1403086" y="28973"/>
                        <a:pt x="1403457" y="30937"/>
                        <a:pt x="1388239" y="31919"/>
                      </a:cubicBezTo>
                      <a:lnTo>
                        <a:pt x="1422759" y="29464"/>
                      </a:lnTo>
                      <a:cubicBezTo>
                        <a:pt x="1424986" y="30446"/>
                        <a:pt x="1440576" y="31919"/>
                        <a:pt x="1436122" y="32901"/>
                      </a:cubicBezTo>
                      <a:cubicBezTo>
                        <a:pt x="1455052" y="33884"/>
                        <a:pt x="1482891" y="28973"/>
                        <a:pt x="1508503" y="30446"/>
                      </a:cubicBezTo>
                      <a:cubicBezTo>
                        <a:pt x="1509617" y="30446"/>
                        <a:pt x="1512215" y="29955"/>
                        <a:pt x="1517783" y="29464"/>
                      </a:cubicBezTo>
                      <a:cubicBezTo>
                        <a:pt x="1541539" y="30446"/>
                        <a:pt x="1562697" y="32901"/>
                        <a:pt x="1590907" y="29955"/>
                      </a:cubicBezTo>
                      <a:lnTo>
                        <a:pt x="1606868" y="33393"/>
                      </a:lnTo>
                      <a:cubicBezTo>
                        <a:pt x="1629139" y="32901"/>
                        <a:pt x="1585339" y="28973"/>
                        <a:pt x="1622086" y="27991"/>
                      </a:cubicBezTo>
                      <a:cubicBezTo>
                        <a:pt x="1648070" y="27009"/>
                        <a:pt x="1631737" y="30937"/>
                        <a:pt x="1641017" y="31919"/>
                      </a:cubicBezTo>
                      <a:cubicBezTo>
                        <a:pt x="1654009" y="30446"/>
                        <a:pt x="1676651" y="26518"/>
                        <a:pt x="1700407" y="29464"/>
                      </a:cubicBezTo>
                      <a:cubicBezTo>
                        <a:pt x="1692612" y="30446"/>
                        <a:pt x="1686302" y="29464"/>
                        <a:pt x="1678878" y="2995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8" name="자유형 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jAAALwWAAD5MAAAwBYAAAAAAAAmAAAACAAAAP//////////"/>
                    </a:ext>
                  </a:extLst>
                </p:cNvSpPr>
                <p:nvPr/>
              </p:nvSpPr>
              <p:spPr>
                <a:xfrm>
                  <a:off x="7956550" y="3695700"/>
                  <a:ext cx="4445" cy="2540"/>
                </a:xfrm>
                <a:custGeom>
                  <a:avLst/>
                  <a:gdLst/>
                  <a:ahLst/>
                  <a:cxnLst/>
                  <a:rect l="0" t="0" r="4445" b="2540"/>
                  <a:pathLst>
                    <a:path w="4445" h="2540">
                      <a:moveTo>
                        <a:pt x="4445" y="2540"/>
                      </a:moveTo>
                      <a:cubicBezTo>
                        <a:pt x="2963" y="1693"/>
                        <a:pt x="2592" y="847"/>
                        <a:pt x="2222" y="0"/>
                      </a:cubicBezTo>
                      <a:cubicBezTo>
                        <a:pt x="370" y="847"/>
                        <a:pt x="0" y="1693"/>
                        <a:pt x="44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7" name="자유형 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isAAMMWAAD9KwAAxBYAAAAAAAAmAAAACAAAAP//////////"/>
                    </a:ext>
                  </a:extLst>
                </p:cNvSpPr>
                <p:nvPr/>
              </p:nvSpPr>
              <p:spPr>
                <a:xfrm>
                  <a:off x="7148830" y="370014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635"/>
                      </a:moveTo>
                      <a:lnTo>
                        <a:pt x="1143" y="0"/>
                      </a:lnTo>
                      <a:cubicBezTo>
                        <a:pt x="381" y="635"/>
                        <a:pt x="381" y="635"/>
                        <a:pt x="0" y="635"/>
                      </a:cubicBezTo>
                      <a:lnTo>
                        <a:pt x="190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6" name="자유형 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TYAAMMWAAAwNgAAxRYAAAAAAAAmAAAACAAAAP//////////"/>
                    </a:ext>
                  </a:extLst>
                </p:cNvSpPr>
                <p:nvPr/>
              </p:nvSpPr>
              <p:spPr>
                <a:xfrm>
                  <a:off x="8799195" y="3700145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9525" y="1270"/>
                      </a:moveTo>
                      <a:cubicBezTo>
                        <a:pt x="4586" y="847"/>
                        <a:pt x="2116" y="423"/>
                        <a:pt x="352" y="0"/>
                      </a:cubicBezTo>
                      <a:cubicBezTo>
                        <a:pt x="0" y="423"/>
                        <a:pt x="2116" y="847"/>
                        <a:pt x="952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5" name="자유형 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jkAAKAWAABSOQAAoxYAAAAAAAAmAAAACAAAAP//////////"/>
                    </a:ext>
                  </a:extLst>
                </p:cNvSpPr>
                <p:nvPr/>
              </p:nvSpPr>
              <p:spPr>
                <a:xfrm>
                  <a:off x="9302750" y="3677920"/>
                  <a:ext cx="15240" cy="1905"/>
                </a:xfrm>
                <a:custGeom>
                  <a:avLst/>
                  <a:gdLst/>
                  <a:ahLst/>
                  <a:cxnLst/>
                  <a:rect l="0" t="0" r="15240" b="1905"/>
                  <a:pathLst>
                    <a:path w="15240" h="1905">
                      <a:moveTo>
                        <a:pt x="15240" y="0"/>
                      </a:moveTo>
                      <a:lnTo>
                        <a:pt x="0" y="635"/>
                      </a:lnTo>
                      <a:cubicBezTo>
                        <a:pt x="7257" y="635"/>
                        <a:pt x="9797" y="1270"/>
                        <a:pt x="13789" y="1905"/>
                      </a:cubicBezTo>
                      <a:cubicBezTo>
                        <a:pt x="13426" y="1270"/>
                        <a:pt x="10523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4" name="자유형 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ToAALYWAAA0OgAAuBYAAAAAAAAmAAAACAAAAP//////////"/>
                    </a:ext>
                  </a:extLst>
                </p:cNvSpPr>
                <p:nvPr/>
              </p:nvSpPr>
              <p:spPr>
                <a:xfrm>
                  <a:off x="9444355" y="3691890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10063" y="1270"/>
                      </a:moveTo>
                      <a:cubicBezTo>
                        <a:pt x="12299" y="847"/>
                        <a:pt x="14908" y="1270"/>
                        <a:pt x="17145" y="847"/>
                      </a:cubicBezTo>
                      <a:lnTo>
                        <a:pt x="16399" y="0"/>
                      </a:lnTo>
                      <a:cubicBezTo>
                        <a:pt x="6708" y="0"/>
                        <a:pt x="0" y="847"/>
                        <a:pt x="10063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3" name="곡선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TkAAKoWAACOOQAAsBYAAAAAAAAmAAAACAAAAP//////////"/>
                    </a:ext>
                  </a:extLst>
                </p:cNvSpPr>
                <p:nvPr/>
              </p:nvSpPr>
              <p:spPr>
                <a:xfrm>
                  <a:off x="9332595" y="368427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0" y="1633"/>
                      </a:moveTo>
                      <a:cubicBezTo>
                        <a:pt x="1118" y="3810"/>
                        <a:pt x="11188" y="3266"/>
                        <a:pt x="22376" y="2721"/>
                      </a:cubicBezTo>
                      <a:lnTo>
                        <a:pt x="20138" y="2721"/>
                      </a:lnTo>
                      <a:cubicBezTo>
                        <a:pt x="23495" y="0"/>
                        <a:pt x="11561" y="544"/>
                        <a:pt x="0" y="16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2" name="곡선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DkAAK0WAAChOQAArhYAAAAAAAAmAAAACAAAAP//////////"/>
                    </a:ext>
                  </a:extLst>
                </p:cNvSpPr>
                <p:nvPr/>
              </p:nvSpPr>
              <p:spPr>
                <a:xfrm>
                  <a:off x="9357360" y="3686175"/>
                  <a:ext cx="10795" cy="635"/>
                </a:xfrm>
                <a:custGeom>
                  <a:avLst/>
                  <a:gdLst/>
                  <a:ahLst/>
                  <a:cxnLst/>
                  <a:rect l="0" t="0" r="10795" b="635"/>
                  <a:pathLst>
                    <a:path w="10795" h="635">
                      <a:moveTo>
                        <a:pt x="0" y="635"/>
                      </a:moveTo>
                      <a:cubicBezTo>
                        <a:pt x="3482" y="635"/>
                        <a:pt x="6616" y="635"/>
                        <a:pt x="9750" y="635"/>
                      </a:cubicBezTo>
                      <a:cubicBezTo>
                        <a:pt x="10795" y="0"/>
                        <a:pt x="5919" y="635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1" name="자유형 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jgAAJ0WAADJOAAAphYAAAAAAAAmAAAACAAAAP//////////"/>
                    </a:ext>
                  </a:extLst>
                </p:cNvSpPr>
                <p:nvPr/>
              </p:nvSpPr>
              <p:spPr>
                <a:xfrm>
                  <a:off x="9190990" y="3676015"/>
                  <a:ext cx="40005" cy="5715"/>
                </a:xfrm>
                <a:custGeom>
                  <a:avLst/>
                  <a:gdLst/>
                  <a:ahLst/>
                  <a:cxnLst/>
                  <a:rect l="0" t="0" r="40005" b="5715"/>
                  <a:pathLst>
                    <a:path w="40005" h="5715">
                      <a:moveTo>
                        <a:pt x="28260" y="4286"/>
                      </a:moveTo>
                      <a:cubicBezTo>
                        <a:pt x="33398" y="4762"/>
                        <a:pt x="31563" y="1905"/>
                        <a:pt x="34499" y="2857"/>
                      </a:cubicBezTo>
                      <a:cubicBezTo>
                        <a:pt x="40005" y="0"/>
                        <a:pt x="0" y="5715"/>
                        <a:pt x="28260" y="42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0" name="곡선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zkAALMWAAB3OQAAuBYAAAAAAAAmAAAACAAAAP//////////"/>
                    </a:ext>
                  </a:extLst>
                </p:cNvSpPr>
                <p:nvPr/>
              </p:nvSpPr>
              <p:spPr>
                <a:xfrm>
                  <a:off x="9331325" y="3689985"/>
                  <a:ext cx="10160" cy="3175"/>
                </a:xfrm>
                <a:custGeom>
                  <a:avLst/>
                  <a:gdLst/>
                  <a:ahLst/>
                  <a:cxnLst/>
                  <a:rect l="0" t="0" r="10160" b="3175"/>
                  <a:pathLst>
                    <a:path w="10160" h="3175">
                      <a:moveTo>
                        <a:pt x="10160" y="3175"/>
                      </a:moveTo>
                      <a:lnTo>
                        <a:pt x="6021" y="0"/>
                      </a:lnTo>
                      <a:lnTo>
                        <a:pt x="0" y="2540"/>
                      </a:lnTo>
                      <a:lnTo>
                        <a:pt x="10160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9" name="곡선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TgAALIWAAAROQAAtBYAAAAAAAAmAAAACAAAAP//////////"/>
                    </a:ext>
                  </a:extLst>
                </p:cNvSpPr>
                <p:nvPr/>
              </p:nvSpPr>
              <p:spPr>
                <a:xfrm>
                  <a:off x="9253855" y="3689350"/>
                  <a:ext cx="22860" cy="1270"/>
                </a:xfrm>
                <a:custGeom>
                  <a:avLst/>
                  <a:gdLst/>
                  <a:ahLst/>
                  <a:cxnLst/>
                  <a:rect l="0" t="0" r="22860" b="1270"/>
                  <a:pathLst>
                    <a:path w="22860" h="1270">
                      <a:moveTo>
                        <a:pt x="375" y="847"/>
                      </a:moveTo>
                      <a:lnTo>
                        <a:pt x="18363" y="1270"/>
                      </a:lnTo>
                      <a:cubicBezTo>
                        <a:pt x="17988" y="847"/>
                        <a:pt x="20237" y="847"/>
                        <a:pt x="22860" y="847"/>
                      </a:cubicBezTo>
                      <a:cubicBezTo>
                        <a:pt x="11992" y="423"/>
                        <a:pt x="0" y="0"/>
                        <a:pt x="375" y="8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8" name="자유형 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TkAALMWAAAnOQAAtBYAAAAAAAAmAAAACAAAAP//////////"/>
                    </a:ext>
                  </a:extLst>
                </p:cNvSpPr>
                <p:nvPr/>
              </p:nvSpPr>
              <p:spPr>
                <a:xfrm>
                  <a:off x="9276715" y="3689985"/>
                  <a:ext cx="13970" cy="635"/>
                </a:xfrm>
                <a:custGeom>
                  <a:avLst/>
                  <a:gdLst/>
                  <a:ahLst/>
                  <a:cxnLst/>
                  <a:rect l="0" t="0" r="13970" b="635"/>
                  <a:pathLst>
                    <a:path w="13970" h="635">
                      <a:moveTo>
                        <a:pt x="0" y="635"/>
                      </a:moveTo>
                      <a:cubicBezTo>
                        <a:pt x="5514" y="635"/>
                        <a:pt x="11029" y="635"/>
                        <a:pt x="13970" y="0"/>
                      </a:cubicBezTo>
                      <a:cubicBezTo>
                        <a:pt x="11029" y="0"/>
                        <a:pt x="4412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7" name="자유형 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TkAALgWAABROQAAuBYAAAAAAAAmAAAACAAAAP//////////"/>
                    </a:ext>
                  </a:extLst>
                </p:cNvSpPr>
                <p:nvPr/>
              </p:nvSpPr>
              <p:spPr>
                <a:xfrm>
                  <a:off x="9299575" y="3693160"/>
                  <a:ext cx="17780" cy="0"/>
                </a:xfrm>
                <a:custGeom>
                  <a:avLst/>
                  <a:gdLst/>
                  <a:ahLst/>
                  <a:cxnLst/>
                  <a:rect l="0" t="0" r="17780" b="0"/>
                  <a:pathLst>
                    <a:path w="17780">
                      <a:moveTo>
                        <a:pt x="17780" y="0"/>
                      </a:moveTo>
                      <a:lnTo>
                        <a:pt x="12484" y="0"/>
                      </a:lnTo>
                      <a:lnTo>
                        <a:pt x="0" y="0"/>
                      </a:lnTo>
                      <a:lnTo>
                        <a:pt x="17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6" name="자유형 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DcAALIWAADKNwAAthYAAAAAAAAmAAAACAAAAP//////////"/>
                    </a:ext>
                  </a:extLst>
                </p:cNvSpPr>
                <p:nvPr/>
              </p:nvSpPr>
              <p:spPr>
                <a:xfrm>
                  <a:off x="9044940" y="368935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1160" y="0"/>
                      </a:moveTo>
                      <a:lnTo>
                        <a:pt x="1856" y="635"/>
                      </a:lnTo>
                      <a:cubicBezTo>
                        <a:pt x="0" y="1905"/>
                        <a:pt x="5197" y="2540"/>
                        <a:pt x="12251" y="2540"/>
                      </a:cubicBezTo>
                      <a:cubicBezTo>
                        <a:pt x="16705" y="1270"/>
                        <a:pt x="24130" y="1270"/>
                        <a:pt x="21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5" name="자유형 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jgAALoWAAAhOAAAwBYAAAAAAAAmAAAACAAAAP//////////"/>
                    </a:ext>
                  </a:extLst>
                </p:cNvSpPr>
                <p:nvPr/>
              </p:nvSpPr>
              <p:spPr>
                <a:xfrm>
                  <a:off x="9114790" y="3694430"/>
                  <a:ext cx="9525" cy="3810"/>
                </a:xfrm>
                <a:custGeom>
                  <a:avLst/>
                  <a:gdLst/>
                  <a:ahLst/>
                  <a:cxnLst/>
                  <a:rect l="0" t="0" r="9525" b="3810"/>
                  <a:pathLst>
                    <a:path w="9525" h="3810">
                      <a:moveTo>
                        <a:pt x="9525" y="2177"/>
                      </a:moveTo>
                      <a:cubicBezTo>
                        <a:pt x="4191" y="1633"/>
                        <a:pt x="3810" y="1089"/>
                        <a:pt x="762" y="0"/>
                      </a:cubicBezTo>
                      <a:lnTo>
                        <a:pt x="0" y="3810"/>
                      </a:lnTo>
                      <a:lnTo>
                        <a:pt x="9525" y="21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4" name="자유형 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DcAAMAWAADkNwAAwhYAAAAAAAAmAAAACAAAAP//////////"/>
                    </a:ext>
                  </a:extLst>
                </p:cNvSpPr>
                <p:nvPr/>
              </p:nvSpPr>
              <p:spPr>
                <a:xfrm>
                  <a:off x="9039860" y="3698240"/>
                  <a:ext cx="45720" cy="1270"/>
                </a:xfrm>
                <a:custGeom>
                  <a:avLst/>
                  <a:gdLst/>
                  <a:ahLst/>
                  <a:cxnLst/>
                  <a:rect l="0" t="0" r="45720" b="1270"/>
                  <a:pathLst>
                    <a:path w="45720" h="1270">
                      <a:moveTo>
                        <a:pt x="27878" y="0"/>
                      </a:moveTo>
                      <a:cubicBezTo>
                        <a:pt x="26020" y="318"/>
                        <a:pt x="0" y="1270"/>
                        <a:pt x="24533" y="1270"/>
                      </a:cubicBezTo>
                      <a:cubicBezTo>
                        <a:pt x="26391" y="635"/>
                        <a:pt x="45720" y="318"/>
                        <a:pt x="27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3" name="자유형 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jYAALAWAAAINgAAuBYAAAAAAAAmAAAACAAAAP//////////"/>
                    </a:ext>
                  </a:extLst>
                </p:cNvSpPr>
                <p:nvPr/>
              </p:nvSpPr>
              <p:spPr>
                <a:xfrm>
                  <a:off x="8779510" y="3688080"/>
                  <a:ext cx="3810" cy="5080"/>
                </a:xfrm>
                <a:custGeom>
                  <a:avLst/>
                  <a:gdLst/>
                  <a:ahLst/>
                  <a:cxnLst/>
                  <a:rect l="0" t="0" r="3810" b="5080"/>
                  <a:pathLst>
                    <a:path w="3810" h="5080">
                      <a:moveTo>
                        <a:pt x="0" y="5080"/>
                      </a:moveTo>
                      <a:lnTo>
                        <a:pt x="3810" y="5080"/>
                      </a:lnTo>
                      <a:lnTo>
                        <a:pt x="3517" y="0"/>
                      </a:lnTo>
                      <a:lnTo>
                        <a:pt x="0" y="50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2" name="자유형 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zQAAMQWAACiNAAAzBYAAAAAAAAmAAAACAAAAP//////////"/>
                    </a:ext>
                  </a:extLst>
                </p:cNvSpPr>
                <p:nvPr/>
              </p:nvSpPr>
              <p:spPr>
                <a:xfrm>
                  <a:off x="8518525" y="3700780"/>
                  <a:ext cx="37465" cy="5080"/>
                </a:xfrm>
                <a:custGeom>
                  <a:avLst/>
                  <a:gdLst/>
                  <a:ahLst/>
                  <a:cxnLst/>
                  <a:rect l="0" t="0" r="37465" b="5080"/>
                  <a:pathLst>
                    <a:path w="37465" h="5080">
                      <a:moveTo>
                        <a:pt x="5935" y="4064"/>
                      </a:moveTo>
                      <a:cubicBezTo>
                        <a:pt x="28933" y="5080"/>
                        <a:pt x="11499" y="508"/>
                        <a:pt x="31900" y="2032"/>
                      </a:cubicBezTo>
                      <a:cubicBezTo>
                        <a:pt x="37465" y="1016"/>
                        <a:pt x="15208" y="1016"/>
                        <a:pt x="20772" y="0"/>
                      </a:cubicBezTo>
                      <a:cubicBezTo>
                        <a:pt x="7047" y="1016"/>
                        <a:pt x="0" y="508"/>
                        <a:pt x="5935" y="4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1" name="자유형 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DQAAMIWAACTNAAAxBYAAAAAAAAmAAAACAAAAP//////////"/>
                    </a:ext>
                  </a:extLst>
                </p:cNvSpPr>
                <p:nvPr/>
              </p:nvSpPr>
              <p:spPr>
                <a:xfrm>
                  <a:off x="8539480" y="369951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lnTo>
                        <a:pt x="6985" y="0"/>
                      </a:lnTo>
                      <a:cubicBezTo>
                        <a:pt x="2941" y="635"/>
                        <a:pt x="1102" y="635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0" name="곡선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CIAAJUWAADbIgAAmRYAAAAAAAAmAAAACAAAAP//////////"/>
                    </a:ext>
                  </a:extLst>
                </p:cNvSpPr>
                <p:nvPr/>
              </p:nvSpPr>
              <p:spPr>
                <a:xfrm>
                  <a:off x="5651500" y="3670935"/>
                  <a:ext cx="14605" cy="2540"/>
                </a:xfrm>
                <a:custGeom>
                  <a:avLst/>
                  <a:gdLst/>
                  <a:ahLst/>
                  <a:cxnLst/>
                  <a:rect l="0" t="0" r="14605" b="2540"/>
                  <a:pathLst>
                    <a:path w="14605" h="2540">
                      <a:moveTo>
                        <a:pt x="14605" y="1270"/>
                      </a:moveTo>
                      <a:lnTo>
                        <a:pt x="0" y="0"/>
                      </a:lnTo>
                      <a:lnTo>
                        <a:pt x="9362" y="2540"/>
                      </a:lnTo>
                      <a:lnTo>
                        <a:pt x="14605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9" name="곡선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CIAAJcWAACuIgAAnBYAAAAAAAAmAAAACAAAAP//////////"/>
                    </a:ext>
                  </a:extLst>
                </p:cNvSpPr>
                <p:nvPr/>
              </p:nvSpPr>
              <p:spPr>
                <a:xfrm>
                  <a:off x="5626100" y="3672205"/>
                  <a:ext cx="11430" cy="3175"/>
                </a:xfrm>
                <a:custGeom>
                  <a:avLst/>
                  <a:gdLst/>
                  <a:ahLst/>
                  <a:cxnLst/>
                  <a:rect l="0" t="0" r="11430" b="3175"/>
                  <a:pathLst>
                    <a:path w="11430" h="3175">
                      <a:moveTo>
                        <a:pt x="11430" y="3175"/>
                      </a:moveTo>
                      <a:lnTo>
                        <a:pt x="8215" y="0"/>
                      </a:lnTo>
                      <a:lnTo>
                        <a:pt x="0" y="2645"/>
                      </a:lnTo>
                      <a:cubicBezTo>
                        <a:pt x="2858" y="2645"/>
                        <a:pt x="9287" y="2645"/>
                        <a:pt x="1143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8" name="자유형 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C4AAMkWAAD4LgAAzBYAAAAAAAAmAAAACAAAAP//////////"/>
                    </a:ext>
                  </a:extLst>
                </p:cNvSpPr>
                <p:nvPr/>
              </p:nvSpPr>
              <p:spPr>
                <a:xfrm>
                  <a:off x="7622540" y="370395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1579" y="1905"/>
                      </a:moveTo>
                      <a:lnTo>
                        <a:pt x="12700" y="952"/>
                      </a:lnTo>
                      <a:cubicBezTo>
                        <a:pt x="10459" y="476"/>
                        <a:pt x="6724" y="476"/>
                        <a:pt x="0" y="0"/>
                      </a:cubicBezTo>
                      <a:lnTo>
                        <a:pt x="115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7" name="자유형 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S0AAMIWAADDLQAAxhYAAAAAAAAmAAAACAAAAP//////////"/>
                    </a:ext>
                  </a:extLst>
                </p:cNvSpPr>
                <p:nvPr/>
              </p:nvSpPr>
              <p:spPr>
                <a:xfrm>
                  <a:off x="7432675" y="3699510"/>
                  <a:ext cx="6350" cy="2540"/>
                </a:xfrm>
                <a:custGeom>
                  <a:avLst/>
                  <a:gdLst/>
                  <a:ahLst/>
                  <a:cxnLst/>
                  <a:rect l="0" t="0" r="6350" b="2540"/>
                  <a:pathLst>
                    <a:path w="6350" h="2540">
                      <a:moveTo>
                        <a:pt x="2988" y="2540"/>
                      </a:moveTo>
                      <a:lnTo>
                        <a:pt x="6350" y="2540"/>
                      </a:lnTo>
                      <a:lnTo>
                        <a:pt x="0" y="0"/>
                      </a:lnTo>
                      <a:lnTo>
                        <a:pt x="2988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6" name="곡선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SwAAMYWAADaLAAAzBYAAAAAAAAmAAAACAAAAP//////////"/>
                    </a:ext>
                  </a:extLst>
                </p:cNvSpPr>
                <p:nvPr/>
              </p:nvSpPr>
              <p:spPr>
                <a:xfrm>
                  <a:off x="7267575" y="370205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1864" y="3334"/>
                      </a:moveTo>
                      <a:cubicBezTo>
                        <a:pt x="8577" y="3810"/>
                        <a:pt x="16782" y="2858"/>
                        <a:pt x="23495" y="3334"/>
                      </a:cubicBezTo>
                      <a:cubicBezTo>
                        <a:pt x="8577" y="3810"/>
                        <a:pt x="0" y="0"/>
                        <a:pt x="1864" y="33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</p:grpSp>
        <p:grpSp>
          <p:nvGrpSpPr>
            <p:cNvPr id="3" name="그룹 615"/>
            <p:cNvGrp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FYAAAAfAAAAVAAAAAAAAAAAAAAAAAAAAAAAAAAAAAAAAAAAAAAAAAAAAAAAAAAAAAAAAAAAAAAAAAAAAAAAAAAAAAAAAAAAAAAAAAAAAAAAAAAAAAAAAAAAAAAAAAAAACEAAAAYAAAAFAAAAOgIAADeDAAAeSkAAC4mAAAAAAAAJgAAAAgAAAD/////AAAAAA=="/>
                </a:ext>
              </a:extLst>
            </p:cNvGrpSpPr>
            <p:nvPr/>
          </p:nvGrpSpPr>
          <p:grpSpPr>
            <a:xfrm rot="10800000">
              <a:off x="1447800" y="2091690"/>
              <a:ext cx="5293995" cy="4114800"/>
              <a:chOff x="1447800" y="2091690"/>
              <a:chExt cx="5293995" cy="4114800"/>
            </a:xfrm>
          </p:grpSpPr>
          <p:grpSp>
            <p:nvGrpSpPr>
              <p:cNvPr id="79" name="그룹 616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MQqpgEfAAAAVAAAAAAAAAAAAAAAAAAAAAAAAAAAAAAAAAAAAAAAAAAAAAAAAAAAAAAAAAAAAAAAAAAAAAAAAAAAAAAAAAAAAAAAAAAAAAAAAAAAAAAAAAAAAAAAAAAAACEAAAAYAAAAFAAAAOgIAAAADQAAeSkAAFYNAAAAAAAAJgAAAAgAAAD/////AAAAAA=="/>
                  </a:ext>
                </a:extLst>
              </p:cNvGrpSpPr>
              <p:nvPr/>
            </p:nvGrpSpPr>
            <p:grpSpPr>
              <a:xfrm flipH="1">
                <a:off x="1447800" y="2113280"/>
                <a:ext cx="5293995" cy="54610"/>
                <a:chOff x="1447800" y="2113280"/>
                <a:chExt cx="5293995" cy="54610"/>
              </a:xfrm>
            </p:grpSpPr>
            <p:sp>
              <p:nvSpPr>
                <p:cNvPr id="153" name="자유형 69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ykAAA8NAAB5KQAAFg0AAAAAAAAmAAAACAAAAP//////////"/>
                    </a:ext>
                  </a:extLst>
                </p:cNvSpPr>
                <p:nvPr/>
              </p:nvSpPr>
              <p:spPr>
                <a:xfrm>
                  <a:off x="6710045" y="2122805"/>
                  <a:ext cx="31750" cy="4445"/>
                </a:xfrm>
                <a:custGeom>
                  <a:avLst/>
                  <a:gdLst/>
                  <a:ahLst/>
                  <a:cxnLst/>
                  <a:rect l="0" t="0" r="31750" b="4445"/>
                  <a:pathLst>
                    <a:path w="31750" h="4445">
                      <a:moveTo>
                        <a:pt x="14216" y="4445"/>
                      </a:moveTo>
                      <a:lnTo>
                        <a:pt x="31750" y="2222"/>
                      </a:lnTo>
                      <a:cubicBezTo>
                        <a:pt x="28433" y="1481"/>
                        <a:pt x="12321" y="740"/>
                        <a:pt x="18481" y="0"/>
                      </a:cubicBezTo>
                      <a:cubicBezTo>
                        <a:pt x="0" y="740"/>
                        <a:pt x="3791" y="2222"/>
                        <a:pt x="14216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2" name="자유형 69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ikAABkNAABRKQAAGg0AAAAAAAAmAAAACAAAAP//////////"/>
                    </a:ext>
                  </a:extLst>
                </p:cNvSpPr>
                <p:nvPr/>
              </p:nvSpPr>
              <p:spPr>
                <a:xfrm>
                  <a:off x="6706870" y="2129155"/>
                  <a:ext cx="9525" cy="635"/>
                </a:xfrm>
                <a:custGeom>
                  <a:avLst/>
                  <a:gdLst/>
                  <a:ahLst/>
                  <a:cxnLst/>
                  <a:rect l="0" t="0" r="9525" b="635"/>
                  <a:pathLst>
                    <a:path w="9525" h="635">
                      <a:moveTo>
                        <a:pt x="0" y="635"/>
                      </a:moveTo>
                      <a:lnTo>
                        <a:pt x="9525" y="317"/>
                      </a:lnTo>
                      <a:cubicBezTo>
                        <a:pt x="7620" y="0"/>
                        <a:pt x="5238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1" name="자유형 69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SkAABcNAABwKQAAHw0AAAAAAAAmAAAACAAAAP//////////"/>
                    </a:ext>
                  </a:extLst>
                </p:cNvSpPr>
                <p:nvPr/>
              </p:nvSpPr>
              <p:spPr>
                <a:xfrm>
                  <a:off x="6716395" y="2127885"/>
                  <a:ext cx="19685" cy="5080"/>
                </a:xfrm>
                <a:custGeom>
                  <a:avLst/>
                  <a:gdLst/>
                  <a:ahLst/>
                  <a:cxnLst/>
                  <a:rect l="0" t="0" r="19685" b="5080"/>
                  <a:pathLst>
                    <a:path w="19685" h="5080">
                      <a:moveTo>
                        <a:pt x="19685" y="0"/>
                      </a:moveTo>
                      <a:lnTo>
                        <a:pt x="0" y="1693"/>
                      </a:lnTo>
                      <a:cubicBezTo>
                        <a:pt x="2400" y="2540"/>
                        <a:pt x="2880" y="5080"/>
                        <a:pt x="9122" y="847"/>
                      </a:cubicBezTo>
                      <a:cubicBezTo>
                        <a:pt x="7201" y="2540"/>
                        <a:pt x="11042" y="847"/>
                        <a:pt x="196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0" name="자유형 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CgAABENAADNKAAAFw0AAAAAAAAmAAAACAAAAP//////////"/>
                    </a:ext>
                  </a:extLst>
                </p:cNvSpPr>
                <p:nvPr/>
              </p:nvSpPr>
              <p:spPr>
                <a:xfrm>
                  <a:off x="6611620" y="2124075"/>
                  <a:ext cx="20955" cy="3810"/>
                </a:xfrm>
                <a:custGeom>
                  <a:avLst/>
                  <a:gdLst/>
                  <a:ahLst/>
                  <a:cxnLst/>
                  <a:rect l="0" t="0" r="20955" b="3810"/>
                  <a:pathLst>
                    <a:path w="20955" h="3810">
                      <a:moveTo>
                        <a:pt x="931" y="0"/>
                      </a:moveTo>
                      <a:cubicBezTo>
                        <a:pt x="0" y="635"/>
                        <a:pt x="6985" y="2540"/>
                        <a:pt x="8382" y="3810"/>
                      </a:cubicBezTo>
                      <a:lnTo>
                        <a:pt x="20955" y="2540"/>
                      </a:lnTo>
                      <a:cubicBezTo>
                        <a:pt x="14435" y="1905"/>
                        <a:pt x="1862" y="1270"/>
                        <a:pt x="9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9" name="곡선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igAABcNAAC7KAAAGg0AAAAAAAAmAAAACAAAAP//////////"/>
                    </a:ext>
                  </a:extLst>
                </p:cNvSpPr>
                <p:nvPr/>
              </p:nvSpPr>
              <p:spPr>
                <a:xfrm>
                  <a:off x="6600190" y="2127885"/>
                  <a:ext cx="20955" cy="1905"/>
                </a:xfrm>
                <a:custGeom>
                  <a:avLst/>
                  <a:gdLst/>
                  <a:ahLst/>
                  <a:cxnLst/>
                  <a:rect l="0" t="0" r="20955" b="1905"/>
                  <a:pathLst>
                    <a:path w="20955" h="1905">
                      <a:moveTo>
                        <a:pt x="20002" y="0"/>
                      </a:moveTo>
                      <a:lnTo>
                        <a:pt x="0" y="1905"/>
                      </a:lnTo>
                      <a:cubicBezTo>
                        <a:pt x="17621" y="1905"/>
                        <a:pt x="20955" y="1270"/>
                        <a:pt x="2000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8" name="자유형 1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ykAAB8NAABwKQAAJA0AAAAAAAAmAAAACAAAAP//////////"/>
                    </a:ext>
                  </a:extLst>
                </p:cNvSpPr>
                <p:nvPr/>
              </p:nvSpPr>
              <p:spPr>
                <a:xfrm>
                  <a:off x="6697345" y="2132965"/>
                  <a:ext cx="38735" cy="3175"/>
                </a:xfrm>
                <a:custGeom>
                  <a:avLst/>
                  <a:gdLst/>
                  <a:ahLst/>
                  <a:cxnLst/>
                  <a:rect l="0" t="0" r="38735" b="3175"/>
                  <a:pathLst>
                    <a:path w="38735" h="3175">
                      <a:moveTo>
                        <a:pt x="6613" y="3175"/>
                      </a:moveTo>
                      <a:lnTo>
                        <a:pt x="38735" y="0"/>
                      </a:lnTo>
                      <a:lnTo>
                        <a:pt x="0" y="3175"/>
                      </a:lnTo>
                      <a:lnTo>
                        <a:pt x="661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7" name="자유형 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CgAAAwNAABHKAAAEg0AAAAAAAAmAAAACAAAAP//////////"/>
                    </a:ext>
                  </a:extLst>
                </p:cNvSpPr>
                <p:nvPr/>
              </p:nvSpPr>
              <p:spPr>
                <a:xfrm>
                  <a:off x="6527800" y="2120900"/>
                  <a:ext cx="19685" cy="3810"/>
                </a:xfrm>
                <a:custGeom>
                  <a:avLst/>
                  <a:gdLst/>
                  <a:ahLst/>
                  <a:cxnLst/>
                  <a:rect l="0" t="0" r="19685" b="3810"/>
                  <a:pathLst>
                    <a:path w="19685" h="3810">
                      <a:moveTo>
                        <a:pt x="8905" y="3048"/>
                      </a:moveTo>
                      <a:lnTo>
                        <a:pt x="19685" y="0"/>
                      </a:lnTo>
                      <a:lnTo>
                        <a:pt x="0" y="3810"/>
                      </a:lnTo>
                      <a:lnTo>
                        <a:pt x="8905" y="30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6" name="자유형 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ycAAAoNAAD0JwAAEQ0AAAAAAAAmAAAACAAAAP//////////"/>
                    </a:ext>
                  </a:extLst>
                </p:cNvSpPr>
                <p:nvPr/>
              </p:nvSpPr>
              <p:spPr>
                <a:xfrm>
                  <a:off x="6448425" y="2119630"/>
                  <a:ext cx="46355" cy="4445"/>
                </a:xfrm>
                <a:custGeom>
                  <a:avLst/>
                  <a:gdLst/>
                  <a:ahLst/>
                  <a:cxnLst/>
                  <a:rect l="0" t="0" r="46355" b="4445"/>
                  <a:pathLst>
                    <a:path w="46355" h="4445">
                      <a:moveTo>
                        <a:pt x="38313" y="4445"/>
                      </a:moveTo>
                      <a:cubicBezTo>
                        <a:pt x="46355" y="2222"/>
                        <a:pt x="26961" y="740"/>
                        <a:pt x="35475" y="0"/>
                      </a:cubicBezTo>
                      <a:cubicBezTo>
                        <a:pt x="22231" y="0"/>
                        <a:pt x="10406" y="1481"/>
                        <a:pt x="0" y="3704"/>
                      </a:cubicBezTo>
                      <a:cubicBezTo>
                        <a:pt x="11352" y="2222"/>
                        <a:pt x="23177" y="2963"/>
                        <a:pt x="38313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5" name="곡선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ycAAA8NAACrJwAAFA0AAAAAAAAmAAAACAAAAP//////////"/>
                    </a:ext>
                  </a:extLst>
                </p:cNvSpPr>
                <p:nvPr/>
              </p:nvSpPr>
              <p:spPr>
                <a:xfrm>
                  <a:off x="6430645" y="212280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0" y="3175"/>
                      </a:moveTo>
                      <a:cubicBezTo>
                        <a:pt x="5433" y="2116"/>
                        <a:pt x="11359" y="1058"/>
                        <a:pt x="17780" y="0"/>
                      </a:cubicBezTo>
                      <a:cubicBezTo>
                        <a:pt x="11853" y="0"/>
                        <a:pt x="5927" y="1058"/>
                        <a:pt x="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4" name="자유형 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CgAABQNAABkKAAAGg0AAAAAAAAmAAAACAAAAP//////////"/>
                    </a:ext>
                  </a:extLst>
                </p:cNvSpPr>
                <p:nvPr/>
              </p:nvSpPr>
              <p:spPr>
                <a:xfrm>
                  <a:off x="6550660" y="2125980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cubicBezTo>
                        <a:pt x="13811" y="3048"/>
                        <a:pt x="10954" y="762"/>
                        <a:pt x="0" y="0"/>
                      </a:cubicBezTo>
                      <a:lnTo>
                        <a:pt x="7620" y="3810"/>
                      </a:lnTo>
                      <a:lnTo>
                        <a:pt x="15240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3" name="곡선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SgAABkNAABZKAAAGg0AAAAAAAAmAAAACAAAAP//////////"/>
                    </a:ext>
                  </a:extLst>
                </p:cNvSpPr>
                <p:nvPr/>
              </p:nvSpPr>
              <p:spPr>
                <a:xfrm>
                  <a:off x="6541135" y="2129155"/>
                  <a:ext cx="17780" cy="635"/>
                </a:xfrm>
                <a:custGeom>
                  <a:avLst/>
                  <a:gdLst/>
                  <a:ahLst/>
                  <a:cxnLst/>
                  <a:rect l="0" t="0" r="17780" b="635"/>
                  <a:pathLst>
                    <a:path w="17780" h="635">
                      <a:moveTo>
                        <a:pt x="17780" y="635"/>
                      </a:moveTo>
                      <a:lnTo>
                        <a:pt x="17286" y="635"/>
                      </a:lnTo>
                      <a:lnTo>
                        <a:pt x="0" y="0"/>
                      </a:lnTo>
                      <a:lnTo>
                        <a:pt x="17780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2" name="자유형 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CgAABoNAABoKAAAGg0AAAAAAAAmAAAACAAAAP//////////"/>
                    </a:ext>
                  </a:extLst>
                </p:cNvSpPr>
                <p:nvPr/>
              </p:nvSpPr>
              <p:spPr>
                <a:xfrm>
                  <a:off x="6565900" y="212979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2540" y="0"/>
                      </a:moveTo>
                      <a:lnTo>
                        <a:pt x="0" y="0"/>
                      </a:lnTo>
                      <a:cubicBezTo>
                        <a:pt x="1016" y="0"/>
                        <a:pt x="1524" y="0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1" name="곡선1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ygAAB8NAADsKAAAKw0AAAAAAAAmAAAACAAAAP//////////"/>
                    </a:ext>
                  </a:extLst>
                </p:cNvSpPr>
                <p:nvPr/>
              </p:nvSpPr>
              <p:spPr>
                <a:xfrm>
                  <a:off x="6616065" y="2132965"/>
                  <a:ext cx="36195" cy="7620"/>
                </a:xfrm>
                <a:custGeom>
                  <a:avLst/>
                  <a:gdLst/>
                  <a:ahLst/>
                  <a:cxnLst/>
                  <a:rect l="0" t="0" r="36195" b="7620"/>
                  <a:pathLst>
                    <a:path w="36195" h="7620">
                      <a:moveTo>
                        <a:pt x="36195" y="0"/>
                      </a:moveTo>
                      <a:cubicBezTo>
                        <a:pt x="24612" y="2540"/>
                        <a:pt x="0" y="4233"/>
                        <a:pt x="23647" y="7620"/>
                      </a:cubicBezTo>
                      <a:cubicBezTo>
                        <a:pt x="31851" y="5080"/>
                        <a:pt x="18338" y="3387"/>
                        <a:pt x="36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0" name="자유형 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ygAABwNAACaKAAAIQ0AAAAAAAAmAAAACAAAAP//////////"/>
                    </a:ext>
                  </a:extLst>
                </p:cNvSpPr>
                <p:nvPr/>
              </p:nvSpPr>
              <p:spPr>
                <a:xfrm>
                  <a:off x="6577965" y="2131060"/>
                  <a:ext cx="22225" cy="3175"/>
                </a:xfrm>
                <a:custGeom>
                  <a:avLst/>
                  <a:gdLst/>
                  <a:ahLst/>
                  <a:cxnLst/>
                  <a:rect l="0" t="0" r="22225" b="3175"/>
                  <a:pathLst>
                    <a:path w="22225" h="3175">
                      <a:moveTo>
                        <a:pt x="0" y="2381"/>
                      </a:moveTo>
                      <a:lnTo>
                        <a:pt x="20806" y="3175"/>
                      </a:lnTo>
                      <a:cubicBezTo>
                        <a:pt x="20333" y="2381"/>
                        <a:pt x="16550" y="793"/>
                        <a:pt x="22225" y="0"/>
                      </a:cubicBez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9" name="자유형 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ygAAB8NAAB3KAAAIw0AAAAAAAAmAAAACAAAAP//////////"/>
                    </a:ext>
                  </a:extLst>
                </p:cNvSpPr>
                <p:nvPr/>
              </p:nvSpPr>
              <p:spPr>
                <a:xfrm>
                  <a:off x="6567805" y="2132965"/>
                  <a:ext cx="10160" cy="2540"/>
                </a:xfrm>
                <a:custGeom>
                  <a:avLst/>
                  <a:gdLst/>
                  <a:ahLst/>
                  <a:cxnLst/>
                  <a:rect l="0" t="0" r="10160" b="2540"/>
                  <a:pathLst>
                    <a:path w="10160" h="2540">
                      <a:moveTo>
                        <a:pt x="0" y="2540"/>
                      </a:moveTo>
                      <a:lnTo>
                        <a:pt x="10160" y="0"/>
                      </a:lnTo>
                      <a:lnTo>
                        <a:pt x="2309" y="0"/>
                      </a:lnTo>
                      <a:lnTo>
                        <a:pt x="0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8" name="곡선1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CcAABcNAADcJwAAHA0AAAAAAAAmAAAACAAAAP//////////"/>
                    </a:ext>
                  </a:extLst>
                </p:cNvSpPr>
                <p:nvPr/>
              </p:nvSpPr>
              <p:spPr>
                <a:xfrm>
                  <a:off x="6436360" y="2127885"/>
                  <a:ext cx="43180" cy="3175"/>
                </a:xfrm>
                <a:custGeom>
                  <a:avLst/>
                  <a:gdLst/>
                  <a:ahLst/>
                  <a:cxnLst/>
                  <a:rect l="0" t="0" r="43180" b="3175"/>
                  <a:pathLst>
                    <a:path w="43180" h="3175">
                      <a:moveTo>
                        <a:pt x="30226" y="0"/>
                      </a:moveTo>
                      <a:cubicBezTo>
                        <a:pt x="21110" y="1587"/>
                        <a:pt x="11035" y="1587"/>
                        <a:pt x="0" y="1587"/>
                      </a:cubicBezTo>
                      <a:cubicBezTo>
                        <a:pt x="11994" y="2381"/>
                        <a:pt x="24469" y="3175"/>
                        <a:pt x="36463" y="3175"/>
                      </a:cubicBezTo>
                      <a:cubicBezTo>
                        <a:pt x="37902" y="1587"/>
                        <a:pt x="43180" y="0"/>
                        <a:pt x="302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7" name="자유형 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igAABkNAAAOKAAAGg0AAAAAAAAmAAAACAAAAP//////////"/>
                    </a:ext>
                  </a:extLst>
                </p:cNvSpPr>
                <p:nvPr/>
              </p:nvSpPr>
              <p:spPr>
                <a:xfrm>
                  <a:off x="6508750" y="2129155"/>
                  <a:ext cx="2540" cy="635"/>
                </a:xfrm>
                <a:custGeom>
                  <a:avLst/>
                  <a:gdLst/>
                  <a:ahLst/>
                  <a:cxnLst/>
                  <a:rect l="0" t="0" r="2540" b="635"/>
                  <a:pathLst>
                    <a:path w="2540" h="635">
                      <a:moveTo>
                        <a:pt x="2540" y="0"/>
                      </a:moveTo>
                      <a:lnTo>
                        <a:pt x="0" y="635"/>
                      </a:lnTo>
                      <a:cubicBezTo>
                        <a:pt x="1524" y="635"/>
                        <a:pt x="2540" y="635"/>
                        <a:pt x="25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6" name="곡선1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iYAABoNAADuJgAAGg0AAAAAAAAmAAAACAAAAP//////////"/>
                    </a:ext>
                  </a:extLst>
                </p:cNvSpPr>
                <p:nvPr/>
              </p:nvSpPr>
              <p:spPr>
                <a:xfrm>
                  <a:off x="6325870" y="2129790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0" y="0"/>
                      </a:moveTo>
                      <a:lnTo>
                        <a:pt x="2032" y="0"/>
                      </a:lnTo>
                      <a:cubicBezTo>
                        <a:pt x="2032" y="0"/>
                        <a:pt x="2032" y="0"/>
                        <a:pt x="254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5" name="곡선1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ScAABoNAAD0JwAAHg0AAAAAAAAmAAAACAAAAP//////////"/>
                    </a:ext>
                  </a:extLst>
                </p:cNvSpPr>
                <p:nvPr/>
              </p:nvSpPr>
              <p:spPr>
                <a:xfrm>
                  <a:off x="6472555" y="2129790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2837" y="2540"/>
                      </a:moveTo>
                      <a:cubicBezTo>
                        <a:pt x="11821" y="2540"/>
                        <a:pt x="17023" y="1270"/>
                        <a:pt x="22225" y="0"/>
                      </a:cubicBezTo>
                      <a:cubicBezTo>
                        <a:pt x="15604" y="0"/>
                        <a:pt x="8511" y="1270"/>
                        <a:pt x="945" y="1270"/>
                      </a:cubicBezTo>
                      <a:cubicBezTo>
                        <a:pt x="0" y="1270"/>
                        <a:pt x="0" y="2540"/>
                        <a:pt x="2837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4" name="자유형 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ycAABQNAAB4JwAAFw0AAAAAAAAmAAAACAAAAP//////////"/>
                    </a:ext>
                  </a:extLst>
                </p:cNvSpPr>
                <p:nvPr/>
              </p:nvSpPr>
              <p:spPr>
                <a:xfrm>
                  <a:off x="6400165" y="2125980"/>
                  <a:ext cx="15875" cy="1905"/>
                </a:xfrm>
                <a:custGeom>
                  <a:avLst/>
                  <a:gdLst/>
                  <a:ahLst/>
                  <a:cxnLst/>
                  <a:rect l="0" t="0" r="15875" b="1905"/>
                  <a:pathLst>
                    <a:path w="15875" h="1905">
                      <a:moveTo>
                        <a:pt x="0" y="635"/>
                      </a:moveTo>
                      <a:cubicBezTo>
                        <a:pt x="4810" y="1270"/>
                        <a:pt x="10102" y="1905"/>
                        <a:pt x="15875" y="1905"/>
                      </a:cubicBezTo>
                      <a:cubicBezTo>
                        <a:pt x="11064" y="1270"/>
                        <a:pt x="1443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3" name="자유형 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CgAABcNAAAJKAAAFw0AAAAAAAAmAAAACAAAAP//////////"/>
                    </a:ext>
                  </a:extLst>
                </p:cNvSpPr>
                <p:nvPr/>
              </p:nvSpPr>
              <p:spPr>
                <a:xfrm>
                  <a:off x="6504940" y="2127885"/>
                  <a:ext cx="3175" cy="0"/>
                </a:xfrm>
                <a:custGeom>
                  <a:avLst/>
                  <a:gdLst/>
                  <a:ahLst/>
                  <a:cxnLst/>
                  <a:rect l="0" t="0" r="3175" b="0"/>
                  <a:pathLst>
                    <a:path w="3175">
                      <a:moveTo>
                        <a:pt x="1587" y="0"/>
                      </a:moveTo>
                      <a:lnTo>
                        <a:pt x="3175" y="0"/>
                      </a:lnTo>
                      <a:cubicBezTo>
                        <a:pt x="0" y="0"/>
                        <a:pt x="0" y="0"/>
                        <a:pt x="15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2" name="자유형 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CcAABcNAAAKKAAAGg0AAAAAAAAmAAAACAAAAP//////////"/>
                    </a:ext>
                  </a:extLst>
                </p:cNvSpPr>
                <p:nvPr/>
              </p:nvSpPr>
              <p:spPr>
                <a:xfrm>
                  <a:off x="6494780" y="212788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11266" y="0"/>
                      </a:moveTo>
                      <a:cubicBezTo>
                        <a:pt x="6760" y="635"/>
                        <a:pt x="3605" y="1270"/>
                        <a:pt x="0" y="1905"/>
                      </a:cubicBezTo>
                      <a:cubicBezTo>
                        <a:pt x="4957" y="1905"/>
                        <a:pt x="9914" y="1270"/>
                        <a:pt x="13970" y="1270"/>
                      </a:cubicBezTo>
                      <a:cubicBezTo>
                        <a:pt x="13069" y="635"/>
                        <a:pt x="12167" y="635"/>
                        <a:pt x="112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1" name="곡선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CYAABoNAAAdJwAAOg0AAAAAAAAmAAAACAAAAP//////////"/>
                    </a:ext>
                  </a:extLst>
                </p:cNvSpPr>
                <p:nvPr/>
              </p:nvSpPr>
              <p:spPr>
                <a:xfrm>
                  <a:off x="6263640" y="2129790"/>
                  <a:ext cx="94615" cy="20320"/>
                </a:xfrm>
                <a:custGeom>
                  <a:avLst/>
                  <a:gdLst/>
                  <a:ahLst/>
                  <a:cxnLst/>
                  <a:rect l="0" t="0" r="94615" b="20320"/>
                  <a:pathLst>
                    <a:path w="94615" h="20320">
                      <a:moveTo>
                        <a:pt x="28671" y="20320"/>
                      </a:moveTo>
                      <a:cubicBezTo>
                        <a:pt x="30104" y="17310"/>
                        <a:pt x="53997" y="14299"/>
                        <a:pt x="74545" y="18062"/>
                      </a:cubicBezTo>
                      <a:cubicBezTo>
                        <a:pt x="94615" y="15804"/>
                        <a:pt x="81712" y="5268"/>
                        <a:pt x="64032" y="0"/>
                      </a:cubicBezTo>
                      <a:cubicBezTo>
                        <a:pt x="63554" y="1505"/>
                        <a:pt x="63554" y="2258"/>
                        <a:pt x="42528" y="4516"/>
                      </a:cubicBezTo>
                      <a:cubicBezTo>
                        <a:pt x="49696" y="6021"/>
                        <a:pt x="88880" y="8279"/>
                        <a:pt x="71200" y="10536"/>
                      </a:cubicBezTo>
                      <a:cubicBezTo>
                        <a:pt x="43484" y="12041"/>
                        <a:pt x="48741" y="9784"/>
                        <a:pt x="35361" y="8279"/>
                      </a:cubicBezTo>
                      <a:cubicBezTo>
                        <a:pt x="46351" y="12041"/>
                        <a:pt x="0" y="13547"/>
                        <a:pt x="6212" y="18815"/>
                      </a:cubicBezTo>
                      <a:lnTo>
                        <a:pt x="30104" y="17310"/>
                      </a:lnTo>
                      <a:cubicBezTo>
                        <a:pt x="30582" y="18062"/>
                        <a:pt x="21981" y="19567"/>
                        <a:pt x="28671" y="20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0" name="자유형 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iYAABQNAAA5JwAAGg0AAAAAAAAmAAAACAAAAP//////////"/>
                    </a:ext>
                  </a:extLst>
                </p:cNvSpPr>
                <p:nvPr/>
              </p:nvSpPr>
              <p:spPr>
                <a:xfrm>
                  <a:off x="6328410" y="2125980"/>
                  <a:ext cx="47625" cy="3810"/>
                </a:xfrm>
                <a:custGeom>
                  <a:avLst/>
                  <a:gdLst/>
                  <a:ahLst/>
                  <a:cxnLst/>
                  <a:rect l="0" t="0" r="47625" b="3810"/>
                  <a:pathLst>
                    <a:path w="47625" h="3810">
                      <a:moveTo>
                        <a:pt x="39052" y="3810"/>
                      </a:moveTo>
                      <a:lnTo>
                        <a:pt x="47625" y="3810"/>
                      </a:lnTo>
                      <a:cubicBezTo>
                        <a:pt x="37623" y="3175"/>
                        <a:pt x="30956" y="2540"/>
                        <a:pt x="18097" y="0"/>
                      </a:cubicBezTo>
                      <a:cubicBezTo>
                        <a:pt x="3810" y="1270"/>
                        <a:pt x="952" y="2540"/>
                        <a:pt x="0" y="3175"/>
                      </a:cubicBezTo>
                      <a:lnTo>
                        <a:pt x="41910" y="3810"/>
                      </a:lnTo>
                      <a:lnTo>
                        <a:pt x="39052" y="38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9" name="곡선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ScAABcNAACjJwAAKA0AAAAAAAAmAAAACAAAAP//////////"/>
                    </a:ext>
                  </a:extLst>
                </p:cNvSpPr>
                <p:nvPr/>
              </p:nvSpPr>
              <p:spPr>
                <a:xfrm>
                  <a:off x="6376035" y="2127885"/>
                  <a:ext cx="67310" cy="10795"/>
                </a:xfrm>
                <a:custGeom>
                  <a:avLst/>
                  <a:gdLst/>
                  <a:ahLst/>
                  <a:cxnLst/>
                  <a:rect l="0" t="0" r="67310" b="10795"/>
                  <a:pathLst>
                    <a:path w="67310" h="10795">
                      <a:moveTo>
                        <a:pt x="37921" y="2313"/>
                      </a:moveTo>
                      <a:cubicBezTo>
                        <a:pt x="31285" y="5397"/>
                        <a:pt x="10902" y="6939"/>
                        <a:pt x="23227" y="10795"/>
                      </a:cubicBezTo>
                      <a:cubicBezTo>
                        <a:pt x="48349" y="10795"/>
                        <a:pt x="40765" y="7710"/>
                        <a:pt x="55934" y="6168"/>
                      </a:cubicBezTo>
                      <a:cubicBezTo>
                        <a:pt x="15642" y="6939"/>
                        <a:pt x="67310" y="4626"/>
                        <a:pt x="38395" y="2313"/>
                      </a:cubicBezTo>
                      <a:cubicBezTo>
                        <a:pt x="45979" y="2313"/>
                        <a:pt x="53090" y="1542"/>
                        <a:pt x="60200" y="1542"/>
                      </a:cubicBezTo>
                      <a:cubicBezTo>
                        <a:pt x="52616" y="1542"/>
                        <a:pt x="45979" y="771"/>
                        <a:pt x="39343" y="0"/>
                      </a:cubicBezTo>
                      <a:lnTo>
                        <a:pt x="40291" y="771"/>
                      </a:lnTo>
                      <a:cubicBezTo>
                        <a:pt x="40291" y="771"/>
                        <a:pt x="40291" y="771"/>
                        <a:pt x="40291" y="771"/>
                      </a:cubicBezTo>
                      <a:cubicBezTo>
                        <a:pt x="42187" y="771"/>
                        <a:pt x="42661" y="771"/>
                        <a:pt x="40765" y="771"/>
                      </a:cubicBezTo>
                      <a:lnTo>
                        <a:pt x="39817" y="771"/>
                      </a:lnTo>
                      <a:cubicBezTo>
                        <a:pt x="39343" y="1542"/>
                        <a:pt x="38869" y="1542"/>
                        <a:pt x="37921" y="2313"/>
                      </a:cubicBezTo>
                      <a:cubicBezTo>
                        <a:pt x="26545" y="1542"/>
                        <a:pt x="36025" y="1542"/>
                        <a:pt x="39817" y="771"/>
                      </a:cubicBezTo>
                      <a:cubicBezTo>
                        <a:pt x="39817" y="771"/>
                        <a:pt x="40291" y="771"/>
                        <a:pt x="40291" y="771"/>
                      </a:cubicBezTo>
                      <a:lnTo>
                        <a:pt x="0" y="2313"/>
                      </a:lnTo>
                      <a:cubicBezTo>
                        <a:pt x="8532" y="2313"/>
                        <a:pt x="18961" y="2313"/>
                        <a:pt x="37921" y="23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8" name="자유형 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igAADMNAAC2KAAANQ0AAAAAAAAmAAAACAAAAP//////////"/>
                    </a:ext>
                  </a:extLst>
                </p:cNvSpPr>
                <p:nvPr/>
              </p:nvSpPr>
              <p:spPr>
                <a:xfrm>
                  <a:off x="6612890" y="2145665"/>
                  <a:ext cx="5080" cy="1270"/>
                </a:xfrm>
                <a:custGeom>
                  <a:avLst/>
                  <a:gdLst/>
                  <a:ahLst/>
                  <a:cxnLst/>
                  <a:rect l="0" t="0" r="5080" b="1270"/>
                  <a:pathLst>
                    <a:path w="5080" h="1270">
                      <a:moveTo>
                        <a:pt x="5080" y="1270"/>
                      </a:moveTo>
                      <a:cubicBezTo>
                        <a:pt x="3695" y="1270"/>
                        <a:pt x="3695" y="1270"/>
                        <a:pt x="3695" y="0"/>
                      </a:cubicBezTo>
                      <a:cubicBezTo>
                        <a:pt x="924" y="1270"/>
                        <a:pt x="0" y="1270"/>
                        <a:pt x="508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7" name="자유형 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ygAACYNAADUKAAAMw0AAAAAAAAmAAAACAAAAP//////////"/>
                    </a:ext>
                  </a:extLst>
                </p:cNvSpPr>
                <p:nvPr/>
              </p:nvSpPr>
              <p:spPr>
                <a:xfrm>
                  <a:off x="6577965" y="2137410"/>
                  <a:ext cx="59055" cy="8255"/>
                </a:xfrm>
                <a:custGeom>
                  <a:avLst/>
                  <a:gdLst/>
                  <a:ahLst/>
                  <a:cxnLst/>
                  <a:rect l="0" t="0" r="59055" b="8255"/>
                  <a:pathLst>
                    <a:path w="59055" h="8255">
                      <a:moveTo>
                        <a:pt x="23234" y="7567"/>
                      </a:moveTo>
                      <a:cubicBezTo>
                        <a:pt x="26139" y="6879"/>
                        <a:pt x="28559" y="5503"/>
                        <a:pt x="38240" y="6191"/>
                      </a:cubicBezTo>
                      <a:cubicBezTo>
                        <a:pt x="46469" y="6879"/>
                        <a:pt x="38240" y="7567"/>
                        <a:pt x="38724" y="8255"/>
                      </a:cubicBezTo>
                      <a:cubicBezTo>
                        <a:pt x="44533" y="7567"/>
                        <a:pt x="59055" y="6191"/>
                        <a:pt x="40660" y="4815"/>
                      </a:cubicBezTo>
                      <a:lnTo>
                        <a:pt x="37756" y="5503"/>
                      </a:lnTo>
                      <a:cubicBezTo>
                        <a:pt x="21298" y="4127"/>
                        <a:pt x="0" y="687"/>
                        <a:pt x="2904" y="0"/>
                      </a:cubicBezTo>
                      <a:cubicBezTo>
                        <a:pt x="7744" y="2751"/>
                        <a:pt x="12101" y="4815"/>
                        <a:pt x="23234" y="75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6" name="자유형 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icAACgNAAAJKAAALg0AAAAAAAAmAAAACAAAAP//////////"/>
                    </a:ext>
                  </a:extLst>
                </p:cNvSpPr>
                <p:nvPr/>
              </p:nvSpPr>
              <p:spPr>
                <a:xfrm>
                  <a:off x="6473190" y="2138680"/>
                  <a:ext cx="34925" cy="3810"/>
                </a:xfrm>
                <a:custGeom>
                  <a:avLst/>
                  <a:gdLst/>
                  <a:ahLst/>
                  <a:cxnLst/>
                  <a:rect l="0" t="0" r="34925" b="3810"/>
                  <a:pathLst>
                    <a:path w="34925" h="3810">
                      <a:moveTo>
                        <a:pt x="33037" y="0"/>
                      </a:moveTo>
                      <a:lnTo>
                        <a:pt x="0" y="1270"/>
                      </a:lnTo>
                      <a:lnTo>
                        <a:pt x="16990" y="3810"/>
                      </a:lnTo>
                      <a:lnTo>
                        <a:pt x="16046" y="2540"/>
                      </a:lnTo>
                      <a:cubicBezTo>
                        <a:pt x="34925" y="2540"/>
                        <a:pt x="30677" y="1270"/>
                        <a:pt x="330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5" name="곡선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CYAABINAADqJgAAGg0AAAAAAAAmAAAACAAAAP//////////"/>
                    </a:ext>
                  </a:extLst>
                </p:cNvSpPr>
                <p:nvPr/>
              </p:nvSpPr>
              <p:spPr>
                <a:xfrm>
                  <a:off x="6306820" y="2124710"/>
                  <a:ext cx="19050" cy="5080"/>
                </a:xfrm>
                <a:custGeom>
                  <a:avLst/>
                  <a:gdLst/>
                  <a:ahLst/>
                  <a:cxnLst/>
                  <a:rect l="0" t="0" r="19050" b="5080"/>
                  <a:pathLst>
                    <a:path w="19050" h="5080">
                      <a:moveTo>
                        <a:pt x="14764" y="3629"/>
                      </a:moveTo>
                      <a:lnTo>
                        <a:pt x="19050" y="0"/>
                      </a:lnTo>
                      <a:lnTo>
                        <a:pt x="0" y="5080"/>
                      </a:lnTo>
                      <a:lnTo>
                        <a:pt x="14764" y="362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4" name="자유형 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yYAABQNAACgJgAAFw0AAAAAAAAmAAAACAAAAP//////////"/>
                    </a:ext>
                  </a:extLst>
                </p:cNvSpPr>
                <p:nvPr/>
              </p:nvSpPr>
              <p:spPr>
                <a:xfrm>
                  <a:off x="6268085" y="212598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9445" y="1905"/>
                      </a:moveTo>
                      <a:lnTo>
                        <a:pt x="10795" y="0"/>
                      </a:lnTo>
                      <a:lnTo>
                        <a:pt x="0" y="1428"/>
                      </a:lnTo>
                      <a:lnTo>
                        <a:pt x="9445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3" name="곡선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BcAAEUNAABgFwAARw0AAAAAAAAmAAAACAAAAP//////////"/>
                    </a:ext>
                  </a:extLst>
                </p:cNvSpPr>
                <p:nvPr/>
              </p:nvSpPr>
              <p:spPr>
                <a:xfrm>
                  <a:off x="3789680" y="2157095"/>
                  <a:ext cx="10160" cy="1270"/>
                </a:xfrm>
                <a:custGeom>
                  <a:avLst/>
                  <a:gdLst/>
                  <a:ahLst/>
                  <a:cxnLst/>
                  <a:rect l="0" t="0" r="10160" b="1270"/>
                  <a:pathLst>
                    <a:path w="10160" h="1270">
                      <a:moveTo>
                        <a:pt x="10160" y="0"/>
                      </a:moveTo>
                      <a:lnTo>
                        <a:pt x="0" y="1270"/>
                      </a:lnTo>
                      <a:cubicBezTo>
                        <a:pt x="4838" y="0"/>
                        <a:pt x="7741" y="0"/>
                        <a:pt x="10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2" name="곡선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RcAAEQNAADUFwAARQ0AAAAAAAAmAAAACAAAAP//////////"/>
                    </a:ext>
                  </a:extLst>
                </p:cNvSpPr>
                <p:nvPr/>
              </p:nvSpPr>
              <p:spPr>
                <a:xfrm>
                  <a:off x="3869055" y="2156460"/>
                  <a:ext cx="4445" cy="635"/>
                </a:xfrm>
                <a:custGeom>
                  <a:avLst/>
                  <a:gdLst/>
                  <a:ahLst/>
                  <a:cxnLst/>
                  <a:rect l="0" t="0" r="4445" b="635"/>
                  <a:pathLst>
                    <a:path w="4445" h="635">
                      <a:moveTo>
                        <a:pt x="2667" y="635"/>
                      </a:moveTo>
                      <a:lnTo>
                        <a:pt x="4445" y="0"/>
                      </a:lnTo>
                      <a:cubicBezTo>
                        <a:pt x="1333" y="317"/>
                        <a:pt x="0" y="635"/>
                        <a:pt x="2667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1" name="자유형 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x8AAAoNAAD8HwAAFA0AAAAAAAAmAAAACAAAAP//////////"/>
                    </a:ext>
                  </a:extLst>
                </p:cNvSpPr>
                <p:nvPr/>
              </p:nvSpPr>
              <p:spPr>
                <a:xfrm>
                  <a:off x="5168265" y="2119630"/>
                  <a:ext cx="31115" cy="6350"/>
                </a:xfrm>
                <a:custGeom>
                  <a:avLst/>
                  <a:gdLst/>
                  <a:ahLst/>
                  <a:cxnLst/>
                  <a:rect l="0" t="0" r="31115" b="6350"/>
                  <a:pathLst>
                    <a:path w="31115" h="6350">
                      <a:moveTo>
                        <a:pt x="31115" y="6350"/>
                      </a:moveTo>
                      <a:cubicBezTo>
                        <a:pt x="16275" y="3528"/>
                        <a:pt x="0" y="0"/>
                        <a:pt x="1914" y="2822"/>
                      </a:cubicBezTo>
                      <a:lnTo>
                        <a:pt x="6223" y="5644"/>
                      </a:lnTo>
                      <a:cubicBezTo>
                        <a:pt x="16754" y="4939"/>
                        <a:pt x="24413" y="5644"/>
                        <a:pt x="31115" y="63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0" name="자유형 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RsAACsNAACHGwAAMA0AAAAAAAAmAAAACAAAAP//////////"/>
                    </a:ext>
                  </a:extLst>
                </p:cNvSpPr>
                <p:nvPr/>
              </p:nvSpPr>
              <p:spPr>
                <a:xfrm>
                  <a:off x="4460875" y="2140585"/>
                  <a:ext cx="13970" cy="3175"/>
                </a:xfrm>
                <a:custGeom>
                  <a:avLst/>
                  <a:gdLst/>
                  <a:ahLst/>
                  <a:cxnLst/>
                  <a:rect l="0" t="0" r="13970" b="3175"/>
                  <a:pathLst>
                    <a:path w="13970" h="3175">
                      <a:moveTo>
                        <a:pt x="0" y="2381"/>
                      </a:moveTo>
                      <a:lnTo>
                        <a:pt x="4336" y="3175"/>
                      </a:lnTo>
                      <a:lnTo>
                        <a:pt x="13970" y="0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9" name="곡선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hsAAEENAABgGwAARA0AAAAAAAAmAAAACAAAAP//////////"/>
                    </a:ext>
                  </a:extLst>
                </p:cNvSpPr>
                <p:nvPr/>
              </p:nvSpPr>
              <p:spPr>
                <a:xfrm>
                  <a:off x="4431030" y="2154555"/>
                  <a:ext cx="19050" cy="1905"/>
                </a:xfrm>
                <a:custGeom>
                  <a:avLst/>
                  <a:gdLst/>
                  <a:ahLst/>
                  <a:cxnLst/>
                  <a:rect l="0" t="0" r="19050" b="1905"/>
                  <a:pathLst>
                    <a:path w="19050" h="1905">
                      <a:moveTo>
                        <a:pt x="19050" y="1905"/>
                      </a:moveTo>
                      <a:lnTo>
                        <a:pt x="0" y="0"/>
                      </a:lnTo>
                      <a:cubicBezTo>
                        <a:pt x="4286" y="635"/>
                        <a:pt x="10478" y="1270"/>
                        <a:pt x="1905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8" name="자유형 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xQAAEkNAAD/FAAATg0AAAAAAAAmAAAACAAAAP//////////"/>
                    </a:ext>
                  </a:extLst>
                </p:cNvSpPr>
                <p:nvPr/>
              </p:nvSpPr>
              <p:spPr>
                <a:xfrm>
                  <a:off x="3395345" y="2159635"/>
                  <a:ext cx="17780" cy="3175"/>
                </a:xfrm>
                <a:custGeom>
                  <a:avLst/>
                  <a:gdLst/>
                  <a:ahLst/>
                  <a:cxnLst/>
                  <a:rect l="0" t="0" r="17780" b="3175"/>
                  <a:pathLst>
                    <a:path w="17780" h="3175">
                      <a:moveTo>
                        <a:pt x="11229" y="0"/>
                      </a:moveTo>
                      <a:lnTo>
                        <a:pt x="0" y="3175"/>
                      </a:lnTo>
                      <a:cubicBezTo>
                        <a:pt x="17780" y="3175"/>
                        <a:pt x="9826" y="1905"/>
                        <a:pt x="11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7" name="자유형 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SMAABYNAADaIwAAHA0AAAAAAAAmAAAACAAAAP//////////"/>
                    </a:ext>
                  </a:extLst>
                </p:cNvSpPr>
                <p:nvPr/>
              </p:nvSpPr>
              <p:spPr>
                <a:xfrm>
                  <a:off x="5796915" y="2127250"/>
                  <a:ext cx="31115" cy="3810"/>
                </a:xfrm>
                <a:custGeom>
                  <a:avLst/>
                  <a:gdLst/>
                  <a:ahLst/>
                  <a:cxnLst/>
                  <a:rect l="0" t="0" r="31115" b="3810"/>
                  <a:pathLst>
                    <a:path w="31115" h="3810">
                      <a:moveTo>
                        <a:pt x="31115" y="1905"/>
                      </a:moveTo>
                      <a:cubicBezTo>
                        <a:pt x="18669" y="635"/>
                        <a:pt x="8616" y="0"/>
                        <a:pt x="0" y="0"/>
                      </a:cubicBezTo>
                      <a:cubicBezTo>
                        <a:pt x="15318" y="1270"/>
                        <a:pt x="27285" y="3810"/>
                        <a:pt x="31115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6" name="자유형 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xcAAA8NAACOFwAAEg0AAAAAAAAmAAAACAAAAP//////////"/>
                    </a:ext>
                  </a:extLst>
                </p:cNvSpPr>
                <p:nvPr/>
              </p:nvSpPr>
              <p:spPr>
                <a:xfrm>
                  <a:off x="3819525" y="2122805"/>
                  <a:ext cx="9525" cy="1905"/>
                </a:xfrm>
                <a:custGeom>
                  <a:avLst/>
                  <a:gdLst/>
                  <a:ahLst/>
                  <a:cxnLst/>
                  <a:rect l="0" t="0" r="9525" b="1905"/>
                  <a:pathLst>
                    <a:path w="9525" h="1905">
                      <a:moveTo>
                        <a:pt x="8164" y="0"/>
                      </a:moveTo>
                      <a:cubicBezTo>
                        <a:pt x="2267" y="952"/>
                        <a:pt x="0" y="1905"/>
                        <a:pt x="0" y="1905"/>
                      </a:cubicBezTo>
                      <a:cubicBezTo>
                        <a:pt x="5896" y="1905"/>
                        <a:pt x="9525" y="952"/>
                        <a:pt x="816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5" name="자유형 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SMAABINAACpIwAAFw0AAAAAAAAmAAAACAAAAP//////////"/>
                    </a:ext>
                  </a:extLst>
                </p:cNvSpPr>
                <p:nvPr/>
              </p:nvSpPr>
              <p:spPr>
                <a:xfrm>
                  <a:off x="5761355" y="2124710"/>
                  <a:ext cx="35560" cy="3175"/>
                </a:xfrm>
                <a:custGeom>
                  <a:avLst/>
                  <a:gdLst/>
                  <a:ahLst/>
                  <a:cxnLst/>
                  <a:rect l="0" t="0" r="35560" b="3175"/>
                  <a:pathLst>
                    <a:path w="35560" h="3175">
                      <a:moveTo>
                        <a:pt x="0" y="2381"/>
                      </a:moveTo>
                      <a:lnTo>
                        <a:pt x="6164" y="3175"/>
                      </a:lnTo>
                      <a:cubicBezTo>
                        <a:pt x="15172" y="2381"/>
                        <a:pt x="24655" y="1587"/>
                        <a:pt x="35560" y="2381"/>
                      </a:cubicBezTo>
                      <a:cubicBezTo>
                        <a:pt x="24655" y="793"/>
                        <a:pt x="11853" y="0"/>
                        <a:pt x="0" y="2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4" name="곡선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AwAAD0NAAAzDAAAPw0AAAAAAAAmAAAACAAAAP//////////"/>
                    </a:ext>
                  </a:extLst>
                </p:cNvSpPr>
                <p:nvPr/>
              </p:nvSpPr>
              <p:spPr>
                <a:xfrm>
                  <a:off x="1978660" y="2152015"/>
                  <a:ext cx="4445" cy="1270"/>
                </a:xfrm>
                <a:custGeom>
                  <a:avLst/>
                  <a:gdLst/>
                  <a:ahLst/>
                  <a:cxnLst/>
                  <a:rect l="0" t="0" r="4445" b="1270"/>
                  <a:pathLst>
                    <a:path w="4445" h="1270">
                      <a:moveTo>
                        <a:pt x="4445" y="1270"/>
                      </a:moveTo>
                      <a:lnTo>
                        <a:pt x="555" y="0"/>
                      </a:lnTo>
                      <a:cubicBezTo>
                        <a:pt x="0" y="1270"/>
                        <a:pt x="1666" y="1270"/>
                        <a:pt x="444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3" name="곡선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QkAAAoNAADBCQAADA0AAAAAAAAmAAAACAAAAP//////////"/>
                    </a:ext>
                  </a:extLst>
                </p:cNvSpPr>
                <p:nvPr/>
              </p:nvSpPr>
              <p:spPr>
                <a:xfrm>
                  <a:off x="1567815" y="211963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4445" y="1270"/>
                        <a:pt x="11359" y="1270"/>
                        <a:pt x="17780" y="1270"/>
                      </a:cubicBezTo>
                      <a:cubicBezTo>
                        <a:pt x="14323" y="0"/>
                        <a:pt x="9384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2" name="자유형 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CUAABQNAACXJQAAFg0AAAAAAAAmAAAACAAAAP//////////"/>
                    </a:ext>
                  </a:extLst>
                </p:cNvSpPr>
                <p:nvPr/>
              </p:nvSpPr>
              <p:spPr>
                <a:xfrm>
                  <a:off x="6101080" y="212598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cubicBezTo>
                        <a:pt x="9525" y="1270"/>
                        <a:pt x="142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1" name="곡선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iUAACkNAADQJQAALQ0AAAAAAAAmAAAACAAAAP//////////"/>
                    </a:ext>
                  </a:extLst>
                </p:cNvSpPr>
                <p:nvPr/>
              </p:nvSpPr>
              <p:spPr>
                <a:xfrm>
                  <a:off x="6142990" y="2139315"/>
                  <a:ext cx="3810" cy="2540"/>
                </a:xfrm>
                <a:custGeom>
                  <a:avLst/>
                  <a:gdLst/>
                  <a:ahLst/>
                  <a:cxnLst/>
                  <a:rect l="0" t="0" r="3810" b="2540"/>
                  <a:pathLst>
                    <a:path w="3810" h="2540">
                      <a:moveTo>
                        <a:pt x="3810" y="0"/>
                      </a:moveTo>
                      <a:cubicBezTo>
                        <a:pt x="1905" y="847"/>
                        <a:pt x="476" y="1693"/>
                        <a:pt x="0" y="2540"/>
                      </a:cubicBezTo>
                      <a:cubicBezTo>
                        <a:pt x="953" y="1693"/>
                        <a:pt x="1905" y="847"/>
                        <a:pt x="381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0" name="자유형 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SIAADUNAADhIgAANw0AAAAAAAAmAAAACAAAAP//////////"/>
                    </a:ext>
                  </a:extLst>
                </p:cNvSpPr>
                <p:nvPr/>
              </p:nvSpPr>
              <p:spPr>
                <a:xfrm>
                  <a:off x="5667375" y="214693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508" y="0"/>
                      </a:moveTo>
                      <a:lnTo>
                        <a:pt x="0" y="0"/>
                      </a:lnTo>
                      <a:cubicBezTo>
                        <a:pt x="2540" y="1270"/>
                        <a:pt x="2032" y="0"/>
                        <a:pt x="5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9" name="자유형 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CUAABcNAACeJQAAFw0AAAAAAAAmAAAACAAAAP//////////"/>
                    </a:ext>
                  </a:extLst>
                </p:cNvSpPr>
                <p:nvPr/>
              </p:nvSpPr>
              <p:spPr>
                <a:xfrm>
                  <a:off x="6103620" y="2127885"/>
                  <a:ext cx="11430" cy="0"/>
                </a:xfrm>
                <a:custGeom>
                  <a:avLst/>
                  <a:gdLst/>
                  <a:ahLst/>
                  <a:cxnLst/>
                  <a:rect l="0" t="0" r="11430" b="0"/>
                  <a:pathLst>
                    <a:path w="11430">
                      <a:moveTo>
                        <a:pt x="11430" y="0"/>
                      </a:moveTo>
                      <a:cubicBezTo>
                        <a:pt x="8230" y="0"/>
                        <a:pt x="4572" y="0"/>
                        <a:pt x="0" y="0"/>
                      </a:cubicBezTo>
                      <a:cubicBezTo>
                        <a:pt x="2286" y="0"/>
                        <a:pt x="5486" y="0"/>
                        <a:pt x="114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8" name="자유형 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yUAABQNAACqJQAAFg0AAAAAAAAmAAAACAAAAP//////////"/>
                    </a:ext>
                  </a:extLst>
                </p:cNvSpPr>
                <p:nvPr/>
              </p:nvSpPr>
              <p:spPr>
                <a:xfrm>
                  <a:off x="6113145" y="2125980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0" y="1270"/>
                      </a:moveTo>
                      <a:lnTo>
                        <a:pt x="8572" y="1270"/>
                      </a:lnTo>
                      <a:cubicBezTo>
                        <a:pt x="9525" y="1270"/>
                        <a:pt x="8572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7" name="자유형 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CUAABYNAACMJQAAFw0AAAAAAAAmAAAACAAAAP//////////"/>
                    </a:ext>
                  </a:extLst>
                </p:cNvSpPr>
                <p:nvPr/>
              </p:nvSpPr>
              <p:spPr>
                <a:xfrm>
                  <a:off x="6088380" y="2127250"/>
                  <a:ext cx="15240" cy="635"/>
                </a:xfrm>
                <a:custGeom>
                  <a:avLst/>
                  <a:gdLst/>
                  <a:ahLst/>
                  <a:cxnLst/>
                  <a:rect l="0" t="0" r="15240" b="635"/>
                  <a:pathLst>
                    <a:path w="15240" h="635">
                      <a:moveTo>
                        <a:pt x="0" y="0"/>
                      </a:moveTo>
                      <a:cubicBezTo>
                        <a:pt x="5408" y="0"/>
                        <a:pt x="10324" y="0"/>
                        <a:pt x="15240" y="635"/>
                      </a:cubicBezTo>
                      <a:cubicBezTo>
                        <a:pt x="13765" y="0"/>
                        <a:pt x="12782" y="0"/>
                        <a:pt x="1327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6" name="곡선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xAAADMNAADkEAAANw0AAAAAAAAmAAAACAAAAP//////////"/>
                    </a:ext>
                  </a:extLst>
                </p:cNvSpPr>
                <p:nvPr/>
              </p:nvSpPr>
              <p:spPr>
                <a:xfrm>
                  <a:off x="2734945" y="2145665"/>
                  <a:ext cx="10795" cy="2540"/>
                </a:xfrm>
                <a:custGeom>
                  <a:avLst/>
                  <a:gdLst/>
                  <a:ahLst/>
                  <a:cxnLst/>
                  <a:rect l="0" t="0" r="10795" b="2540"/>
                  <a:pathLst>
                    <a:path w="10795" h="2540">
                      <a:moveTo>
                        <a:pt x="10795" y="0"/>
                      </a:moveTo>
                      <a:lnTo>
                        <a:pt x="8917" y="0"/>
                      </a:lnTo>
                      <a:cubicBezTo>
                        <a:pt x="0" y="2540"/>
                        <a:pt x="3754" y="1270"/>
                        <a:pt x="107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5" name="자유형 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fh4AAEcNAACAHgAASQ0AAAAAAAAmAAAACAAAAP//////////"/>
                    </a:ext>
                  </a:extLst>
                </p:cNvSpPr>
                <p:nvPr/>
              </p:nvSpPr>
              <p:spPr>
                <a:xfrm>
                  <a:off x="4956810" y="2158365"/>
                  <a:ext cx="1270" cy="1270"/>
                </a:xfrm>
                <a:custGeom>
                  <a:avLst/>
                  <a:gdLst/>
                  <a:ahLst/>
                  <a:cxnLst/>
                  <a:rect l="0" t="0" r="1270" b="1270"/>
                  <a:pathLst>
                    <a:path w="1270" h="1270">
                      <a:moveTo>
                        <a:pt x="423" y="1270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4" name="자유형 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SR4AADgNAAB+HgAATA0AAAAAAAAmAAAACAAAAP//////////"/>
                    </a:ext>
                  </a:extLst>
                </p:cNvSpPr>
                <p:nvPr/>
              </p:nvSpPr>
              <p:spPr>
                <a:xfrm>
                  <a:off x="4923155" y="2148840"/>
                  <a:ext cx="33655" cy="12700"/>
                </a:xfrm>
                <a:custGeom>
                  <a:avLst/>
                  <a:gdLst/>
                  <a:ahLst/>
                  <a:cxnLst/>
                  <a:rect l="0" t="0" r="33655" b="12700"/>
                  <a:pathLst>
                    <a:path w="33655" h="12700">
                      <a:moveTo>
                        <a:pt x="0" y="12700"/>
                      </a:moveTo>
                      <a:cubicBezTo>
                        <a:pt x="14632" y="8218"/>
                        <a:pt x="22924" y="8965"/>
                        <a:pt x="33655" y="9712"/>
                      </a:cubicBezTo>
                      <a:lnTo>
                        <a:pt x="22436" y="0"/>
                      </a:lnTo>
                      <a:lnTo>
                        <a:pt x="0" y="127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3" name="곡선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wkAAAANAAB+JgAAVg0AAAAAAAAmAAAACAAAAP//////////"/>
                    </a:ext>
                  </a:extLst>
                </p:cNvSpPr>
                <p:nvPr/>
              </p:nvSpPr>
              <p:spPr>
                <a:xfrm>
                  <a:off x="1467485" y="2113280"/>
                  <a:ext cx="4789805" cy="54610"/>
                </a:xfrm>
                <a:custGeom>
                  <a:avLst/>
                  <a:gdLst/>
                  <a:ahLst/>
                  <a:cxnLst/>
                  <a:rect l="0" t="0" r="4789805" b="54610"/>
                  <a:pathLst>
                    <a:path w="4789805" h="54610">
                      <a:moveTo>
                        <a:pt x="1179065" y="8738"/>
                      </a:moveTo>
                      <a:lnTo>
                        <a:pt x="1185273" y="9466"/>
                      </a:lnTo>
                      <a:cubicBezTo>
                        <a:pt x="1171424" y="10922"/>
                        <a:pt x="1175245" y="9466"/>
                        <a:pt x="1179065" y="8738"/>
                      </a:cubicBezTo>
                      <a:close/>
                      <a:moveTo>
                        <a:pt x="4562969" y="18203"/>
                      </a:moveTo>
                      <a:cubicBezTo>
                        <a:pt x="4566312" y="17475"/>
                        <a:pt x="4565835" y="16747"/>
                        <a:pt x="4564879" y="16747"/>
                      </a:cubicBezTo>
                      <a:cubicBezTo>
                        <a:pt x="4562492" y="17475"/>
                        <a:pt x="4555329" y="17475"/>
                        <a:pt x="4547210" y="17475"/>
                      </a:cubicBezTo>
                      <a:cubicBezTo>
                        <a:pt x="4549598" y="18203"/>
                        <a:pt x="4553896" y="18931"/>
                        <a:pt x="4562969" y="18203"/>
                      </a:cubicBezTo>
                      <a:close/>
                      <a:moveTo>
                        <a:pt x="4531451" y="16747"/>
                      </a:moveTo>
                      <a:lnTo>
                        <a:pt x="4530974" y="16747"/>
                      </a:lnTo>
                      <a:cubicBezTo>
                        <a:pt x="4515692" y="15291"/>
                        <a:pt x="4520945" y="16019"/>
                        <a:pt x="4531451" y="16747"/>
                      </a:cubicBezTo>
                      <a:close/>
                      <a:moveTo>
                        <a:pt x="3044845" y="36407"/>
                      </a:moveTo>
                      <a:cubicBezTo>
                        <a:pt x="3039592" y="37863"/>
                        <a:pt x="3031951" y="37135"/>
                        <a:pt x="3022877" y="35679"/>
                      </a:cubicBezTo>
                      <a:cubicBezTo>
                        <a:pt x="3029563" y="35679"/>
                        <a:pt x="3036726" y="35679"/>
                        <a:pt x="3044845" y="36407"/>
                      </a:cubicBezTo>
                      <a:close/>
                      <a:moveTo>
                        <a:pt x="2510946" y="43688"/>
                      </a:moveTo>
                      <a:cubicBezTo>
                        <a:pt x="2504260" y="44416"/>
                        <a:pt x="2490889" y="46601"/>
                        <a:pt x="2485636" y="44416"/>
                      </a:cubicBezTo>
                      <a:cubicBezTo>
                        <a:pt x="2493754" y="40047"/>
                        <a:pt x="2499485" y="42232"/>
                        <a:pt x="2510946" y="43688"/>
                      </a:cubicBezTo>
                      <a:close/>
                      <a:moveTo>
                        <a:pt x="2159948" y="44416"/>
                      </a:moveTo>
                      <a:lnTo>
                        <a:pt x="2183348" y="47329"/>
                      </a:lnTo>
                      <a:cubicBezTo>
                        <a:pt x="2155173" y="51697"/>
                        <a:pt x="2134638" y="50241"/>
                        <a:pt x="2156606" y="54610"/>
                      </a:cubicBezTo>
                      <a:cubicBezTo>
                        <a:pt x="2159948" y="44416"/>
                        <a:pt x="2247817" y="53882"/>
                        <a:pt x="2251160" y="43688"/>
                      </a:cubicBezTo>
                      <a:lnTo>
                        <a:pt x="2266919" y="45872"/>
                      </a:lnTo>
                      <a:cubicBezTo>
                        <a:pt x="2262144" y="45872"/>
                        <a:pt x="2261666" y="46601"/>
                        <a:pt x="2257368" y="46601"/>
                      </a:cubicBezTo>
                      <a:cubicBezTo>
                        <a:pt x="2287454" y="50969"/>
                        <a:pt x="2279813" y="39319"/>
                        <a:pt x="2318494" y="40775"/>
                      </a:cubicBezTo>
                      <a:cubicBezTo>
                        <a:pt x="2331866" y="41504"/>
                        <a:pt x="2341417" y="42960"/>
                        <a:pt x="2332343" y="44416"/>
                      </a:cubicBezTo>
                      <a:lnTo>
                        <a:pt x="2362429" y="41504"/>
                      </a:lnTo>
                      <a:cubicBezTo>
                        <a:pt x="2371025" y="42232"/>
                        <a:pt x="2369114" y="43688"/>
                        <a:pt x="2360041" y="43688"/>
                      </a:cubicBezTo>
                      <a:lnTo>
                        <a:pt x="2406363" y="42960"/>
                      </a:lnTo>
                      <a:lnTo>
                        <a:pt x="2405886" y="42960"/>
                      </a:lnTo>
                      <a:cubicBezTo>
                        <a:pt x="2412571" y="41504"/>
                        <a:pt x="2427375" y="39319"/>
                        <a:pt x="2434538" y="37863"/>
                      </a:cubicBezTo>
                      <a:cubicBezTo>
                        <a:pt x="2446000" y="39319"/>
                        <a:pt x="2428808" y="39319"/>
                        <a:pt x="2431673" y="40775"/>
                      </a:cubicBezTo>
                      <a:lnTo>
                        <a:pt x="2456983" y="37863"/>
                      </a:lnTo>
                      <a:cubicBezTo>
                        <a:pt x="2467489" y="40775"/>
                        <a:pt x="2446477" y="42960"/>
                        <a:pt x="2428808" y="42960"/>
                      </a:cubicBezTo>
                      <a:cubicBezTo>
                        <a:pt x="2452685" y="53154"/>
                        <a:pt x="2449820" y="40047"/>
                        <a:pt x="2501395" y="46601"/>
                      </a:cubicBezTo>
                      <a:lnTo>
                        <a:pt x="2477040" y="47329"/>
                      </a:lnTo>
                      <a:cubicBezTo>
                        <a:pt x="2492799" y="53154"/>
                        <a:pt x="2511424" y="50969"/>
                        <a:pt x="2538644" y="54610"/>
                      </a:cubicBezTo>
                      <a:cubicBezTo>
                        <a:pt x="2531958" y="53154"/>
                        <a:pt x="2484203" y="45872"/>
                        <a:pt x="2511901" y="43688"/>
                      </a:cubicBezTo>
                      <a:cubicBezTo>
                        <a:pt x="2519542" y="44416"/>
                        <a:pt x="2530048" y="44416"/>
                        <a:pt x="2544852" y="42960"/>
                      </a:cubicBezTo>
                      <a:cubicBezTo>
                        <a:pt x="2544852" y="45872"/>
                        <a:pt x="2559178" y="45144"/>
                        <a:pt x="2577803" y="45144"/>
                      </a:cubicBezTo>
                      <a:lnTo>
                        <a:pt x="2576370" y="50241"/>
                      </a:lnTo>
                      <a:cubicBezTo>
                        <a:pt x="2595950" y="48785"/>
                        <a:pt x="2594517" y="46601"/>
                        <a:pt x="2605978" y="44416"/>
                      </a:cubicBezTo>
                      <a:cubicBezTo>
                        <a:pt x="2627945" y="44416"/>
                        <a:pt x="2632721" y="48057"/>
                        <a:pt x="2637496" y="51697"/>
                      </a:cubicBezTo>
                      <a:cubicBezTo>
                        <a:pt x="2672835" y="52426"/>
                        <a:pt x="2613619" y="45872"/>
                        <a:pt x="2655166" y="45144"/>
                      </a:cubicBezTo>
                      <a:cubicBezTo>
                        <a:pt x="2684296" y="46601"/>
                        <a:pt x="2704831" y="45144"/>
                        <a:pt x="2739692" y="42232"/>
                      </a:cubicBezTo>
                      <a:cubicBezTo>
                        <a:pt x="2760226" y="43688"/>
                        <a:pt x="2736349" y="45144"/>
                        <a:pt x="2743512" y="46601"/>
                      </a:cubicBezTo>
                      <a:lnTo>
                        <a:pt x="2761659" y="42960"/>
                      </a:lnTo>
                      <a:cubicBezTo>
                        <a:pt x="2765957" y="42960"/>
                        <a:pt x="2764524" y="43688"/>
                        <a:pt x="2764046" y="44416"/>
                      </a:cubicBezTo>
                      <a:cubicBezTo>
                        <a:pt x="2779328" y="42960"/>
                        <a:pt x="2765002" y="40047"/>
                        <a:pt x="2789357" y="38591"/>
                      </a:cubicBezTo>
                      <a:cubicBezTo>
                        <a:pt x="2795565" y="33494"/>
                        <a:pt x="2838544" y="46601"/>
                        <a:pt x="2868152" y="40775"/>
                      </a:cubicBezTo>
                      <a:cubicBezTo>
                        <a:pt x="2875315" y="42232"/>
                        <a:pt x="2864809" y="43688"/>
                        <a:pt x="2866719" y="45144"/>
                      </a:cubicBezTo>
                      <a:cubicBezTo>
                        <a:pt x="2907788" y="41504"/>
                        <a:pt x="2902058" y="42960"/>
                        <a:pt x="2935486" y="37863"/>
                      </a:cubicBezTo>
                      <a:lnTo>
                        <a:pt x="2963661" y="40775"/>
                      </a:lnTo>
                      <a:cubicBezTo>
                        <a:pt x="2943127" y="37135"/>
                        <a:pt x="2969870" y="32766"/>
                        <a:pt x="2993269" y="29853"/>
                      </a:cubicBezTo>
                      <a:cubicBezTo>
                        <a:pt x="2985629" y="27669"/>
                        <a:pt x="2979421" y="26213"/>
                        <a:pt x="2975123" y="25485"/>
                      </a:cubicBezTo>
                      <a:lnTo>
                        <a:pt x="3012371" y="23300"/>
                      </a:lnTo>
                      <a:cubicBezTo>
                        <a:pt x="3017147" y="24028"/>
                        <a:pt x="3013326" y="25485"/>
                        <a:pt x="3007118" y="27669"/>
                      </a:cubicBezTo>
                      <a:lnTo>
                        <a:pt x="3013804" y="26213"/>
                      </a:lnTo>
                      <a:cubicBezTo>
                        <a:pt x="3027175" y="28397"/>
                        <a:pt x="3020490" y="31310"/>
                        <a:pt x="3010939" y="33494"/>
                      </a:cubicBezTo>
                      <a:lnTo>
                        <a:pt x="2997567" y="30582"/>
                      </a:lnTo>
                      <a:cubicBezTo>
                        <a:pt x="2988016" y="33494"/>
                        <a:pt x="2979421" y="36407"/>
                        <a:pt x="2981331" y="39319"/>
                      </a:cubicBezTo>
                      <a:cubicBezTo>
                        <a:pt x="2983719" y="38591"/>
                        <a:pt x="2988494" y="38591"/>
                        <a:pt x="2993747" y="37863"/>
                      </a:cubicBezTo>
                      <a:cubicBezTo>
                        <a:pt x="2991359" y="38591"/>
                        <a:pt x="2989927" y="39319"/>
                        <a:pt x="2990882" y="40047"/>
                      </a:cubicBezTo>
                      <a:cubicBezTo>
                        <a:pt x="2992314" y="40775"/>
                        <a:pt x="2996135" y="39319"/>
                        <a:pt x="3002343" y="38591"/>
                      </a:cubicBezTo>
                      <a:lnTo>
                        <a:pt x="3010461" y="43688"/>
                      </a:lnTo>
                      <a:lnTo>
                        <a:pt x="3012849" y="41504"/>
                      </a:lnTo>
                      <a:lnTo>
                        <a:pt x="3061559" y="45144"/>
                      </a:lnTo>
                      <a:cubicBezTo>
                        <a:pt x="3096897" y="40047"/>
                        <a:pt x="3126983" y="32038"/>
                        <a:pt x="3182856" y="29853"/>
                      </a:cubicBezTo>
                      <a:cubicBezTo>
                        <a:pt x="3169007" y="34222"/>
                        <a:pt x="3179991" y="36407"/>
                        <a:pt x="3179036" y="40775"/>
                      </a:cubicBezTo>
                      <a:cubicBezTo>
                        <a:pt x="3163754" y="36407"/>
                        <a:pt x="3136056" y="42960"/>
                        <a:pt x="3107403" y="42232"/>
                      </a:cubicBezTo>
                      <a:cubicBezTo>
                        <a:pt x="3122207" y="42232"/>
                        <a:pt x="3118865" y="44416"/>
                        <a:pt x="3115044" y="45144"/>
                      </a:cubicBezTo>
                      <a:lnTo>
                        <a:pt x="3166619" y="41504"/>
                      </a:lnTo>
                      <a:cubicBezTo>
                        <a:pt x="3165187" y="45144"/>
                        <a:pt x="3177603" y="43688"/>
                        <a:pt x="3190974" y="45872"/>
                      </a:cubicBezTo>
                      <a:cubicBezTo>
                        <a:pt x="3180468" y="37863"/>
                        <a:pt x="3229178" y="40775"/>
                        <a:pt x="3250190" y="38591"/>
                      </a:cubicBezTo>
                      <a:cubicBezTo>
                        <a:pt x="3251145" y="40775"/>
                        <a:pt x="3246370" y="43688"/>
                        <a:pt x="3220582" y="42960"/>
                      </a:cubicBezTo>
                      <a:cubicBezTo>
                        <a:pt x="3248758" y="48785"/>
                        <a:pt x="3257353" y="34222"/>
                        <a:pt x="3285051" y="39319"/>
                      </a:cubicBezTo>
                      <a:cubicBezTo>
                        <a:pt x="3278366" y="39319"/>
                        <a:pt x="3275023" y="38591"/>
                        <a:pt x="3272635" y="40047"/>
                      </a:cubicBezTo>
                      <a:cubicBezTo>
                        <a:pt x="3287439" y="37863"/>
                        <a:pt x="3322777" y="40047"/>
                        <a:pt x="3314659" y="42232"/>
                      </a:cubicBezTo>
                      <a:lnTo>
                        <a:pt x="3308451" y="42232"/>
                      </a:lnTo>
                      <a:cubicBezTo>
                        <a:pt x="3349520" y="42960"/>
                        <a:pt x="3434046" y="42232"/>
                        <a:pt x="3440254" y="36407"/>
                      </a:cubicBezTo>
                      <a:cubicBezTo>
                        <a:pt x="3440732" y="37135"/>
                        <a:pt x="3435001" y="43688"/>
                        <a:pt x="3432613" y="45144"/>
                      </a:cubicBezTo>
                      <a:lnTo>
                        <a:pt x="3506156" y="24028"/>
                      </a:lnTo>
                      <a:cubicBezTo>
                        <a:pt x="3499948" y="29853"/>
                        <a:pt x="3524780" y="42232"/>
                        <a:pt x="3490397" y="45144"/>
                      </a:cubicBezTo>
                      <a:cubicBezTo>
                        <a:pt x="3500425" y="45872"/>
                        <a:pt x="3512364" y="47329"/>
                        <a:pt x="3533376" y="45144"/>
                      </a:cubicBezTo>
                      <a:cubicBezTo>
                        <a:pt x="3526690" y="44416"/>
                        <a:pt x="3516662" y="37135"/>
                        <a:pt x="3525735" y="37135"/>
                      </a:cubicBezTo>
                      <a:cubicBezTo>
                        <a:pt x="3551045" y="42960"/>
                        <a:pt x="3543405" y="40047"/>
                        <a:pt x="3574445" y="45144"/>
                      </a:cubicBezTo>
                      <a:cubicBezTo>
                        <a:pt x="3563939" y="44416"/>
                        <a:pt x="3575400" y="35679"/>
                        <a:pt x="3591159" y="36407"/>
                      </a:cubicBezTo>
                      <a:cubicBezTo>
                        <a:pt x="3588772" y="37135"/>
                        <a:pt x="3592592" y="44416"/>
                        <a:pt x="3586861" y="45144"/>
                      </a:cubicBezTo>
                      <a:lnTo>
                        <a:pt x="3626498" y="37135"/>
                      </a:lnTo>
                      <a:cubicBezTo>
                        <a:pt x="3616469" y="38591"/>
                        <a:pt x="3624588" y="44416"/>
                        <a:pt x="3633661" y="46601"/>
                      </a:cubicBezTo>
                      <a:cubicBezTo>
                        <a:pt x="3629363" y="45144"/>
                        <a:pt x="3667567" y="46601"/>
                        <a:pt x="3678073" y="45872"/>
                      </a:cubicBezTo>
                      <a:lnTo>
                        <a:pt x="3661359" y="44416"/>
                      </a:lnTo>
                      <a:cubicBezTo>
                        <a:pt x="3706248" y="45872"/>
                        <a:pt x="3705771" y="32766"/>
                        <a:pt x="3750183" y="33494"/>
                      </a:cubicBezTo>
                      <a:cubicBezTo>
                        <a:pt x="3744930" y="34950"/>
                        <a:pt x="3736811" y="43688"/>
                        <a:pt x="3759256" y="45144"/>
                      </a:cubicBezTo>
                      <a:cubicBezTo>
                        <a:pt x="3769762" y="40775"/>
                        <a:pt x="3805101" y="24757"/>
                        <a:pt x="3844260" y="21116"/>
                      </a:cubicBezTo>
                      <a:lnTo>
                        <a:pt x="3851901" y="24028"/>
                      </a:lnTo>
                      <a:lnTo>
                        <a:pt x="3881986" y="21116"/>
                      </a:lnTo>
                      <a:cubicBezTo>
                        <a:pt x="3863362" y="27669"/>
                        <a:pt x="3810831" y="40775"/>
                        <a:pt x="3781701" y="45872"/>
                      </a:cubicBezTo>
                      <a:cubicBezTo>
                        <a:pt x="3798415" y="48057"/>
                        <a:pt x="3786476" y="48785"/>
                        <a:pt x="3811786" y="48785"/>
                      </a:cubicBezTo>
                      <a:cubicBezTo>
                        <a:pt x="3820382" y="50969"/>
                        <a:pt x="3797938" y="52426"/>
                        <a:pt x="3790774" y="52426"/>
                      </a:cubicBezTo>
                      <a:lnTo>
                        <a:pt x="3849035" y="53882"/>
                      </a:lnTo>
                      <a:cubicBezTo>
                        <a:pt x="3846170" y="48785"/>
                        <a:pt x="3893447" y="48785"/>
                        <a:pt x="3891537" y="45144"/>
                      </a:cubicBezTo>
                      <a:lnTo>
                        <a:pt x="3828023" y="49513"/>
                      </a:lnTo>
                      <a:cubicBezTo>
                        <a:pt x="3825635" y="45144"/>
                        <a:pt x="3864794" y="35679"/>
                        <a:pt x="3905863" y="37135"/>
                      </a:cubicBezTo>
                      <a:cubicBezTo>
                        <a:pt x="3916369" y="38591"/>
                        <a:pt x="3898223" y="45872"/>
                        <a:pt x="3899178" y="47329"/>
                      </a:cubicBezTo>
                      <a:cubicBezTo>
                        <a:pt x="3904431" y="45872"/>
                        <a:pt x="3938337" y="44416"/>
                        <a:pt x="3942157" y="45144"/>
                      </a:cubicBezTo>
                      <a:lnTo>
                        <a:pt x="3924488" y="48057"/>
                      </a:lnTo>
                      <a:cubicBezTo>
                        <a:pt x="3947410" y="50241"/>
                        <a:pt x="3962214" y="41504"/>
                        <a:pt x="3989912" y="46601"/>
                      </a:cubicBezTo>
                      <a:cubicBezTo>
                        <a:pt x="3999463" y="46601"/>
                        <a:pt x="4018087" y="53154"/>
                        <a:pt x="4019997" y="50241"/>
                      </a:cubicBezTo>
                      <a:cubicBezTo>
                        <a:pt x="4004238" y="44416"/>
                        <a:pt x="4001373" y="26941"/>
                        <a:pt x="4011879" y="22572"/>
                      </a:cubicBezTo>
                      <a:cubicBezTo>
                        <a:pt x="4015222" y="22572"/>
                        <a:pt x="4061544" y="27669"/>
                        <a:pt x="4072528" y="30582"/>
                      </a:cubicBezTo>
                      <a:cubicBezTo>
                        <a:pt x="4088287" y="34950"/>
                        <a:pt x="4049128" y="41504"/>
                        <a:pt x="4062499" y="45144"/>
                      </a:cubicBezTo>
                      <a:cubicBezTo>
                        <a:pt x="4062977" y="43688"/>
                        <a:pt x="4071573" y="42232"/>
                        <a:pt x="4075393" y="41504"/>
                      </a:cubicBezTo>
                      <a:cubicBezTo>
                        <a:pt x="4085421" y="42960"/>
                        <a:pt x="4071095" y="45872"/>
                        <a:pt x="4093062" y="45144"/>
                      </a:cubicBezTo>
                      <a:cubicBezTo>
                        <a:pt x="4096405" y="40047"/>
                        <a:pt x="4137474" y="45872"/>
                        <a:pt x="4103091" y="40775"/>
                      </a:cubicBezTo>
                      <a:cubicBezTo>
                        <a:pt x="4124580" y="40047"/>
                        <a:pt x="4126013" y="42232"/>
                        <a:pt x="4150845" y="42232"/>
                      </a:cubicBezTo>
                      <a:cubicBezTo>
                        <a:pt x="4142727" y="38591"/>
                        <a:pt x="4173290" y="31310"/>
                        <a:pt x="4194780" y="29853"/>
                      </a:cubicBezTo>
                      <a:cubicBezTo>
                        <a:pt x="4193347" y="30582"/>
                        <a:pt x="4198123" y="32766"/>
                        <a:pt x="4200510" y="33494"/>
                      </a:cubicBezTo>
                      <a:cubicBezTo>
                        <a:pt x="4244445" y="34222"/>
                        <a:pt x="4267845" y="36407"/>
                        <a:pt x="4308436" y="36407"/>
                      </a:cubicBezTo>
                      <a:cubicBezTo>
                        <a:pt x="4312257" y="37863"/>
                        <a:pt x="4331836" y="39319"/>
                        <a:pt x="4323718" y="41504"/>
                      </a:cubicBezTo>
                      <a:cubicBezTo>
                        <a:pt x="4329448" y="40775"/>
                        <a:pt x="4334701" y="38591"/>
                        <a:pt x="4347118" y="38591"/>
                      </a:cubicBezTo>
                      <a:cubicBezTo>
                        <a:pt x="4371473" y="42960"/>
                        <a:pt x="4319420" y="39319"/>
                        <a:pt x="4338044" y="44416"/>
                      </a:cubicBezTo>
                      <a:cubicBezTo>
                        <a:pt x="4339477" y="41504"/>
                        <a:pt x="4370517" y="40775"/>
                        <a:pt x="4388187" y="38591"/>
                      </a:cubicBezTo>
                      <a:cubicBezTo>
                        <a:pt x="4382934" y="34222"/>
                        <a:pt x="4347118" y="37863"/>
                        <a:pt x="4328971" y="39319"/>
                      </a:cubicBezTo>
                      <a:cubicBezTo>
                        <a:pt x="4328971" y="33494"/>
                        <a:pt x="4360011" y="26941"/>
                        <a:pt x="4402513" y="24028"/>
                      </a:cubicBezTo>
                      <a:cubicBezTo>
                        <a:pt x="4436419" y="22572"/>
                        <a:pt x="4417317" y="28397"/>
                        <a:pt x="4423048" y="27669"/>
                      </a:cubicBezTo>
                      <a:cubicBezTo>
                        <a:pt x="4486562" y="28397"/>
                        <a:pt x="4477488" y="16747"/>
                        <a:pt x="4530018" y="21116"/>
                      </a:cubicBezTo>
                      <a:cubicBezTo>
                        <a:pt x="4551031" y="25485"/>
                        <a:pt x="4530974" y="29125"/>
                        <a:pt x="4535749" y="32038"/>
                      </a:cubicBezTo>
                      <a:cubicBezTo>
                        <a:pt x="4508051" y="33494"/>
                        <a:pt x="4493247" y="29125"/>
                        <a:pt x="4474623" y="29125"/>
                      </a:cubicBezTo>
                      <a:lnTo>
                        <a:pt x="4497545" y="31310"/>
                      </a:lnTo>
                      <a:cubicBezTo>
                        <a:pt x="4488949" y="32766"/>
                        <a:pt x="4470325" y="33494"/>
                        <a:pt x="4460296" y="32766"/>
                      </a:cubicBezTo>
                      <a:cubicBezTo>
                        <a:pt x="4477966" y="36407"/>
                        <a:pt x="4567745" y="33494"/>
                        <a:pt x="4616932" y="37135"/>
                      </a:cubicBezTo>
                      <a:cubicBezTo>
                        <a:pt x="4625528" y="35679"/>
                        <a:pt x="4640810" y="34222"/>
                        <a:pt x="4633646" y="32766"/>
                      </a:cubicBezTo>
                      <a:lnTo>
                        <a:pt x="4617887" y="32766"/>
                      </a:lnTo>
                      <a:cubicBezTo>
                        <a:pt x="4603561" y="29853"/>
                        <a:pt x="4647495" y="28397"/>
                        <a:pt x="4627438" y="26941"/>
                      </a:cubicBezTo>
                      <a:cubicBezTo>
                        <a:pt x="4648450" y="24757"/>
                        <a:pt x="4671850" y="21116"/>
                        <a:pt x="4700981" y="23300"/>
                      </a:cubicBezTo>
                      <a:lnTo>
                        <a:pt x="4706711" y="27669"/>
                      </a:lnTo>
                      <a:cubicBezTo>
                        <a:pt x="4705756" y="26213"/>
                        <a:pt x="4687609" y="25485"/>
                        <a:pt x="4679013" y="26213"/>
                      </a:cubicBezTo>
                      <a:cubicBezTo>
                        <a:pt x="4691430" y="24757"/>
                        <a:pt x="4723903" y="32766"/>
                        <a:pt x="4737274" y="26941"/>
                      </a:cubicBezTo>
                      <a:lnTo>
                        <a:pt x="4716740" y="23300"/>
                      </a:lnTo>
                      <a:cubicBezTo>
                        <a:pt x="4737752" y="21116"/>
                        <a:pt x="4763539" y="16747"/>
                        <a:pt x="4789805" y="18203"/>
                      </a:cubicBezTo>
                      <a:cubicBezTo>
                        <a:pt x="4777866" y="13835"/>
                        <a:pt x="4783596" y="18931"/>
                        <a:pt x="4765450" y="13106"/>
                      </a:cubicBezTo>
                      <a:cubicBezTo>
                        <a:pt x="4781209" y="19660"/>
                        <a:pt x="4698593" y="13106"/>
                        <a:pt x="4724380" y="19660"/>
                      </a:cubicBezTo>
                      <a:cubicBezTo>
                        <a:pt x="4705756" y="13835"/>
                        <a:pt x="4691907" y="17475"/>
                        <a:pt x="4667075" y="11650"/>
                      </a:cubicBezTo>
                      <a:cubicBezTo>
                        <a:pt x="4667552" y="13106"/>
                        <a:pt x="4675671" y="14563"/>
                        <a:pt x="4654181" y="13835"/>
                      </a:cubicBezTo>
                      <a:cubicBezTo>
                        <a:pt x="4652748" y="14563"/>
                        <a:pt x="4650838" y="15291"/>
                        <a:pt x="4648928" y="15291"/>
                      </a:cubicBezTo>
                      <a:lnTo>
                        <a:pt x="4647495" y="15291"/>
                      </a:lnTo>
                      <a:lnTo>
                        <a:pt x="4648928" y="15291"/>
                      </a:lnTo>
                      <a:cubicBezTo>
                        <a:pt x="4647973" y="15291"/>
                        <a:pt x="4647973" y="16019"/>
                        <a:pt x="4649405" y="15291"/>
                      </a:cubicBezTo>
                      <a:cubicBezTo>
                        <a:pt x="4654658" y="16019"/>
                        <a:pt x="4658956" y="16747"/>
                        <a:pt x="4660389" y="17475"/>
                      </a:cubicBezTo>
                      <a:cubicBezTo>
                        <a:pt x="4649405" y="21116"/>
                        <a:pt x="4615022" y="21116"/>
                        <a:pt x="4603083" y="22572"/>
                      </a:cubicBezTo>
                      <a:cubicBezTo>
                        <a:pt x="4590189" y="21844"/>
                        <a:pt x="4608814" y="21116"/>
                        <a:pt x="4601651" y="19660"/>
                      </a:cubicBezTo>
                      <a:lnTo>
                        <a:pt x="4583981" y="21844"/>
                      </a:lnTo>
                      <a:cubicBezTo>
                        <a:pt x="4582549" y="18931"/>
                        <a:pt x="4549598" y="16747"/>
                        <a:pt x="4580161" y="14563"/>
                      </a:cubicBezTo>
                      <a:lnTo>
                        <a:pt x="4552941" y="14563"/>
                      </a:lnTo>
                      <a:cubicBezTo>
                        <a:pt x="4536704" y="12378"/>
                        <a:pt x="4514259" y="11650"/>
                        <a:pt x="4500888" y="13106"/>
                      </a:cubicBezTo>
                      <a:cubicBezTo>
                        <a:pt x="4487994" y="12378"/>
                        <a:pt x="4467937" y="16747"/>
                        <a:pt x="4479398" y="13835"/>
                      </a:cubicBezTo>
                      <a:lnTo>
                        <a:pt x="4436419" y="16019"/>
                      </a:lnTo>
                      <a:lnTo>
                        <a:pt x="4435942" y="15291"/>
                      </a:lnTo>
                      <a:cubicBezTo>
                        <a:pt x="4393440" y="14563"/>
                        <a:pt x="4348550" y="20388"/>
                        <a:pt x="4299840" y="14563"/>
                      </a:cubicBezTo>
                      <a:cubicBezTo>
                        <a:pt x="4285514" y="15291"/>
                        <a:pt x="4271188" y="16019"/>
                        <a:pt x="4246833" y="15291"/>
                      </a:cubicBezTo>
                      <a:lnTo>
                        <a:pt x="4242535" y="12378"/>
                      </a:lnTo>
                      <a:cubicBezTo>
                        <a:pt x="4223910" y="13106"/>
                        <a:pt x="4187139" y="9466"/>
                        <a:pt x="4179498" y="12378"/>
                      </a:cubicBezTo>
                      <a:cubicBezTo>
                        <a:pt x="4159441" y="5097"/>
                        <a:pt x="4090197" y="10194"/>
                        <a:pt x="4058201" y="8738"/>
                      </a:cubicBezTo>
                      <a:lnTo>
                        <a:pt x="4056769" y="12378"/>
                      </a:lnTo>
                      <a:cubicBezTo>
                        <a:pt x="4034801" y="12378"/>
                        <a:pt x="4013312" y="13106"/>
                        <a:pt x="3985614" y="14563"/>
                      </a:cubicBezTo>
                      <a:lnTo>
                        <a:pt x="3987524" y="18203"/>
                      </a:lnTo>
                      <a:cubicBezTo>
                        <a:pt x="3963647" y="20388"/>
                        <a:pt x="3926398" y="15291"/>
                        <a:pt x="3888672" y="16019"/>
                      </a:cubicBezTo>
                      <a:cubicBezTo>
                        <a:pt x="3891537" y="14563"/>
                        <a:pt x="3901088" y="14563"/>
                        <a:pt x="3907774" y="15291"/>
                      </a:cubicBezTo>
                      <a:cubicBezTo>
                        <a:pt x="3862884" y="8009"/>
                        <a:pt x="3812742" y="20388"/>
                        <a:pt x="3772150" y="15291"/>
                      </a:cubicBezTo>
                      <a:cubicBezTo>
                        <a:pt x="3762122" y="16019"/>
                        <a:pt x="3754481" y="16019"/>
                        <a:pt x="3747795" y="15291"/>
                      </a:cubicBezTo>
                      <a:cubicBezTo>
                        <a:pt x="3748750" y="15291"/>
                        <a:pt x="3749228" y="15291"/>
                        <a:pt x="3750183" y="14563"/>
                      </a:cubicBezTo>
                      <a:lnTo>
                        <a:pt x="3745885" y="14563"/>
                      </a:lnTo>
                      <a:lnTo>
                        <a:pt x="3732036" y="13106"/>
                      </a:lnTo>
                      <a:cubicBezTo>
                        <a:pt x="3735856" y="13835"/>
                        <a:pt x="3740154" y="14563"/>
                        <a:pt x="3743497" y="14563"/>
                      </a:cubicBezTo>
                      <a:cubicBezTo>
                        <a:pt x="3735856" y="14563"/>
                        <a:pt x="3723918" y="15291"/>
                        <a:pt x="3712457" y="16019"/>
                      </a:cubicBezTo>
                      <a:lnTo>
                        <a:pt x="3707204" y="12378"/>
                      </a:lnTo>
                      <a:lnTo>
                        <a:pt x="3704816" y="12378"/>
                      </a:lnTo>
                      <a:cubicBezTo>
                        <a:pt x="3693355" y="10922"/>
                        <a:pt x="3695742" y="13835"/>
                        <a:pt x="3701473" y="16747"/>
                      </a:cubicBezTo>
                      <a:cubicBezTo>
                        <a:pt x="3695742" y="17475"/>
                        <a:pt x="3690489" y="18203"/>
                        <a:pt x="3686191" y="18931"/>
                      </a:cubicBezTo>
                      <a:cubicBezTo>
                        <a:pt x="3677118" y="13106"/>
                        <a:pt x="3655628" y="21116"/>
                        <a:pt x="3643212" y="14563"/>
                      </a:cubicBezTo>
                      <a:cubicBezTo>
                        <a:pt x="3635094" y="17475"/>
                        <a:pt x="3584474" y="16747"/>
                        <a:pt x="3578266" y="23300"/>
                      </a:cubicBezTo>
                      <a:cubicBezTo>
                        <a:pt x="3577788" y="21844"/>
                        <a:pt x="3574445" y="21844"/>
                        <a:pt x="3580653" y="21844"/>
                      </a:cubicBezTo>
                      <a:cubicBezTo>
                        <a:pt x="3567760" y="21116"/>
                        <a:pt x="3554866" y="20388"/>
                        <a:pt x="3543405" y="21844"/>
                      </a:cubicBezTo>
                      <a:lnTo>
                        <a:pt x="3537674" y="17475"/>
                      </a:lnTo>
                      <a:lnTo>
                        <a:pt x="3509499" y="23300"/>
                      </a:lnTo>
                      <a:cubicBezTo>
                        <a:pt x="3492307" y="20388"/>
                        <a:pt x="3485144" y="18931"/>
                        <a:pt x="3502335" y="15291"/>
                      </a:cubicBezTo>
                      <a:cubicBezTo>
                        <a:pt x="3460789" y="20388"/>
                        <a:pt x="3468430" y="17475"/>
                        <a:pt x="3433569" y="22572"/>
                      </a:cubicBezTo>
                      <a:lnTo>
                        <a:pt x="3435479" y="19660"/>
                      </a:lnTo>
                      <a:cubicBezTo>
                        <a:pt x="3422585" y="19660"/>
                        <a:pt x="3402528" y="23300"/>
                        <a:pt x="3394887" y="21116"/>
                      </a:cubicBezTo>
                      <a:cubicBezTo>
                        <a:pt x="3367189" y="15291"/>
                        <a:pt x="3256398" y="19660"/>
                        <a:pt x="3184289" y="14563"/>
                      </a:cubicBezTo>
                      <a:cubicBezTo>
                        <a:pt x="3198137" y="23300"/>
                        <a:pt x="3150860" y="10194"/>
                        <a:pt x="3147995" y="17475"/>
                      </a:cubicBezTo>
                      <a:cubicBezTo>
                        <a:pt x="3143697" y="15291"/>
                        <a:pt x="3133669" y="13835"/>
                        <a:pt x="3145130" y="12378"/>
                      </a:cubicBezTo>
                      <a:cubicBezTo>
                        <a:pt x="3108358" y="13835"/>
                        <a:pt x="3090212" y="8738"/>
                        <a:pt x="3064902" y="14563"/>
                      </a:cubicBezTo>
                      <a:cubicBezTo>
                        <a:pt x="3060604" y="12378"/>
                        <a:pt x="3072542" y="11650"/>
                        <a:pt x="3068722" y="10194"/>
                      </a:cubicBezTo>
                      <a:cubicBezTo>
                        <a:pt x="3065857" y="10194"/>
                        <a:pt x="3057261" y="11650"/>
                        <a:pt x="3053440" y="10922"/>
                      </a:cubicBezTo>
                      <a:cubicBezTo>
                        <a:pt x="3049620" y="9466"/>
                        <a:pt x="3058694" y="8738"/>
                        <a:pt x="3064424" y="8009"/>
                      </a:cubicBezTo>
                      <a:cubicBezTo>
                        <a:pt x="3027175" y="8009"/>
                        <a:pt x="3023355" y="14563"/>
                        <a:pt x="3020490" y="20388"/>
                      </a:cubicBezTo>
                      <a:cubicBezTo>
                        <a:pt x="3001388" y="17475"/>
                        <a:pt x="2991837" y="18203"/>
                        <a:pt x="2977988" y="21844"/>
                      </a:cubicBezTo>
                      <a:cubicBezTo>
                        <a:pt x="2971780" y="19660"/>
                        <a:pt x="2960319" y="17475"/>
                        <a:pt x="2983719" y="17475"/>
                      </a:cubicBezTo>
                      <a:cubicBezTo>
                        <a:pt x="2970825" y="16747"/>
                        <a:pt x="2903490" y="13835"/>
                        <a:pt x="2902535" y="18931"/>
                      </a:cubicBezTo>
                      <a:cubicBezTo>
                        <a:pt x="2898237" y="17475"/>
                        <a:pt x="2883911" y="18203"/>
                        <a:pt x="2880568" y="18931"/>
                      </a:cubicBezTo>
                      <a:cubicBezTo>
                        <a:pt x="2850960" y="18203"/>
                        <a:pt x="2848572" y="18203"/>
                        <a:pt x="2819442" y="18203"/>
                      </a:cubicBezTo>
                      <a:lnTo>
                        <a:pt x="2827560" y="18931"/>
                      </a:lnTo>
                      <a:cubicBezTo>
                        <a:pt x="2816099" y="24757"/>
                        <a:pt x="2803683" y="20388"/>
                        <a:pt x="2780283" y="21116"/>
                      </a:cubicBezTo>
                      <a:lnTo>
                        <a:pt x="2780761" y="20388"/>
                      </a:lnTo>
                      <a:cubicBezTo>
                        <a:pt x="2727275" y="16019"/>
                        <a:pt x="2757838" y="22572"/>
                        <a:pt x="2705308" y="17475"/>
                      </a:cubicBezTo>
                      <a:lnTo>
                        <a:pt x="2708173" y="21116"/>
                      </a:lnTo>
                      <a:cubicBezTo>
                        <a:pt x="2702920" y="28397"/>
                        <a:pt x="2661374" y="16019"/>
                        <a:pt x="2630811" y="18931"/>
                      </a:cubicBezTo>
                      <a:lnTo>
                        <a:pt x="2641794" y="21116"/>
                      </a:lnTo>
                      <a:cubicBezTo>
                        <a:pt x="2625080" y="24028"/>
                        <a:pt x="2594995" y="10922"/>
                        <a:pt x="2578280" y="9466"/>
                      </a:cubicBezTo>
                      <a:cubicBezTo>
                        <a:pt x="2574460" y="8738"/>
                        <a:pt x="2584011" y="8738"/>
                        <a:pt x="2589264" y="8009"/>
                      </a:cubicBezTo>
                      <a:cubicBezTo>
                        <a:pt x="2545330" y="4369"/>
                        <a:pt x="2583533" y="12378"/>
                        <a:pt x="2550583" y="13835"/>
                      </a:cubicBezTo>
                      <a:cubicBezTo>
                        <a:pt x="2544374" y="10922"/>
                        <a:pt x="2558223" y="7281"/>
                        <a:pt x="2536256" y="6553"/>
                      </a:cubicBezTo>
                      <a:cubicBezTo>
                        <a:pt x="2525273" y="5097"/>
                        <a:pt x="2472265" y="14563"/>
                        <a:pt x="2442179" y="9466"/>
                      </a:cubicBezTo>
                      <a:cubicBezTo>
                        <a:pt x="2448865" y="11650"/>
                        <a:pt x="2455551" y="13835"/>
                        <a:pt x="2440269" y="15291"/>
                      </a:cubicBezTo>
                      <a:cubicBezTo>
                        <a:pt x="2416869" y="15291"/>
                        <a:pt x="2377233" y="7281"/>
                        <a:pt x="2356221" y="13835"/>
                      </a:cubicBezTo>
                      <a:cubicBezTo>
                        <a:pt x="2353355" y="13106"/>
                        <a:pt x="2351923" y="12378"/>
                        <a:pt x="2351923" y="11650"/>
                      </a:cubicBezTo>
                      <a:cubicBezTo>
                        <a:pt x="2334253" y="13835"/>
                        <a:pt x="2294139" y="14563"/>
                        <a:pt x="2283156" y="17475"/>
                      </a:cubicBezTo>
                      <a:cubicBezTo>
                        <a:pt x="2266919" y="5825"/>
                        <a:pt x="2172365" y="23300"/>
                        <a:pt x="2172842" y="11650"/>
                      </a:cubicBezTo>
                      <a:lnTo>
                        <a:pt x="2117924" y="12378"/>
                      </a:lnTo>
                      <a:lnTo>
                        <a:pt x="2119357" y="10922"/>
                      </a:lnTo>
                      <a:cubicBezTo>
                        <a:pt x="2084496" y="10194"/>
                        <a:pt x="2072080" y="13106"/>
                        <a:pt x="2059663" y="16019"/>
                      </a:cubicBezTo>
                      <a:cubicBezTo>
                        <a:pt x="2051545" y="14563"/>
                        <a:pt x="2057753" y="13835"/>
                        <a:pt x="2058231" y="13106"/>
                      </a:cubicBezTo>
                      <a:cubicBezTo>
                        <a:pt x="2007133" y="10922"/>
                        <a:pt x="2001880" y="10922"/>
                        <a:pt x="1958901" y="16747"/>
                      </a:cubicBezTo>
                      <a:lnTo>
                        <a:pt x="1954603" y="13106"/>
                      </a:lnTo>
                      <a:cubicBezTo>
                        <a:pt x="1942664" y="15291"/>
                        <a:pt x="1880583" y="7281"/>
                        <a:pt x="1830440" y="10922"/>
                      </a:cubicBezTo>
                      <a:cubicBezTo>
                        <a:pt x="1830918" y="10922"/>
                        <a:pt x="1831873" y="10194"/>
                        <a:pt x="1835693" y="9466"/>
                      </a:cubicBezTo>
                      <a:cubicBezTo>
                        <a:pt x="1779343" y="13835"/>
                        <a:pt x="1700547" y="0"/>
                        <a:pt x="1680013" y="12378"/>
                      </a:cubicBezTo>
                      <a:lnTo>
                        <a:pt x="1642287" y="15291"/>
                      </a:lnTo>
                      <a:cubicBezTo>
                        <a:pt x="1690519" y="16747"/>
                        <a:pt x="1635123" y="21116"/>
                        <a:pt x="1655180" y="23300"/>
                      </a:cubicBezTo>
                      <a:cubicBezTo>
                        <a:pt x="1636078" y="24028"/>
                        <a:pt x="1605993" y="19660"/>
                        <a:pt x="1629393" y="18931"/>
                      </a:cubicBezTo>
                      <a:lnTo>
                        <a:pt x="1633213" y="19660"/>
                      </a:lnTo>
                      <a:cubicBezTo>
                        <a:pt x="1641809" y="12378"/>
                        <a:pt x="1573042" y="16747"/>
                        <a:pt x="1574475" y="11650"/>
                      </a:cubicBezTo>
                      <a:cubicBezTo>
                        <a:pt x="1479443" y="12378"/>
                        <a:pt x="1386798" y="8009"/>
                        <a:pt x="1297975" y="7281"/>
                      </a:cubicBezTo>
                      <a:lnTo>
                        <a:pt x="1308481" y="13106"/>
                      </a:lnTo>
                      <a:lnTo>
                        <a:pt x="1277440" y="12378"/>
                      </a:lnTo>
                      <a:cubicBezTo>
                        <a:pt x="1269322" y="10922"/>
                        <a:pt x="1266456" y="8009"/>
                        <a:pt x="1288424" y="8738"/>
                      </a:cubicBezTo>
                      <a:cubicBezTo>
                        <a:pt x="1276962" y="5825"/>
                        <a:pt x="1251175" y="10922"/>
                        <a:pt x="1250697" y="12378"/>
                      </a:cubicBezTo>
                      <a:cubicBezTo>
                        <a:pt x="1207240" y="10194"/>
                        <a:pt x="1267889" y="6553"/>
                        <a:pt x="1254518" y="6553"/>
                      </a:cubicBezTo>
                      <a:lnTo>
                        <a:pt x="1236371" y="6553"/>
                      </a:lnTo>
                      <a:lnTo>
                        <a:pt x="1240191" y="6553"/>
                      </a:lnTo>
                      <a:cubicBezTo>
                        <a:pt x="1225865" y="8738"/>
                        <a:pt x="1224432" y="10922"/>
                        <a:pt x="1197690" y="10922"/>
                      </a:cubicBezTo>
                      <a:cubicBezTo>
                        <a:pt x="1180975" y="9466"/>
                        <a:pt x="1189094" y="7281"/>
                        <a:pt x="1182408" y="7281"/>
                      </a:cubicBezTo>
                      <a:cubicBezTo>
                        <a:pt x="1182886" y="7281"/>
                        <a:pt x="1180498" y="6553"/>
                        <a:pt x="1172379" y="7281"/>
                      </a:cubicBezTo>
                      <a:lnTo>
                        <a:pt x="1133221" y="6553"/>
                      </a:lnTo>
                      <a:lnTo>
                        <a:pt x="1148980" y="10922"/>
                      </a:lnTo>
                      <a:cubicBezTo>
                        <a:pt x="1131788" y="13106"/>
                        <a:pt x="1112208" y="10922"/>
                        <a:pt x="1130355" y="15291"/>
                      </a:cubicBezTo>
                      <a:cubicBezTo>
                        <a:pt x="1103613" y="8009"/>
                        <a:pt x="984703" y="12378"/>
                        <a:pt x="968467" y="10194"/>
                      </a:cubicBezTo>
                      <a:cubicBezTo>
                        <a:pt x="944112" y="13106"/>
                        <a:pt x="920234" y="13106"/>
                        <a:pt x="890149" y="12378"/>
                      </a:cubicBezTo>
                      <a:cubicBezTo>
                        <a:pt x="897789" y="13835"/>
                        <a:pt x="902087" y="18203"/>
                        <a:pt x="876777" y="17475"/>
                      </a:cubicBezTo>
                      <a:cubicBezTo>
                        <a:pt x="885851" y="8009"/>
                        <a:pt x="829500" y="13106"/>
                        <a:pt x="808966" y="6553"/>
                      </a:cubicBezTo>
                      <a:cubicBezTo>
                        <a:pt x="827590" y="10922"/>
                        <a:pt x="736378" y="7281"/>
                        <a:pt x="765509" y="13835"/>
                      </a:cubicBezTo>
                      <a:cubicBezTo>
                        <a:pt x="744019" y="13106"/>
                        <a:pt x="764076" y="10194"/>
                        <a:pt x="747839" y="8009"/>
                      </a:cubicBezTo>
                      <a:cubicBezTo>
                        <a:pt x="697219" y="11650"/>
                        <a:pt x="635616" y="5825"/>
                        <a:pt x="573057" y="6553"/>
                      </a:cubicBezTo>
                      <a:cubicBezTo>
                        <a:pt x="572102" y="8009"/>
                        <a:pt x="582608" y="9466"/>
                        <a:pt x="569237" y="11650"/>
                      </a:cubicBezTo>
                      <a:lnTo>
                        <a:pt x="535808" y="5825"/>
                      </a:lnTo>
                      <a:cubicBezTo>
                        <a:pt x="523392" y="6553"/>
                        <a:pt x="524347" y="12378"/>
                        <a:pt x="501902" y="8009"/>
                      </a:cubicBezTo>
                      <a:cubicBezTo>
                        <a:pt x="505245" y="9466"/>
                        <a:pt x="510021" y="10922"/>
                        <a:pt x="501425" y="10922"/>
                      </a:cubicBezTo>
                      <a:cubicBezTo>
                        <a:pt x="378217" y="5097"/>
                        <a:pt x="250235" y="16019"/>
                        <a:pt x="125117" y="5097"/>
                      </a:cubicBezTo>
                      <a:cubicBezTo>
                        <a:pt x="141831" y="6553"/>
                        <a:pt x="130848" y="7281"/>
                        <a:pt x="117954" y="7281"/>
                      </a:cubicBezTo>
                      <a:cubicBezTo>
                        <a:pt x="126072" y="8009"/>
                        <a:pt x="117476" y="10194"/>
                        <a:pt x="119386" y="12378"/>
                      </a:cubicBezTo>
                      <a:lnTo>
                        <a:pt x="66856" y="7281"/>
                      </a:lnTo>
                      <a:cubicBezTo>
                        <a:pt x="57305" y="12378"/>
                        <a:pt x="10983" y="7281"/>
                        <a:pt x="5253" y="12378"/>
                      </a:cubicBezTo>
                      <a:lnTo>
                        <a:pt x="21967" y="10922"/>
                      </a:lnTo>
                      <a:cubicBezTo>
                        <a:pt x="0" y="16747"/>
                        <a:pt x="53007" y="23300"/>
                        <a:pt x="49664" y="30582"/>
                      </a:cubicBezTo>
                      <a:cubicBezTo>
                        <a:pt x="74497" y="24028"/>
                        <a:pt x="114611" y="40047"/>
                        <a:pt x="155203" y="31310"/>
                      </a:cubicBezTo>
                      <a:cubicBezTo>
                        <a:pt x="164276" y="32766"/>
                        <a:pt x="147562" y="33494"/>
                        <a:pt x="152337" y="34950"/>
                      </a:cubicBezTo>
                      <a:cubicBezTo>
                        <a:pt x="162366" y="32038"/>
                        <a:pt x="174782" y="31310"/>
                        <a:pt x="197704" y="32766"/>
                      </a:cubicBezTo>
                      <a:lnTo>
                        <a:pt x="195317" y="33494"/>
                      </a:lnTo>
                      <a:cubicBezTo>
                        <a:pt x="259786" y="32766"/>
                        <a:pt x="287483" y="35679"/>
                        <a:pt x="360071" y="37863"/>
                      </a:cubicBezTo>
                      <a:lnTo>
                        <a:pt x="354340" y="34222"/>
                      </a:lnTo>
                      <a:cubicBezTo>
                        <a:pt x="370099" y="34950"/>
                        <a:pt x="373442" y="35679"/>
                        <a:pt x="380605" y="36407"/>
                      </a:cubicBezTo>
                      <a:cubicBezTo>
                        <a:pt x="398752" y="31310"/>
                        <a:pt x="337148" y="36407"/>
                        <a:pt x="353385" y="30582"/>
                      </a:cubicBezTo>
                      <a:cubicBezTo>
                        <a:pt x="373919" y="37863"/>
                        <a:pt x="463221" y="30582"/>
                        <a:pt x="477070" y="38591"/>
                      </a:cubicBezTo>
                      <a:cubicBezTo>
                        <a:pt x="500947" y="39319"/>
                        <a:pt x="469907" y="34950"/>
                        <a:pt x="493784" y="34950"/>
                      </a:cubicBezTo>
                      <a:lnTo>
                        <a:pt x="500470" y="37135"/>
                      </a:lnTo>
                      <a:lnTo>
                        <a:pt x="506200" y="34222"/>
                      </a:lnTo>
                      <a:cubicBezTo>
                        <a:pt x="521959" y="34950"/>
                        <a:pt x="530078" y="37863"/>
                        <a:pt x="530555" y="39319"/>
                      </a:cubicBezTo>
                      <a:cubicBezTo>
                        <a:pt x="526735" y="39319"/>
                        <a:pt x="519572" y="40047"/>
                        <a:pt x="515751" y="40047"/>
                      </a:cubicBezTo>
                      <a:cubicBezTo>
                        <a:pt x="535808" y="42960"/>
                        <a:pt x="573057" y="39319"/>
                        <a:pt x="580220" y="40047"/>
                      </a:cubicBezTo>
                      <a:lnTo>
                        <a:pt x="556820" y="38591"/>
                      </a:lnTo>
                      <a:cubicBezTo>
                        <a:pt x="622244" y="36407"/>
                        <a:pt x="701995" y="40047"/>
                        <a:pt x="765509" y="35679"/>
                      </a:cubicBezTo>
                      <a:lnTo>
                        <a:pt x="760733" y="33494"/>
                      </a:lnTo>
                      <a:cubicBezTo>
                        <a:pt x="808966" y="30582"/>
                        <a:pt x="799415" y="35679"/>
                        <a:pt x="851945" y="34222"/>
                      </a:cubicBezTo>
                      <a:lnTo>
                        <a:pt x="850035" y="34950"/>
                      </a:lnTo>
                      <a:cubicBezTo>
                        <a:pt x="861018" y="32766"/>
                        <a:pt x="874867" y="32038"/>
                        <a:pt x="889671" y="32766"/>
                      </a:cubicBezTo>
                      <a:cubicBezTo>
                        <a:pt x="876300" y="34222"/>
                        <a:pt x="914504" y="36407"/>
                        <a:pt x="897312" y="38591"/>
                      </a:cubicBezTo>
                      <a:cubicBezTo>
                        <a:pt x="949365" y="34950"/>
                        <a:pt x="923100" y="35679"/>
                        <a:pt x="957483" y="29853"/>
                      </a:cubicBezTo>
                      <a:lnTo>
                        <a:pt x="965601" y="32766"/>
                      </a:lnTo>
                      <a:cubicBezTo>
                        <a:pt x="977062" y="29853"/>
                        <a:pt x="978018" y="29125"/>
                        <a:pt x="1004760" y="28397"/>
                      </a:cubicBezTo>
                      <a:cubicBezTo>
                        <a:pt x="982793" y="30582"/>
                        <a:pt x="1021474" y="32038"/>
                        <a:pt x="997119" y="35679"/>
                      </a:cubicBezTo>
                      <a:cubicBezTo>
                        <a:pt x="1052993" y="41504"/>
                        <a:pt x="1079735" y="29853"/>
                        <a:pt x="1105045" y="38591"/>
                      </a:cubicBezTo>
                      <a:cubicBezTo>
                        <a:pt x="1130833" y="30582"/>
                        <a:pt x="1057290" y="34222"/>
                        <a:pt x="1071617" y="32766"/>
                      </a:cubicBezTo>
                      <a:cubicBezTo>
                        <a:pt x="1059678" y="29853"/>
                        <a:pt x="1092629" y="26941"/>
                        <a:pt x="1109821" y="27669"/>
                      </a:cubicBezTo>
                      <a:cubicBezTo>
                        <a:pt x="1127490" y="27669"/>
                        <a:pt x="1139906" y="37135"/>
                        <a:pt x="1184796" y="37135"/>
                      </a:cubicBezTo>
                      <a:cubicBezTo>
                        <a:pt x="1180020" y="37135"/>
                        <a:pt x="1180020" y="37863"/>
                        <a:pt x="1175245" y="37863"/>
                      </a:cubicBezTo>
                      <a:cubicBezTo>
                        <a:pt x="1191959" y="40047"/>
                        <a:pt x="1208196" y="34950"/>
                        <a:pt x="1228730" y="38591"/>
                      </a:cubicBezTo>
                      <a:cubicBezTo>
                        <a:pt x="1240191" y="34222"/>
                        <a:pt x="1254995" y="38591"/>
                        <a:pt x="1258338" y="32766"/>
                      </a:cubicBezTo>
                      <a:lnTo>
                        <a:pt x="1217747" y="34222"/>
                      </a:lnTo>
                      <a:cubicBezTo>
                        <a:pt x="1240669" y="32766"/>
                        <a:pt x="1262636" y="26213"/>
                        <a:pt x="1300840" y="29125"/>
                      </a:cubicBezTo>
                      <a:cubicBezTo>
                        <a:pt x="1297975" y="30582"/>
                        <a:pt x="1286513" y="32038"/>
                        <a:pt x="1278395" y="32766"/>
                      </a:cubicBezTo>
                      <a:cubicBezTo>
                        <a:pt x="1289856" y="34950"/>
                        <a:pt x="1299885" y="32038"/>
                        <a:pt x="1311823" y="33494"/>
                      </a:cubicBezTo>
                      <a:cubicBezTo>
                        <a:pt x="1308481" y="39319"/>
                        <a:pt x="1262158" y="34950"/>
                        <a:pt x="1237326" y="39319"/>
                      </a:cubicBezTo>
                      <a:cubicBezTo>
                        <a:pt x="1249265" y="41504"/>
                        <a:pt x="1284126" y="34950"/>
                        <a:pt x="1271709" y="41504"/>
                      </a:cubicBezTo>
                      <a:cubicBezTo>
                        <a:pt x="1289379" y="33494"/>
                        <a:pt x="1315644" y="42232"/>
                        <a:pt x="1345729" y="36407"/>
                      </a:cubicBezTo>
                      <a:lnTo>
                        <a:pt x="1343819" y="40047"/>
                      </a:lnTo>
                      <a:cubicBezTo>
                        <a:pt x="1348595" y="39319"/>
                        <a:pt x="1358623" y="37863"/>
                        <a:pt x="1367219" y="37863"/>
                      </a:cubicBezTo>
                      <a:lnTo>
                        <a:pt x="1351460" y="42232"/>
                      </a:lnTo>
                      <a:cubicBezTo>
                        <a:pt x="1375815" y="38591"/>
                        <a:pt x="1398260" y="45872"/>
                        <a:pt x="1421659" y="43688"/>
                      </a:cubicBezTo>
                      <a:cubicBezTo>
                        <a:pt x="1372950" y="43688"/>
                        <a:pt x="1410676" y="39319"/>
                        <a:pt x="1390141" y="37135"/>
                      </a:cubicBezTo>
                      <a:cubicBezTo>
                        <a:pt x="1450790" y="32766"/>
                        <a:pt x="1425002" y="46601"/>
                        <a:pt x="1492814" y="45144"/>
                      </a:cubicBezTo>
                      <a:cubicBezTo>
                        <a:pt x="1483741" y="45144"/>
                        <a:pt x="1458431" y="42232"/>
                        <a:pt x="1472757" y="40775"/>
                      </a:cubicBezTo>
                      <a:cubicBezTo>
                        <a:pt x="1485651" y="41504"/>
                        <a:pt x="1502365" y="42960"/>
                        <a:pt x="1510483" y="45144"/>
                      </a:cubicBezTo>
                      <a:cubicBezTo>
                        <a:pt x="1555373" y="44416"/>
                        <a:pt x="1503798" y="41504"/>
                        <a:pt x="1522900" y="39319"/>
                      </a:cubicBezTo>
                      <a:cubicBezTo>
                        <a:pt x="1538181" y="43688"/>
                        <a:pt x="1544867" y="37863"/>
                        <a:pt x="1564446" y="36407"/>
                      </a:cubicBezTo>
                      <a:lnTo>
                        <a:pt x="1564446" y="40047"/>
                      </a:lnTo>
                      <a:cubicBezTo>
                        <a:pt x="1616021" y="42232"/>
                        <a:pt x="1578295" y="32766"/>
                        <a:pt x="1624140" y="35679"/>
                      </a:cubicBezTo>
                      <a:lnTo>
                        <a:pt x="1605038" y="40047"/>
                      </a:lnTo>
                      <a:lnTo>
                        <a:pt x="1628915" y="39319"/>
                      </a:lnTo>
                      <a:lnTo>
                        <a:pt x="1623662" y="42960"/>
                      </a:lnTo>
                      <a:cubicBezTo>
                        <a:pt x="1649927" y="40047"/>
                        <a:pt x="1658046" y="40775"/>
                        <a:pt x="1683833" y="42232"/>
                      </a:cubicBezTo>
                      <a:cubicBezTo>
                        <a:pt x="1677625" y="39319"/>
                        <a:pt x="1687176" y="35679"/>
                        <a:pt x="1709621" y="35679"/>
                      </a:cubicBezTo>
                      <a:cubicBezTo>
                        <a:pt x="1725380" y="37863"/>
                        <a:pt x="1701025" y="39319"/>
                        <a:pt x="1733498" y="38591"/>
                      </a:cubicBezTo>
                      <a:cubicBezTo>
                        <a:pt x="1725857" y="40775"/>
                        <a:pt x="1718217" y="43688"/>
                        <a:pt x="1703890" y="40047"/>
                      </a:cubicBezTo>
                      <a:cubicBezTo>
                        <a:pt x="1702458" y="41504"/>
                        <a:pt x="1696727" y="42232"/>
                        <a:pt x="1695294" y="43688"/>
                      </a:cubicBezTo>
                      <a:cubicBezTo>
                        <a:pt x="1712009" y="45872"/>
                        <a:pt x="1737319" y="44416"/>
                        <a:pt x="1748780" y="44416"/>
                      </a:cubicBezTo>
                      <a:cubicBezTo>
                        <a:pt x="1744482" y="44416"/>
                        <a:pt x="1739229" y="43688"/>
                        <a:pt x="1736364" y="43688"/>
                      </a:cubicBezTo>
                      <a:lnTo>
                        <a:pt x="1783163" y="38591"/>
                      </a:lnTo>
                      <a:cubicBezTo>
                        <a:pt x="1790326" y="40047"/>
                        <a:pt x="1784596" y="40775"/>
                        <a:pt x="1778865" y="42232"/>
                      </a:cubicBezTo>
                      <a:cubicBezTo>
                        <a:pt x="1787939" y="41504"/>
                        <a:pt x="1794624" y="40047"/>
                        <a:pt x="1808473" y="40047"/>
                      </a:cubicBezTo>
                      <a:cubicBezTo>
                        <a:pt x="1805130" y="42960"/>
                        <a:pt x="1805608" y="45872"/>
                        <a:pt x="1786028" y="47329"/>
                      </a:cubicBezTo>
                      <a:lnTo>
                        <a:pt x="1830440" y="43688"/>
                      </a:lnTo>
                      <a:cubicBezTo>
                        <a:pt x="1833306" y="45144"/>
                        <a:pt x="1853363" y="47329"/>
                        <a:pt x="1847632" y="48785"/>
                      </a:cubicBezTo>
                      <a:cubicBezTo>
                        <a:pt x="1871987" y="50241"/>
                        <a:pt x="1907803" y="42960"/>
                        <a:pt x="1940754" y="45144"/>
                      </a:cubicBezTo>
                      <a:cubicBezTo>
                        <a:pt x="1942187" y="45144"/>
                        <a:pt x="1945529" y="44416"/>
                        <a:pt x="1952693" y="43688"/>
                      </a:cubicBezTo>
                      <a:cubicBezTo>
                        <a:pt x="1983256" y="45144"/>
                        <a:pt x="2010476" y="48785"/>
                        <a:pt x="2046770" y="44416"/>
                      </a:cubicBezTo>
                      <a:lnTo>
                        <a:pt x="2067304" y="49513"/>
                      </a:lnTo>
                      <a:cubicBezTo>
                        <a:pt x="2095957" y="48785"/>
                        <a:pt x="2039606" y="42960"/>
                        <a:pt x="2086884" y="41504"/>
                      </a:cubicBezTo>
                      <a:cubicBezTo>
                        <a:pt x="2120312" y="40047"/>
                        <a:pt x="2099300" y="45872"/>
                        <a:pt x="2111239" y="47329"/>
                      </a:cubicBezTo>
                      <a:cubicBezTo>
                        <a:pt x="2127953" y="45144"/>
                        <a:pt x="2157083" y="39319"/>
                        <a:pt x="2187646" y="43688"/>
                      </a:cubicBezTo>
                      <a:cubicBezTo>
                        <a:pt x="2177618" y="45144"/>
                        <a:pt x="2169499" y="43688"/>
                        <a:pt x="2159948" y="44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2" name="곡선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hsAAD0NAABjGwAAQg0AAAAAAAAmAAAACAAAAP//////////"/>
                    </a:ext>
                  </a:extLst>
                </p:cNvSpPr>
                <p:nvPr/>
              </p:nvSpPr>
              <p:spPr>
                <a:xfrm>
                  <a:off x="4446270" y="2152015"/>
                  <a:ext cx="5715" cy="3175"/>
                </a:xfrm>
                <a:custGeom>
                  <a:avLst/>
                  <a:gdLst/>
                  <a:ahLst/>
                  <a:cxnLst/>
                  <a:rect l="0" t="0" r="5715" b="3175"/>
                  <a:pathLst>
                    <a:path w="5715" h="3175">
                      <a:moveTo>
                        <a:pt x="5715" y="3175"/>
                      </a:moveTo>
                      <a:cubicBezTo>
                        <a:pt x="3810" y="2116"/>
                        <a:pt x="3333" y="1058"/>
                        <a:pt x="2857" y="0"/>
                      </a:cubicBezTo>
                      <a:cubicBezTo>
                        <a:pt x="476" y="1058"/>
                        <a:pt x="0" y="2116"/>
                        <a:pt x="5715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1" name="자유형 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RQAAEcNAAD5FAAASQ0AAAAAAAAmAAAACAAAAP//////////"/>
                    </a:ext>
                  </a:extLst>
                </p:cNvSpPr>
                <p:nvPr/>
              </p:nvSpPr>
              <p:spPr>
                <a:xfrm>
                  <a:off x="3406775" y="2158365"/>
                  <a:ext cx="2540" cy="1270"/>
                </a:xfrm>
                <a:custGeom>
                  <a:avLst/>
                  <a:gdLst/>
                  <a:ahLst/>
                  <a:cxnLst/>
                  <a:rect l="0" t="0" r="2540" b="1270"/>
                  <a:pathLst>
                    <a:path w="2540" h="1270">
                      <a:moveTo>
                        <a:pt x="2540" y="1270"/>
                      </a:moveTo>
                      <a:lnTo>
                        <a:pt x="1524" y="0"/>
                      </a:lnTo>
                      <a:cubicBezTo>
                        <a:pt x="508" y="1270"/>
                        <a:pt x="508" y="1270"/>
                        <a:pt x="0" y="1270"/>
                      </a:cubicBezTo>
                      <a:lnTo>
                        <a:pt x="254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0" name="곡선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SIAAEcNAAAZIgAASg0AAAAAAAAmAAAACAAAAP//////////"/>
                    </a:ext>
                  </a:extLst>
                </p:cNvSpPr>
                <p:nvPr/>
              </p:nvSpPr>
              <p:spPr>
                <a:xfrm>
                  <a:off x="5530215" y="215836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2700" y="1905"/>
                      </a:moveTo>
                      <a:cubicBezTo>
                        <a:pt x="6115" y="1270"/>
                        <a:pt x="2822" y="635"/>
                        <a:pt x="470" y="0"/>
                      </a:cubicBezTo>
                      <a:cubicBezTo>
                        <a:pt x="0" y="635"/>
                        <a:pt x="2822" y="1270"/>
                        <a:pt x="1270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9" name="곡선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SYAABQNAAAhJgAAFw0AAAAAAAAmAAAACAAAAP//////////"/>
                    </a:ext>
                  </a:extLst>
                </p:cNvSpPr>
                <p:nvPr/>
              </p:nvSpPr>
              <p:spPr>
                <a:xfrm>
                  <a:off x="6177915" y="2125980"/>
                  <a:ext cx="20320" cy="1905"/>
                </a:xfrm>
                <a:custGeom>
                  <a:avLst/>
                  <a:gdLst/>
                  <a:ahLst/>
                  <a:cxnLst/>
                  <a:rect l="0" t="0" r="20320" b="1905"/>
                  <a:pathLst>
                    <a:path w="20320" h="1905">
                      <a:moveTo>
                        <a:pt x="20320" y="0"/>
                      </a:moveTo>
                      <a:lnTo>
                        <a:pt x="0" y="635"/>
                      </a:lnTo>
                      <a:cubicBezTo>
                        <a:pt x="9676" y="635"/>
                        <a:pt x="13063" y="1270"/>
                        <a:pt x="18385" y="1905"/>
                      </a:cubicBezTo>
                      <a:cubicBezTo>
                        <a:pt x="17901" y="1270"/>
                        <a:pt x="14030" y="0"/>
                        <a:pt x="203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8" name="곡선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ICcAADMNAABDJwAANw0AAAAAAAAmAAAACAAAAP//////////"/>
                    </a:ext>
                  </a:extLst>
                </p:cNvSpPr>
                <p:nvPr/>
              </p:nvSpPr>
              <p:spPr>
                <a:xfrm>
                  <a:off x="6360160" y="2145665"/>
                  <a:ext cx="22225" cy="2540"/>
                </a:xfrm>
                <a:custGeom>
                  <a:avLst/>
                  <a:gdLst/>
                  <a:ahLst/>
                  <a:cxnLst/>
                  <a:rect l="0" t="0" r="22225" b="2540"/>
                  <a:pathLst>
                    <a:path w="22225" h="2540">
                      <a:moveTo>
                        <a:pt x="13045" y="2540"/>
                      </a:moveTo>
                      <a:cubicBezTo>
                        <a:pt x="15944" y="1693"/>
                        <a:pt x="19326" y="2540"/>
                        <a:pt x="22225" y="1693"/>
                      </a:cubicBezTo>
                      <a:lnTo>
                        <a:pt x="21258" y="0"/>
                      </a:lnTo>
                      <a:cubicBezTo>
                        <a:pt x="8696" y="0"/>
                        <a:pt x="0" y="1693"/>
                        <a:pt x="130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7" name="자유형 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SYAACMNAABtJgAAKw0AAAAAAAAmAAAACAAAAP//////////"/>
                    </a:ext>
                  </a:extLst>
                </p:cNvSpPr>
                <p:nvPr/>
              </p:nvSpPr>
              <p:spPr>
                <a:xfrm>
                  <a:off x="6216015" y="2135505"/>
                  <a:ext cx="30480" cy="5080"/>
                </a:xfrm>
                <a:custGeom>
                  <a:avLst/>
                  <a:gdLst/>
                  <a:ahLst/>
                  <a:cxnLst/>
                  <a:rect l="0" t="0" r="30480" b="5080"/>
                  <a:pathLst>
                    <a:path w="30480" h="5080">
                      <a:moveTo>
                        <a:pt x="0" y="2177"/>
                      </a:moveTo>
                      <a:cubicBezTo>
                        <a:pt x="1451" y="5080"/>
                        <a:pt x="14514" y="4354"/>
                        <a:pt x="29029" y="3629"/>
                      </a:cubicBezTo>
                      <a:lnTo>
                        <a:pt x="26126" y="3629"/>
                      </a:lnTo>
                      <a:cubicBezTo>
                        <a:pt x="30480" y="0"/>
                        <a:pt x="14998" y="726"/>
                        <a:pt x="0" y="21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6" name="자유형 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yYAACYNAACGJgAAKA0AAAAAAAAmAAAACAAAAP//////////"/>
                    </a:ext>
                  </a:extLst>
                </p:cNvSpPr>
                <p:nvPr/>
              </p:nvSpPr>
              <p:spPr>
                <a:xfrm>
                  <a:off x="6247765" y="2137410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0" y="1270"/>
                      </a:moveTo>
                      <a:cubicBezTo>
                        <a:pt x="4711" y="1270"/>
                        <a:pt x="8951" y="1270"/>
                        <a:pt x="13191" y="1270"/>
                      </a:cubicBezTo>
                      <a:cubicBezTo>
                        <a:pt x="14605" y="0"/>
                        <a:pt x="8009" y="127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5" name="곡선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yUAAA8NAABwJQAAHA0AAAAAAAAmAAAACAAAAP//////////"/>
                    </a:ext>
                  </a:extLst>
                </p:cNvSpPr>
                <p:nvPr/>
              </p:nvSpPr>
              <p:spPr>
                <a:xfrm>
                  <a:off x="6034405" y="2122805"/>
                  <a:ext cx="51435" cy="8255"/>
                </a:xfrm>
                <a:custGeom>
                  <a:avLst/>
                  <a:gdLst/>
                  <a:ahLst/>
                  <a:cxnLst/>
                  <a:rect l="0" t="0" r="51435" b="8255"/>
                  <a:pathLst>
                    <a:path w="51435" h="8255">
                      <a:moveTo>
                        <a:pt x="36334" y="6191"/>
                      </a:moveTo>
                      <a:cubicBezTo>
                        <a:pt x="42941" y="6879"/>
                        <a:pt x="40581" y="2751"/>
                        <a:pt x="44356" y="4127"/>
                      </a:cubicBezTo>
                      <a:cubicBezTo>
                        <a:pt x="51435" y="0"/>
                        <a:pt x="0" y="8255"/>
                        <a:pt x="36334" y="619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4" name="자유형 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yYAADANAABQJgAANw0AAAAAAAAmAAAACAAAAP//////////"/>
                    </a:ext>
                  </a:extLst>
                </p:cNvSpPr>
                <p:nvPr/>
              </p:nvSpPr>
              <p:spPr>
                <a:xfrm>
                  <a:off x="6214745" y="2143760"/>
                  <a:ext cx="13335" cy="4445"/>
                </a:xfrm>
                <a:custGeom>
                  <a:avLst/>
                  <a:gdLst/>
                  <a:ahLst/>
                  <a:cxnLst/>
                  <a:rect l="0" t="0" r="13335" b="4445"/>
                  <a:pathLst>
                    <a:path w="13335" h="4445">
                      <a:moveTo>
                        <a:pt x="13335" y="4445"/>
                      </a:moveTo>
                      <a:lnTo>
                        <a:pt x="7902" y="0"/>
                      </a:lnTo>
                      <a:lnTo>
                        <a:pt x="0" y="3556"/>
                      </a:lnTo>
                      <a:lnTo>
                        <a:pt x="13335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3" name="자유형 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iUAAC4NAADNJQAAMg0AAAAAAAAmAAAACAAAAP//////////"/>
                    </a:ext>
                  </a:extLst>
                </p:cNvSpPr>
                <p:nvPr/>
              </p:nvSpPr>
              <p:spPr>
                <a:xfrm>
                  <a:off x="6115050" y="2142490"/>
                  <a:ext cx="29845" cy="2540"/>
                </a:xfrm>
                <a:custGeom>
                  <a:avLst/>
                  <a:gdLst/>
                  <a:ahLst/>
                  <a:cxnLst/>
                  <a:rect l="0" t="0" r="29845" b="2540"/>
                  <a:pathLst>
                    <a:path w="29845" h="2540">
                      <a:moveTo>
                        <a:pt x="489" y="1693"/>
                      </a:moveTo>
                      <a:lnTo>
                        <a:pt x="23973" y="2540"/>
                      </a:lnTo>
                      <a:cubicBezTo>
                        <a:pt x="23484" y="1693"/>
                        <a:pt x="26420" y="1693"/>
                        <a:pt x="29845" y="1693"/>
                      </a:cubicBezTo>
                      <a:cubicBezTo>
                        <a:pt x="15656" y="847"/>
                        <a:pt x="0" y="0"/>
                        <a:pt x="489" y="169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2" name="곡선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SUAADANAADpJQAAMg0AAAAAAAAmAAAACAAAAP//////////"/>
                    </a:ext>
                  </a:extLst>
                </p:cNvSpPr>
                <p:nvPr/>
              </p:nvSpPr>
              <p:spPr>
                <a:xfrm>
                  <a:off x="6144895" y="2143760"/>
                  <a:ext cx="17780" cy="1270"/>
                </a:xfrm>
                <a:custGeom>
                  <a:avLst/>
                  <a:gdLst/>
                  <a:ahLst/>
                  <a:cxnLst/>
                  <a:rect l="0" t="0" r="17780" b="1270"/>
                  <a:pathLst>
                    <a:path w="17780" h="1270">
                      <a:moveTo>
                        <a:pt x="0" y="1270"/>
                      </a:moveTo>
                      <a:cubicBezTo>
                        <a:pt x="7018" y="1270"/>
                        <a:pt x="14037" y="1270"/>
                        <a:pt x="17780" y="0"/>
                      </a:cubicBezTo>
                      <a:cubicBezTo>
                        <a:pt x="14037" y="0"/>
                        <a:pt x="5615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1" name="곡선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+yUAADcNAAAfJgAANw0AAAAAAAAmAAAACAAAAP//////////"/>
                    </a:ext>
                  </a:extLst>
                </p:cNvSpPr>
                <p:nvPr/>
              </p:nvSpPr>
              <p:spPr>
                <a:xfrm>
                  <a:off x="6174105" y="2148205"/>
                  <a:ext cx="22860" cy="0"/>
                </a:xfrm>
                <a:custGeom>
                  <a:avLst/>
                  <a:gdLst/>
                  <a:ahLst/>
                  <a:cxnLst/>
                  <a:rect l="0" t="0" r="22860" b="0"/>
                  <a:pathLst>
                    <a:path w="22860">
                      <a:moveTo>
                        <a:pt x="22860" y="0"/>
                      </a:moveTo>
                      <a:lnTo>
                        <a:pt x="16051" y="0"/>
                      </a:lnTo>
                      <a:lnTo>
                        <a:pt x="0" y="0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0" name="자유형 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yMAAC4NAAAoJAAAMw0AAAAAAAAmAAAACAAAAP//////////"/>
                    </a:ext>
                  </a:extLst>
                </p:cNvSpPr>
                <p:nvPr/>
              </p:nvSpPr>
              <p:spPr>
                <a:xfrm>
                  <a:off x="5846445" y="2142490"/>
                  <a:ext cx="31115" cy="3175"/>
                </a:xfrm>
                <a:custGeom>
                  <a:avLst/>
                  <a:gdLst/>
                  <a:ahLst/>
                  <a:cxnLst/>
                  <a:rect l="0" t="0" r="31115" b="3175"/>
                  <a:pathLst>
                    <a:path w="31115" h="3175">
                      <a:moveTo>
                        <a:pt x="27285" y="0"/>
                      </a:moveTo>
                      <a:lnTo>
                        <a:pt x="2393" y="793"/>
                      </a:lnTo>
                      <a:cubicBezTo>
                        <a:pt x="0" y="2381"/>
                        <a:pt x="6701" y="3175"/>
                        <a:pt x="15796" y="3175"/>
                      </a:cubicBezTo>
                      <a:cubicBezTo>
                        <a:pt x="21541" y="1587"/>
                        <a:pt x="31115" y="1587"/>
                        <a:pt x="272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9" name="자유형 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SQAADoNAACXJAAAQg0AAAAAAAAmAAAACAAAAP//////////"/>
                    </a:ext>
                  </a:extLst>
                </p:cNvSpPr>
                <p:nvPr/>
              </p:nvSpPr>
              <p:spPr>
                <a:xfrm>
                  <a:off x="5936615" y="2150110"/>
                  <a:ext cx="11430" cy="5080"/>
                </a:xfrm>
                <a:custGeom>
                  <a:avLst/>
                  <a:gdLst/>
                  <a:ahLst/>
                  <a:cxnLst/>
                  <a:rect l="0" t="0" r="11430" b="5080"/>
                  <a:pathLst>
                    <a:path w="11430" h="5080">
                      <a:moveTo>
                        <a:pt x="11430" y="2903"/>
                      </a:moveTo>
                      <a:cubicBezTo>
                        <a:pt x="5029" y="2177"/>
                        <a:pt x="4572" y="1451"/>
                        <a:pt x="914" y="0"/>
                      </a:cubicBezTo>
                      <a:lnTo>
                        <a:pt x="0" y="5080"/>
                      </a:lnTo>
                      <a:lnTo>
                        <a:pt x="11430" y="29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8" name="자유형 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SMAAEINAABKJAAARQ0AAAAAAAAmAAAACAAAAP//////////"/>
                    </a:ext>
                  </a:extLst>
                </p:cNvSpPr>
                <p:nvPr/>
              </p:nvSpPr>
              <p:spPr>
                <a:xfrm>
                  <a:off x="5840095" y="2155190"/>
                  <a:ext cx="59055" cy="1905"/>
                </a:xfrm>
                <a:custGeom>
                  <a:avLst/>
                  <a:gdLst/>
                  <a:ahLst/>
                  <a:cxnLst/>
                  <a:rect l="0" t="0" r="59055" b="1905"/>
                  <a:pathLst>
                    <a:path w="59055" h="1905">
                      <a:moveTo>
                        <a:pt x="36009" y="0"/>
                      </a:moveTo>
                      <a:cubicBezTo>
                        <a:pt x="33608" y="476"/>
                        <a:pt x="0" y="1905"/>
                        <a:pt x="31688" y="1905"/>
                      </a:cubicBezTo>
                      <a:cubicBezTo>
                        <a:pt x="34088" y="952"/>
                        <a:pt x="59055" y="476"/>
                        <a:pt x="360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7" name="자유형 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3SEAACsNAADlIQAANw0AAAAAAAAmAAAACAAAAP//////////"/>
                    </a:ext>
                  </a:extLst>
                </p:cNvSpPr>
                <p:nvPr/>
              </p:nvSpPr>
              <p:spPr>
                <a:xfrm>
                  <a:off x="5504815" y="2140585"/>
                  <a:ext cx="5080" cy="7620"/>
                </a:xfrm>
                <a:custGeom>
                  <a:avLst/>
                  <a:gdLst/>
                  <a:ahLst/>
                  <a:cxnLst/>
                  <a:rect l="0" t="0" r="5080" b="7620"/>
                  <a:pathLst>
                    <a:path w="5080" h="7620">
                      <a:moveTo>
                        <a:pt x="0" y="7620"/>
                      </a:moveTo>
                      <a:lnTo>
                        <a:pt x="5080" y="7620"/>
                      </a:lnTo>
                      <a:lnTo>
                        <a:pt x="4689" y="0"/>
                      </a:lnTo>
                      <a:lnTo>
                        <a:pt x="0" y="762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6" name="곡선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B8AAEkNAAAZIAAAVA0AAAAAAAAmAAAACAAAAP//////////"/>
                    </a:ext>
                  </a:extLst>
                </p:cNvSpPr>
                <p:nvPr/>
              </p:nvSpPr>
              <p:spPr>
                <a:xfrm>
                  <a:off x="5168900" y="2159635"/>
                  <a:ext cx="48895" cy="6985"/>
                </a:xfrm>
                <a:custGeom>
                  <a:avLst/>
                  <a:gdLst/>
                  <a:ahLst/>
                  <a:cxnLst/>
                  <a:rect l="0" t="0" r="48895" b="6985"/>
                  <a:pathLst>
                    <a:path w="48895" h="6985">
                      <a:moveTo>
                        <a:pt x="7745" y="5588"/>
                      </a:moveTo>
                      <a:cubicBezTo>
                        <a:pt x="37760" y="6985"/>
                        <a:pt x="15007" y="698"/>
                        <a:pt x="41633" y="2794"/>
                      </a:cubicBezTo>
                      <a:cubicBezTo>
                        <a:pt x="48895" y="1397"/>
                        <a:pt x="19848" y="1397"/>
                        <a:pt x="27110" y="0"/>
                      </a:cubicBezTo>
                      <a:cubicBezTo>
                        <a:pt x="9198" y="1397"/>
                        <a:pt x="0" y="698"/>
                        <a:pt x="7745" y="55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5" name="자유형 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x8AAEUNAAAFIAAASQ0AAAAAAAAmAAAACAAAAP//////////"/>
                    </a:ext>
                  </a:extLst>
                </p:cNvSpPr>
                <p:nvPr/>
              </p:nvSpPr>
              <p:spPr>
                <a:xfrm>
                  <a:off x="5196205" y="2157095"/>
                  <a:ext cx="8890" cy="2540"/>
                </a:xfrm>
                <a:custGeom>
                  <a:avLst/>
                  <a:gdLst/>
                  <a:ahLst/>
                  <a:cxnLst/>
                  <a:rect l="0" t="0" r="8890" b="2540"/>
                  <a:pathLst>
                    <a:path w="8890" h="2540">
                      <a:moveTo>
                        <a:pt x="0" y="2540"/>
                      </a:moveTo>
                      <a:lnTo>
                        <a:pt x="8890" y="0"/>
                      </a:lnTo>
                      <a:cubicBezTo>
                        <a:pt x="3743" y="1270"/>
                        <a:pt x="1404" y="1270"/>
                        <a:pt x="0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4" name="자유형 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wkAAAMNAAA5CQAACA0AAAAAAAAmAAAACAAAAP//////////"/>
                    </a:ext>
                  </a:extLst>
                </p:cNvSpPr>
                <p:nvPr/>
              </p:nvSpPr>
              <p:spPr>
                <a:xfrm>
                  <a:off x="1480185" y="2115185"/>
                  <a:ext cx="19050" cy="3175"/>
                </a:xfrm>
                <a:custGeom>
                  <a:avLst/>
                  <a:gdLst/>
                  <a:ahLst/>
                  <a:cxnLst/>
                  <a:rect l="0" t="0" r="19050" b="3175"/>
                  <a:pathLst>
                    <a:path w="19050" h="3175">
                      <a:moveTo>
                        <a:pt x="19050" y="1587"/>
                      </a:moveTo>
                      <a:lnTo>
                        <a:pt x="0" y="0"/>
                      </a:lnTo>
                      <a:lnTo>
                        <a:pt x="12212" y="3175"/>
                      </a:lnTo>
                      <a:lnTo>
                        <a:pt x="19050" y="15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3" name="자유형 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6AgAAAcNAAAACQAADQ0AAAAAAAAmAAAACAAAAP//////////"/>
                    </a:ext>
                  </a:extLst>
                </p:cNvSpPr>
                <p:nvPr/>
              </p:nvSpPr>
              <p:spPr>
                <a:xfrm>
                  <a:off x="1447800" y="2117725"/>
                  <a:ext cx="15240" cy="3810"/>
                </a:xfrm>
                <a:custGeom>
                  <a:avLst/>
                  <a:gdLst/>
                  <a:ahLst/>
                  <a:cxnLst/>
                  <a:rect l="0" t="0" r="15240" b="3810"/>
                  <a:pathLst>
                    <a:path w="15240" h="3810">
                      <a:moveTo>
                        <a:pt x="15240" y="3810"/>
                      </a:moveTo>
                      <a:lnTo>
                        <a:pt x="10954" y="0"/>
                      </a:lnTo>
                      <a:lnTo>
                        <a:pt x="0" y="3175"/>
                      </a:lnTo>
                      <a:cubicBezTo>
                        <a:pt x="3810" y="3175"/>
                        <a:pt x="12383" y="3175"/>
                        <a:pt x="1524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2" name="곡선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RgAAE8NAADPGAAAVA0AAAAAAAAmAAAACAAAAP//////////"/>
                    </a:ext>
                  </a:extLst>
                </p:cNvSpPr>
                <p:nvPr/>
              </p:nvSpPr>
              <p:spPr>
                <a:xfrm>
                  <a:off x="4016375" y="2163445"/>
                  <a:ext cx="16510" cy="3175"/>
                </a:xfrm>
                <a:custGeom>
                  <a:avLst/>
                  <a:gdLst/>
                  <a:ahLst/>
                  <a:cxnLst/>
                  <a:rect l="0" t="0" r="16510" b="3175"/>
                  <a:pathLst>
                    <a:path w="16510" h="3175">
                      <a:moveTo>
                        <a:pt x="15053" y="3175"/>
                      </a:moveTo>
                      <a:lnTo>
                        <a:pt x="16510" y="1587"/>
                      </a:lnTo>
                      <a:cubicBezTo>
                        <a:pt x="13596" y="793"/>
                        <a:pt x="8741" y="793"/>
                        <a:pt x="0" y="0"/>
                      </a:cubicBezTo>
                      <a:lnTo>
                        <a:pt x="15053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1" name="곡선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BcAAEUNAABBFwAATA0AAAAAAAAmAAAACAAAAP//////////"/>
                    </a:ext>
                  </a:extLst>
                </p:cNvSpPr>
                <p:nvPr/>
              </p:nvSpPr>
              <p:spPr>
                <a:xfrm>
                  <a:off x="3771900" y="2157095"/>
                  <a:ext cx="8255" cy="4445"/>
                </a:xfrm>
                <a:custGeom>
                  <a:avLst/>
                  <a:gdLst/>
                  <a:ahLst/>
                  <a:cxnLst/>
                  <a:rect l="0" t="0" r="8255" b="4445"/>
                  <a:pathLst>
                    <a:path w="8255" h="4445">
                      <a:moveTo>
                        <a:pt x="3884" y="4445"/>
                      </a:moveTo>
                      <a:lnTo>
                        <a:pt x="8255" y="4445"/>
                      </a:lnTo>
                      <a:lnTo>
                        <a:pt x="0" y="0"/>
                      </a:lnTo>
                      <a:lnTo>
                        <a:pt x="3884" y="44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0" name="자유형 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5hUAAEwNAAAVFgAAVA0AAAAAAAAmAAAACAAAAP//////////"/>
                    </a:ext>
                  </a:extLst>
                </p:cNvSpPr>
                <p:nvPr/>
              </p:nvSpPr>
              <p:spPr>
                <a:xfrm>
                  <a:off x="3559810" y="2161540"/>
                  <a:ext cx="29845" cy="5080"/>
                </a:xfrm>
                <a:custGeom>
                  <a:avLst/>
                  <a:gdLst/>
                  <a:ahLst/>
                  <a:cxnLst/>
                  <a:rect l="0" t="0" r="29845" b="5080"/>
                  <a:pathLst>
                    <a:path w="29845" h="5080">
                      <a:moveTo>
                        <a:pt x="2368" y="4445"/>
                      </a:moveTo>
                      <a:cubicBezTo>
                        <a:pt x="10895" y="5080"/>
                        <a:pt x="21317" y="3810"/>
                        <a:pt x="29845" y="4445"/>
                      </a:cubicBezTo>
                      <a:cubicBezTo>
                        <a:pt x="10895" y="5080"/>
                        <a:pt x="0" y="0"/>
                        <a:pt x="2368" y="444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  <p:grpSp>
            <p:nvGrpSpPr>
              <p:cNvPr id="4" name="그룹 617"/>
              <p:cNvGrp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DUAAAAfAAAAVAAAAAAAAAAAAAAAAAAAAAAAAAAAAAAAAAAAAAAAAAAAAAAAAAAAAAAAAAAAAAAAAAAAAAAAAAAAAAAAAAAAAAAAAAAAAAAAAAAAAAAAAAAAAAAAAAAAACEAAAAYAAAAFAAAAAUpAADeDAAAPykAAC4mAAAAAAAAJgAAAAgAAAD/////AAAAAA=="/>
                  </a:ext>
                </a:extLst>
              </p:cNvGrpSpPr>
              <p:nvPr/>
            </p:nvGrpSpPr>
            <p:grpSpPr>
              <a:xfrm rot="16200000" flipH="1">
                <a:off x="4629150" y="4130675"/>
                <a:ext cx="4114800" cy="36830"/>
                <a:chOff x="4629150" y="4130675"/>
                <a:chExt cx="4114800" cy="36830"/>
              </a:xfrm>
            </p:grpSpPr>
            <p:sp>
              <p:nvSpPr>
                <p:cNvPr id="78" name="자유형 61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zUAAHMZAADKNQAAeBkAAAAAAAAmAAAACAAAAP//////////"/>
                    </a:ext>
                  </a:extLst>
                </p:cNvSpPr>
                <p:nvPr/>
              </p:nvSpPr>
              <p:spPr>
                <a:xfrm>
                  <a:off x="8719185" y="4137025"/>
                  <a:ext cx="24765" cy="3175"/>
                </a:xfrm>
                <a:custGeom>
                  <a:avLst/>
                  <a:gdLst/>
                  <a:ahLst/>
                  <a:cxnLst/>
                  <a:rect l="0" t="0" r="24765" b="3175"/>
                  <a:pathLst>
                    <a:path w="24765" h="3175">
                      <a:moveTo>
                        <a:pt x="11088" y="3175"/>
                      </a:moveTo>
                      <a:lnTo>
                        <a:pt x="24765" y="1587"/>
                      </a:lnTo>
                      <a:cubicBezTo>
                        <a:pt x="22177" y="1058"/>
                        <a:pt x="9610" y="529"/>
                        <a:pt x="14415" y="0"/>
                      </a:cubicBezTo>
                      <a:cubicBezTo>
                        <a:pt x="0" y="529"/>
                        <a:pt x="2957" y="1587"/>
                        <a:pt x="11088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7" name="자유형 61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nzUAAHoZAACrNQAAexkAAAAAAAAmAAAACAAAAP//////////"/>
                    </a:ext>
                  </a:extLst>
                </p:cNvSpPr>
                <p:nvPr/>
              </p:nvSpPr>
              <p:spPr>
                <a:xfrm>
                  <a:off x="8716645" y="4141470"/>
                  <a:ext cx="7620" cy="635"/>
                </a:xfrm>
                <a:custGeom>
                  <a:avLst/>
                  <a:gdLst/>
                  <a:ahLst/>
                  <a:cxnLst/>
                  <a:rect l="0" t="0" r="7620" b="635"/>
                  <a:pathLst>
                    <a:path w="7620" h="635">
                      <a:moveTo>
                        <a:pt x="0" y="635"/>
                      </a:moveTo>
                      <a:lnTo>
                        <a:pt x="7620" y="317"/>
                      </a:lnTo>
                      <a:cubicBezTo>
                        <a:pt x="6096" y="0"/>
                        <a:pt x="4191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6" name="자유형 62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zUAAHkZAADDNQAAfhkAAAAAAAAmAAAACAAAAP//////////"/>
                    </a:ext>
                  </a:extLst>
                </p:cNvSpPr>
                <p:nvPr/>
              </p:nvSpPr>
              <p:spPr>
                <a:xfrm>
                  <a:off x="8724265" y="4140835"/>
                  <a:ext cx="15240" cy="3175"/>
                </a:xfrm>
                <a:custGeom>
                  <a:avLst/>
                  <a:gdLst/>
                  <a:ahLst/>
                  <a:cxnLst/>
                  <a:rect l="0" t="0" r="15240" b="3175"/>
                  <a:pathLst>
                    <a:path w="15240" h="3175">
                      <a:moveTo>
                        <a:pt x="15240" y="0"/>
                      </a:moveTo>
                      <a:lnTo>
                        <a:pt x="0" y="1058"/>
                      </a:lnTo>
                      <a:cubicBezTo>
                        <a:pt x="1859" y="1587"/>
                        <a:pt x="2230" y="3175"/>
                        <a:pt x="7062" y="529"/>
                      </a:cubicBezTo>
                      <a:cubicBezTo>
                        <a:pt x="5576" y="1587"/>
                        <a:pt x="8549" y="529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5" name="자유형 62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jUAAHQZAABFNQAAeRkAAAAAAAAmAAAACAAAAP//////////"/>
                    </a:ext>
                  </a:extLst>
                </p:cNvSpPr>
                <p:nvPr/>
              </p:nvSpPr>
              <p:spPr>
                <a:xfrm>
                  <a:off x="8642350" y="4137660"/>
                  <a:ext cx="17145" cy="3175"/>
                </a:xfrm>
                <a:custGeom>
                  <a:avLst/>
                  <a:gdLst/>
                  <a:ahLst/>
                  <a:cxnLst/>
                  <a:rect l="0" t="0" r="17145" b="3175"/>
                  <a:pathLst>
                    <a:path w="17145" h="3175">
                      <a:moveTo>
                        <a:pt x="762" y="0"/>
                      </a:moveTo>
                      <a:cubicBezTo>
                        <a:pt x="0" y="529"/>
                        <a:pt x="5715" y="2116"/>
                        <a:pt x="6858" y="3175"/>
                      </a:cubicBezTo>
                      <a:lnTo>
                        <a:pt x="17145" y="2116"/>
                      </a:lnTo>
                      <a:cubicBezTo>
                        <a:pt x="11811" y="1587"/>
                        <a:pt x="1524" y="1058"/>
                        <a:pt x="7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4" name="자유형 62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TUAAHkZAAA2NQAAexkAAAAAAAAmAAAACAAAAP//////////"/>
                    </a:ext>
                  </a:extLst>
                </p:cNvSpPr>
                <p:nvPr/>
              </p:nvSpPr>
              <p:spPr>
                <a:xfrm>
                  <a:off x="8634095" y="4140835"/>
                  <a:ext cx="15875" cy="1270"/>
                </a:xfrm>
                <a:custGeom>
                  <a:avLst/>
                  <a:gdLst/>
                  <a:ahLst/>
                  <a:cxnLst/>
                  <a:rect l="0" t="0" r="15875" b="1270"/>
                  <a:pathLst>
                    <a:path w="15875" h="1270">
                      <a:moveTo>
                        <a:pt x="15153" y="0"/>
                      </a:moveTo>
                      <a:lnTo>
                        <a:pt x="0" y="1270"/>
                      </a:lnTo>
                      <a:cubicBezTo>
                        <a:pt x="13349" y="1270"/>
                        <a:pt x="15875" y="847"/>
                        <a:pt x="151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3" name="자유형 62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zUAAH4ZAADDNQAAghkAAAAAAAAmAAAACAAAAP//////////"/>
                    </a:ext>
                  </a:extLst>
                </p:cNvSpPr>
                <p:nvPr/>
              </p:nvSpPr>
              <p:spPr>
                <a:xfrm>
                  <a:off x="8709025" y="4144010"/>
                  <a:ext cx="30480" cy="2540"/>
                </a:xfrm>
                <a:custGeom>
                  <a:avLst/>
                  <a:gdLst/>
                  <a:ahLst/>
                  <a:cxnLst/>
                  <a:rect l="0" t="0" r="30480" b="2540"/>
                  <a:pathLst>
                    <a:path w="30480" h="2540">
                      <a:moveTo>
                        <a:pt x="5204" y="2540"/>
                      </a:moveTo>
                      <a:lnTo>
                        <a:pt x="30480" y="0"/>
                      </a:lnTo>
                      <a:lnTo>
                        <a:pt x="0" y="2540"/>
                      </a:lnTo>
                      <a:lnTo>
                        <a:pt x="5204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2" name="자유형 62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xDQAAHEZAADdNAAAdRkAAAAAAAAmAAAACAAAAP//////////"/>
                    </a:ext>
                  </a:extLst>
                </p:cNvSpPr>
                <p:nvPr/>
              </p:nvSpPr>
              <p:spPr>
                <a:xfrm>
                  <a:off x="8577580" y="4135755"/>
                  <a:ext cx="15875" cy="2540"/>
                </a:xfrm>
                <a:custGeom>
                  <a:avLst/>
                  <a:gdLst/>
                  <a:ahLst/>
                  <a:cxnLst/>
                  <a:rect l="0" t="0" r="15875" b="2540"/>
                  <a:pathLst>
                    <a:path w="15875" h="2540">
                      <a:moveTo>
                        <a:pt x="7181" y="2032"/>
                      </a:moveTo>
                      <a:lnTo>
                        <a:pt x="15875" y="0"/>
                      </a:lnTo>
                      <a:lnTo>
                        <a:pt x="0" y="2540"/>
                      </a:lnTo>
                      <a:lnTo>
                        <a:pt x="7181" y="203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1" name="자유형 62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zQAAHAZAACbNAAAdBkAAAAAAAAmAAAACAAAAP//////////"/>
                    </a:ext>
                  </a:extLst>
                </p:cNvSpPr>
                <p:nvPr/>
              </p:nvSpPr>
              <p:spPr>
                <a:xfrm>
                  <a:off x="8515985" y="4135120"/>
                  <a:ext cx="35560" cy="2540"/>
                </a:xfrm>
                <a:custGeom>
                  <a:avLst/>
                  <a:gdLst/>
                  <a:ahLst/>
                  <a:cxnLst/>
                  <a:rect l="0" t="0" r="35560" b="2540"/>
                  <a:pathLst>
                    <a:path w="35560" h="2540">
                      <a:moveTo>
                        <a:pt x="29391" y="2540"/>
                      </a:moveTo>
                      <a:cubicBezTo>
                        <a:pt x="35560" y="1270"/>
                        <a:pt x="20683" y="423"/>
                        <a:pt x="27214" y="0"/>
                      </a:cubicBezTo>
                      <a:cubicBezTo>
                        <a:pt x="17054" y="0"/>
                        <a:pt x="7983" y="847"/>
                        <a:pt x="0" y="2117"/>
                      </a:cubicBezTo>
                      <a:cubicBezTo>
                        <a:pt x="8709" y="1270"/>
                        <a:pt x="17780" y="1693"/>
                        <a:pt x="29391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0" name="자유형 62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TQAAHMZAABjNAAAdhkAAAAAAAAmAAAACAAAAP//////////"/>
                    </a:ext>
                  </a:extLst>
                </p:cNvSpPr>
                <p:nvPr/>
              </p:nvSpPr>
              <p:spPr>
                <a:xfrm>
                  <a:off x="8502015" y="4137025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0" y="1905"/>
                      </a:moveTo>
                      <a:cubicBezTo>
                        <a:pt x="4269" y="1270"/>
                        <a:pt x="8925" y="635"/>
                        <a:pt x="13970" y="0"/>
                      </a:cubicBezTo>
                      <a:cubicBezTo>
                        <a:pt x="9313" y="0"/>
                        <a:pt x="4657" y="635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9" name="자유형 62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DQAAHYZAADzNAAAexkAAAAAAAAmAAAACAAAAP//////////"/>
                    </a:ext>
                  </a:extLst>
                </p:cNvSpPr>
                <p:nvPr/>
              </p:nvSpPr>
              <p:spPr>
                <a:xfrm>
                  <a:off x="8595360" y="4138930"/>
                  <a:ext cx="12065" cy="3175"/>
                </a:xfrm>
                <a:custGeom>
                  <a:avLst/>
                  <a:gdLst/>
                  <a:ahLst/>
                  <a:cxnLst/>
                  <a:rect l="0" t="0" r="12065" b="3175"/>
                  <a:pathLst>
                    <a:path w="12065" h="3175">
                      <a:moveTo>
                        <a:pt x="12065" y="3175"/>
                      </a:moveTo>
                      <a:cubicBezTo>
                        <a:pt x="10933" y="2540"/>
                        <a:pt x="8671" y="635"/>
                        <a:pt x="0" y="0"/>
                      </a:cubicBezTo>
                      <a:lnTo>
                        <a:pt x="6032" y="3175"/>
                      </a:lnTo>
                      <a:lnTo>
                        <a:pt x="12065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8" name="자유형 62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1TQAAHoZAADqNAAAexkAAAAAAAAmAAAACAAAAP//////////"/>
                    </a:ext>
                  </a:extLst>
                </p:cNvSpPr>
                <p:nvPr/>
              </p:nvSpPr>
              <p:spPr>
                <a:xfrm>
                  <a:off x="8588375" y="414147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13335" y="635"/>
                      </a:moveTo>
                      <a:lnTo>
                        <a:pt x="12964" y="635"/>
                      </a:lnTo>
                      <a:lnTo>
                        <a:pt x="0" y="0"/>
                      </a:lnTo>
                      <a:lnTo>
                        <a:pt x="1333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7" name="자유형 62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zQAAHsZAAD2NAAAexkAAAAAAAAmAAAACAAAAP//////////"/>
                    </a:ext>
                  </a:extLst>
                </p:cNvSpPr>
                <p:nvPr/>
              </p:nvSpPr>
              <p:spPr>
                <a:xfrm>
                  <a:off x="8607425" y="414210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762" y="0"/>
                        <a:pt x="1143" y="0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6" name="자유형 63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DUAAH4ZAABcNQAAhhkAAAAAAAAmAAAACAAAAP//////////"/>
                    </a:ext>
                  </a:extLst>
                </p:cNvSpPr>
                <p:nvPr/>
              </p:nvSpPr>
              <p:spPr>
                <a:xfrm>
                  <a:off x="8646160" y="4144010"/>
                  <a:ext cx="27940" cy="5080"/>
                </a:xfrm>
                <a:custGeom>
                  <a:avLst/>
                  <a:gdLst/>
                  <a:ahLst/>
                  <a:cxnLst/>
                  <a:rect l="0" t="0" r="27940" b="5080"/>
                  <a:pathLst>
                    <a:path w="27940" h="5080">
                      <a:moveTo>
                        <a:pt x="27940" y="0"/>
                      </a:moveTo>
                      <a:cubicBezTo>
                        <a:pt x="18999" y="1693"/>
                        <a:pt x="0" y="2822"/>
                        <a:pt x="18254" y="5080"/>
                      </a:cubicBezTo>
                      <a:cubicBezTo>
                        <a:pt x="24587" y="3387"/>
                        <a:pt x="14156" y="2258"/>
                        <a:pt x="279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5" name="자유형 63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jUAAHwZAAAdNQAAfxkAAAAAAAAmAAAACAAAAP//////////"/>
                    </a:ext>
                  </a:extLst>
                </p:cNvSpPr>
                <p:nvPr/>
              </p:nvSpPr>
              <p:spPr>
                <a:xfrm>
                  <a:off x="8616950" y="4142740"/>
                  <a:ext cx="17145" cy="1905"/>
                </a:xfrm>
                <a:custGeom>
                  <a:avLst/>
                  <a:gdLst/>
                  <a:ahLst/>
                  <a:cxnLst/>
                  <a:rect l="0" t="0" r="17145" b="1905"/>
                  <a:pathLst>
                    <a:path w="17145" h="1905">
                      <a:moveTo>
                        <a:pt x="0" y="1428"/>
                      </a:moveTo>
                      <a:lnTo>
                        <a:pt x="16050" y="1905"/>
                      </a:lnTo>
                      <a:cubicBezTo>
                        <a:pt x="15685" y="1428"/>
                        <a:pt x="12767" y="476"/>
                        <a:pt x="17145" y="0"/>
                      </a:cubicBez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4" name="자유형 63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TQAAH4ZAAACNQAAgBkAAAAAAAAmAAAACAAAAP//////////"/>
                    </a:ext>
                  </a:extLst>
                </p:cNvSpPr>
                <p:nvPr/>
              </p:nvSpPr>
              <p:spPr>
                <a:xfrm>
                  <a:off x="8608695" y="4144010"/>
                  <a:ext cx="8255" cy="1270"/>
                </a:xfrm>
                <a:custGeom>
                  <a:avLst/>
                  <a:gdLst/>
                  <a:ahLst/>
                  <a:cxnLst/>
                  <a:rect l="0" t="0" r="8255" b="1270"/>
                  <a:pathLst>
                    <a:path w="8255" h="1270">
                      <a:moveTo>
                        <a:pt x="0" y="1270"/>
                      </a:moveTo>
                      <a:lnTo>
                        <a:pt x="8255" y="0"/>
                      </a:lnTo>
                      <a:lnTo>
                        <a:pt x="1876" y="0"/>
                      </a:lnTo>
                      <a:lnTo>
                        <a:pt x="0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3" name="자유형 63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DQAAHkZAACJNAAAfBkAAAAAAAAmAAAACAAAAP//////////"/>
                    </a:ext>
                  </a:extLst>
                </p:cNvSpPr>
                <p:nvPr/>
              </p:nvSpPr>
              <p:spPr>
                <a:xfrm>
                  <a:off x="8506460" y="4140835"/>
                  <a:ext cx="33655" cy="1905"/>
                </a:xfrm>
                <a:custGeom>
                  <a:avLst/>
                  <a:gdLst/>
                  <a:ahLst/>
                  <a:cxnLst/>
                  <a:rect l="0" t="0" r="33655" b="1905"/>
                  <a:pathLst>
                    <a:path w="33655" h="1905">
                      <a:moveTo>
                        <a:pt x="23558" y="0"/>
                      </a:moveTo>
                      <a:cubicBezTo>
                        <a:pt x="16453" y="952"/>
                        <a:pt x="8600" y="952"/>
                        <a:pt x="0" y="952"/>
                      </a:cubicBezTo>
                      <a:cubicBezTo>
                        <a:pt x="9348" y="1428"/>
                        <a:pt x="19071" y="1905"/>
                        <a:pt x="28419" y="1905"/>
                      </a:cubicBezTo>
                      <a:cubicBezTo>
                        <a:pt x="29541" y="952"/>
                        <a:pt x="33655" y="0"/>
                        <a:pt x="235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2" name="자유형 63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TQAAHoZAACwNAAAexkAAAAAAAAmAAAACAAAAP//////////"/>
                    </a:ext>
                  </a:extLst>
                </p:cNvSpPr>
                <p:nvPr/>
              </p:nvSpPr>
              <p:spPr>
                <a:xfrm>
                  <a:off x="8562975" y="4141470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0"/>
                      </a:moveTo>
                      <a:lnTo>
                        <a:pt x="0" y="635"/>
                      </a:lnTo>
                      <a:cubicBezTo>
                        <a:pt x="1143" y="635"/>
                        <a:pt x="1905" y="635"/>
                        <a:pt x="19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1" name="자유형 63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TMAAHsZAADQMwAAexkAAAAAAAAmAAAACAAAAP//////////"/>
                    </a:ext>
                  </a:extLst>
                </p:cNvSpPr>
                <p:nvPr/>
              </p:nvSpPr>
              <p:spPr>
                <a:xfrm>
                  <a:off x="8420735" y="4142105"/>
                  <a:ext cx="1905" cy="0"/>
                </a:xfrm>
                <a:custGeom>
                  <a:avLst/>
                  <a:gdLst/>
                  <a:ahLst/>
                  <a:cxnLst/>
                  <a:rect l="0" t="0" r="1905" b="0"/>
                  <a:pathLst>
                    <a:path w="1905">
                      <a:moveTo>
                        <a:pt x="0" y="0"/>
                      </a:moveTo>
                      <a:lnTo>
                        <a:pt x="1524" y="0"/>
                      </a:lnTo>
                      <a:cubicBezTo>
                        <a:pt x="1524" y="0"/>
                        <a:pt x="1524" y="0"/>
                        <a:pt x="190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0" name="자유형 63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DQAAHsZAACbNAAAfRkAAAAAAAAmAAAACAAAAP//////////"/>
                    </a:ext>
                  </a:extLst>
                </p:cNvSpPr>
                <p:nvPr/>
              </p:nvSpPr>
              <p:spPr>
                <a:xfrm>
                  <a:off x="8534400" y="4142105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2188" y="1270"/>
                      </a:moveTo>
                      <a:cubicBezTo>
                        <a:pt x="9119" y="1270"/>
                        <a:pt x="13132" y="635"/>
                        <a:pt x="17145" y="0"/>
                      </a:cubicBezTo>
                      <a:cubicBezTo>
                        <a:pt x="12037" y="0"/>
                        <a:pt x="6566" y="635"/>
                        <a:pt x="729" y="635"/>
                      </a:cubicBezTo>
                      <a:cubicBezTo>
                        <a:pt x="0" y="635"/>
                        <a:pt x="0" y="1270"/>
                        <a:pt x="2188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9" name="자유형 63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JzQAAHYZAAA7NAAAeRkAAAAAAAAmAAAACAAAAP//////////"/>
                    </a:ext>
                  </a:extLst>
                </p:cNvSpPr>
                <p:nvPr/>
              </p:nvSpPr>
              <p:spPr>
                <a:xfrm>
                  <a:off x="8477885" y="4138930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0" y="635"/>
                      </a:moveTo>
                      <a:cubicBezTo>
                        <a:pt x="3848" y="1270"/>
                        <a:pt x="8082" y="1905"/>
                        <a:pt x="12700" y="1905"/>
                      </a:cubicBezTo>
                      <a:cubicBezTo>
                        <a:pt x="8852" y="1270"/>
                        <a:pt x="1155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8" name="자유형 63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DQAAHkZAACsNAAAeRkAAAAAAAAmAAAACAAAAP//////////"/>
                    </a:ext>
                  </a:extLst>
                </p:cNvSpPr>
                <p:nvPr/>
              </p:nvSpPr>
              <p:spPr>
                <a:xfrm>
                  <a:off x="8559800" y="4140835"/>
                  <a:ext cx="2540" cy="0"/>
                </a:xfrm>
                <a:custGeom>
                  <a:avLst/>
                  <a:gdLst/>
                  <a:ahLst/>
                  <a:cxnLst/>
                  <a:rect l="0" t="0" r="2540" b="0"/>
                  <a:pathLst>
                    <a:path w="2540">
                      <a:moveTo>
                        <a:pt x="1270" y="0"/>
                      </a:moveTo>
                      <a:lnTo>
                        <a:pt x="2540" y="0"/>
                      </a:lnTo>
                      <a:cubicBezTo>
                        <a:pt x="0" y="0"/>
                        <a:pt x="0" y="0"/>
                        <a:pt x="12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7" name="자유형 63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mzQAAHkZAACtNAAAexkAAAAAAAAmAAAACAAAAP//////////"/>
                    </a:ext>
                  </a:extLst>
                </p:cNvSpPr>
                <p:nvPr/>
              </p:nvSpPr>
              <p:spPr>
                <a:xfrm>
                  <a:off x="8551545" y="4140835"/>
                  <a:ext cx="11430" cy="1270"/>
                </a:xfrm>
                <a:custGeom>
                  <a:avLst/>
                  <a:gdLst/>
                  <a:ahLst/>
                  <a:cxnLst/>
                  <a:rect l="0" t="0" r="11430" b="1270"/>
                  <a:pathLst>
                    <a:path w="11430" h="1270">
                      <a:moveTo>
                        <a:pt x="9218" y="0"/>
                      </a:moveTo>
                      <a:cubicBezTo>
                        <a:pt x="5531" y="423"/>
                        <a:pt x="2950" y="847"/>
                        <a:pt x="0" y="1270"/>
                      </a:cubicBezTo>
                      <a:cubicBezTo>
                        <a:pt x="4056" y="1270"/>
                        <a:pt x="8112" y="847"/>
                        <a:pt x="11430" y="847"/>
                      </a:cubicBezTo>
                      <a:cubicBezTo>
                        <a:pt x="10693" y="423"/>
                        <a:pt x="9955" y="423"/>
                        <a:pt x="92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6" name="자유형 64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TMAAHsZAAD1MwAAkBkAAAAAAAAmAAAACAAAAP//////////"/>
                    </a:ext>
                  </a:extLst>
                </p:cNvSpPr>
                <p:nvPr/>
              </p:nvSpPr>
              <p:spPr>
                <a:xfrm>
                  <a:off x="8372475" y="4142105"/>
                  <a:ext cx="73660" cy="13335"/>
                </a:xfrm>
                <a:custGeom>
                  <a:avLst/>
                  <a:gdLst/>
                  <a:ahLst/>
                  <a:cxnLst/>
                  <a:rect l="0" t="0" r="73660" b="13335"/>
                  <a:pathLst>
                    <a:path w="73660" h="13335">
                      <a:moveTo>
                        <a:pt x="22321" y="13335"/>
                      </a:moveTo>
                      <a:cubicBezTo>
                        <a:pt x="23437" y="11359"/>
                        <a:pt x="42038" y="9383"/>
                        <a:pt x="58035" y="11853"/>
                      </a:cubicBezTo>
                      <a:cubicBezTo>
                        <a:pt x="73660" y="10371"/>
                        <a:pt x="63615" y="3457"/>
                        <a:pt x="49851" y="0"/>
                      </a:cubicBezTo>
                      <a:cubicBezTo>
                        <a:pt x="49479" y="987"/>
                        <a:pt x="49479" y="1481"/>
                        <a:pt x="33110" y="2963"/>
                      </a:cubicBezTo>
                      <a:cubicBezTo>
                        <a:pt x="38690" y="3951"/>
                        <a:pt x="69196" y="5432"/>
                        <a:pt x="55431" y="6914"/>
                      </a:cubicBezTo>
                      <a:cubicBezTo>
                        <a:pt x="33854" y="7902"/>
                        <a:pt x="37946" y="6420"/>
                        <a:pt x="27529" y="5432"/>
                      </a:cubicBezTo>
                      <a:cubicBezTo>
                        <a:pt x="36086" y="7902"/>
                        <a:pt x="0" y="8890"/>
                        <a:pt x="4836" y="12347"/>
                      </a:cubicBezTo>
                      <a:lnTo>
                        <a:pt x="23437" y="11359"/>
                      </a:lnTo>
                      <a:cubicBezTo>
                        <a:pt x="23809" y="11853"/>
                        <a:pt x="17113" y="12841"/>
                        <a:pt x="22321" y="133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5" name="자유형 64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DMAAHYZAAAKNAAAexkAAAAAAAAmAAAACAAAAP//////////"/>
                    </a:ext>
                  </a:extLst>
                </p:cNvSpPr>
                <p:nvPr/>
              </p:nvSpPr>
              <p:spPr>
                <a:xfrm>
                  <a:off x="8422640" y="4138930"/>
                  <a:ext cx="36830" cy="3175"/>
                </a:xfrm>
                <a:custGeom>
                  <a:avLst/>
                  <a:gdLst/>
                  <a:ahLst/>
                  <a:cxnLst/>
                  <a:rect l="0" t="0" r="36830" b="3175"/>
                  <a:pathLst>
                    <a:path w="36830" h="3175">
                      <a:moveTo>
                        <a:pt x="30201" y="3175"/>
                      </a:moveTo>
                      <a:lnTo>
                        <a:pt x="36830" y="3175"/>
                      </a:lnTo>
                      <a:cubicBezTo>
                        <a:pt x="29096" y="2645"/>
                        <a:pt x="23940" y="2116"/>
                        <a:pt x="13995" y="0"/>
                      </a:cubicBezTo>
                      <a:cubicBezTo>
                        <a:pt x="2946" y="1058"/>
                        <a:pt x="737" y="2116"/>
                        <a:pt x="0" y="2645"/>
                      </a:cubicBezTo>
                      <a:lnTo>
                        <a:pt x="32410" y="3175"/>
                      </a:lnTo>
                      <a:lnTo>
                        <a:pt x="30201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4" name="자유형 64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CjQAAHkZAABdNAAAhBkAAAAAAAAmAAAACAAAAP//////////"/>
                    </a:ext>
                  </a:extLst>
                </p:cNvSpPr>
                <p:nvPr/>
              </p:nvSpPr>
              <p:spPr>
                <a:xfrm>
                  <a:off x="8459470" y="4140835"/>
                  <a:ext cx="52705" cy="6985"/>
                </a:xfrm>
                <a:custGeom>
                  <a:avLst/>
                  <a:gdLst/>
                  <a:ahLst/>
                  <a:cxnLst/>
                  <a:rect l="0" t="0" r="52705" b="6985"/>
                  <a:pathLst>
                    <a:path w="52705" h="6985">
                      <a:moveTo>
                        <a:pt x="29692" y="1496"/>
                      </a:moveTo>
                      <a:cubicBezTo>
                        <a:pt x="24496" y="3492"/>
                        <a:pt x="8536" y="4490"/>
                        <a:pt x="18186" y="6985"/>
                      </a:cubicBezTo>
                      <a:cubicBezTo>
                        <a:pt x="37858" y="6985"/>
                        <a:pt x="31919" y="4989"/>
                        <a:pt x="43797" y="3991"/>
                      </a:cubicBezTo>
                      <a:cubicBezTo>
                        <a:pt x="12248" y="4490"/>
                        <a:pt x="52705" y="2993"/>
                        <a:pt x="30064" y="1496"/>
                      </a:cubicBezTo>
                      <a:cubicBezTo>
                        <a:pt x="36002" y="1496"/>
                        <a:pt x="41570" y="997"/>
                        <a:pt x="47137" y="997"/>
                      </a:cubicBezTo>
                      <a:cubicBezTo>
                        <a:pt x="41198" y="997"/>
                        <a:pt x="36002" y="498"/>
                        <a:pt x="30806" y="0"/>
                      </a:cubicBezTo>
                      <a:lnTo>
                        <a:pt x="31548" y="498"/>
                      </a:lnTo>
                      <a:cubicBezTo>
                        <a:pt x="31548" y="498"/>
                        <a:pt x="31548" y="498"/>
                        <a:pt x="31548" y="498"/>
                      </a:cubicBezTo>
                      <a:cubicBezTo>
                        <a:pt x="33033" y="498"/>
                        <a:pt x="33404" y="498"/>
                        <a:pt x="31919" y="498"/>
                      </a:cubicBezTo>
                      <a:lnTo>
                        <a:pt x="31177" y="498"/>
                      </a:lnTo>
                      <a:cubicBezTo>
                        <a:pt x="30806" y="997"/>
                        <a:pt x="30435" y="997"/>
                        <a:pt x="29692" y="1496"/>
                      </a:cubicBezTo>
                      <a:cubicBezTo>
                        <a:pt x="20785" y="997"/>
                        <a:pt x="28208" y="997"/>
                        <a:pt x="31177" y="498"/>
                      </a:cubicBezTo>
                      <a:cubicBezTo>
                        <a:pt x="31177" y="498"/>
                        <a:pt x="31548" y="498"/>
                        <a:pt x="31548" y="498"/>
                      </a:cubicBezTo>
                      <a:lnTo>
                        <a:pt x="0" y="1496"/>
                      </a:lnTo>
                      <a:cubicBezTo>
                        <a:pt x="6680" y="1496"/>
                        <a:pt x="14846" y="1496"/>
                        <a:pt x="29692" y="14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3" name="자유형 64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DUAAIwZAAAyNQAAjRkAAAAAAAAmAAAACAAAAP//////////"/>
                    </a:ext>
                  </a:extLst>
                </p:cNvSpPr>
                <p:nvPr/>
              </p:nvSpPr>
              <p:spPr>
                <a:xfrm>
                  <a:off x="8643620" y="4152900"/>
                  <a:ext cx="3810" cy="635"/>
                </a:xfrm>
                <a:custGeom>
                  <a:avLst/>
                  <a:gdLst/>
                  <a:ahLst/>
                  <a:cxnLst/>
                  <a:rect l="0" t="0" r="3810" b="635"/>
                  <a:pathLst>
                    <a:path w="3810" h="635">
                      <a:moveTo>
                        <a:pt x="3810" y="635"/>
                      </a:moveTo>
                      <a:cubicBezTo>
                        <a:pt x="2771" y="635"/>
                        <a:pt x="2771" y="635"/>
                        <a:pt x="2771" y="0"/>
                      </a:cubicBezTo>
                      <a:cubicBezTo>
                        <a:pt x="693" y="635"/>
                        <a:pt x="0" y="635"/>
                        <a:pt x="381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2" name="자유형 64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jUAAIMZAABKNQAAjBkAAAAAAAAmAAAACAAAAP//////////"/>
                    </a:ext>
                  </a:extLst>
                </p:cNvSpPr>
                <p:nvPr/>
              </p:nvSpPr>
              <p:spPr>
                <a:xfrm>
                  <a:off x="8616950" y="4147185"/>
                  <a:ext cx="45720" cy="5715"/>
                </a:xfrm>
                <a:custGeom>
                  <a:avLst/>
                  <a:gdLst/>
                  <a:ahLst/>
                  <a:cxnLst/>
                  <a:rect l="0" t="0" r="45720" b="5715"/>
                  <a:pathLst>
                    <a:path w="45720" h="5715">
                      <a:moveTo>
                        <a:pt x="17988" y="5238"/>
                      </a:moveTo>
                      <a:cubicBezTo>
                        <a:pt x="20237" y="4762"/>
                        <a:pt x="22110" y="3810"/>
                        <a:pt x="29606" y="4286"/>
                      </a:cubicBezTo>
                      <a:cubicBezTo>
                        <a:pt x="35976" y="4762"/>
                        <a:pt x="29606" y="5238"/>
                        <a:pt x="29980" y="5715"/>
                      </a:cubicBezTo>
                      <a:cubicBezTo>
                        <a:pt x="34477" y="5238"/>
                        <a:pt x="45720" y="4286"/>
                        <a:pt x="31479" y="3333"/>
                      </a:cubicBezTo>
                      <a:lnTo>
                        <a:pt x="29231" y="3810"/>
                      </a:lnTo>
                      <a:cubicBezTo>
                        <a:pt x="16489" y="2857"/>
                        <a:pt x="0" y="476"/>
                        <a:pt x="2249" y="0"/>
                      </a:cubicBezTo>
                      <a:cubicBezTo>
                        <a:pt x="5996" y="1905"/>
                        <a:pt x="9369" y="3333"/>
                        <a:pt x="17988" y="523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1" name="자유형 64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TQAAIQZAACsNAAAiBkAAAAAAAAmAAAACAAAAP//////////"/>
                    </a:ext>
                  </a:extLst>
                </p:cNvSpPr>
                <p:nvPr/>
              </p:nvSpPr>
              <p:spPr>
                <a:xfrm>
                  <a:off x="8535035" y="4147820"/>
                  <a:ext cx="27305" cy="2540"/>
                </a:xfrm>
                <a:custGeom>
                  <a:avLst/>
                  <a:gdLst/>
                  <a:ahLst/>
                  <a:cxnLst/>
                  <a:rect l="0" t="0" r="27305" b="2540"/>
                  <a:pathLst>
                    <a:path w="27305" h="2540">
                      <a:moveTo>
                        <a:pt x="25829" y="0"/>
                      </a:moveTo>
                      <a:lnTo>
                        <a:pt x="0" y="847"/>
                      </a:lnTo>
                      <a:lnTo>
                        <a:pt x="13283" y="2540"/>
                      </a:lnTo>
                      <a:lnTo>
                        <a:pt x="12545" y="1693"/>
                      </a:lnTo>
                      <a:cubicBezTo>
                        <a:pt x="27305" y="1693"/>
                        <a:pt x="23984" y="847"/>
                        <a:pt x="258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0" name="자유형 64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tjMAAHUZAADNMwAAexkAAAAAAAAmAAAACAAAAP//////////"/>
                    </a:ext>
                  </a:extLst>
                </p:cNvSpPr>
                <p:nvPr/>
              </p:nvSpPr>
              <p:spPr>
                <a:xfrm>
                  <a:off x="8406130" y="4138295"/>
                  <a:ext cx="14605" cy="3810"/>
                </a:xfrm>
                <a:custGeom>
                  <a:avLst/>
                  <a:gdLst/>
                  <a:ahLst/>
                  <a:cxnLst/>
                  <a:rect l="0" t="0" r="14605" b="3810"/>
                  <a:pathLst>
                    <a:path w="14605" h="3810">
                      <a:moveTo>
                        <a:pt x="11318" y="2721"/>
                      </a:moveTo>
                      <a:lnTo>
                        <a:pt x="14605" y="0"/>
                      </a:lnTo>
                      <a:lnTo>
                        <a:pt x="0" y="3810"/>
                      </a:lnTo>
                      <a:lnTo>
                        <a:pt x="11318" y="27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9" name="자유형 64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hjMAAHYZAACUMwAAeRkAAAAAAAAmAAAACAAAAP//////////"/>
                    </a:ext>
                  </a:extLst>
                </p:cNvSpPr>
                <p:nvPr/>
              </p:nvSpPr>
              <p:spPr>
                <a:xfrm>
                  <a:off x="8375650" y="4138930"/>
                  <a:ext cx="8890" cy="1905"/>
                </a:xfrm>
                <a:custGeom>
                  <a:avLst/>
                  <a:gdLst/>
                  <a:ahLst/>
                  <a:cxnLst/>
                  <a:rect l="0" t="0" r="8890" b="1905"/>
                  <a:pathLst>
                    <a:path w="8890" h="1905">
                      <a:moveTo>
                        <a:pt x="7779" y="1905"/>
                      </a:moveTo>
                      <a:lnTo>
                        <a:pt x="8890" y="0"/>
                      </a:lnTo>
                      <a:lnTo>
                        <a:pt x="0" y="1428"/>
                      </a:lnTo>
                      <a:lnTo>
                        <a:pt x="77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8" name="자유형 64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CcAAJgZAAC5JwAAmRkAAAAAAAAmAAAACAAAAP//////////"/>
                    </a:ext>
                  </a:extLst>
                </p:cNvSpPr>
                <p:nvPr/>
              </p:nvSpPr>
              <p:spPr>
                <a:xfrm>
                  <a:off x="6449060" y="4160520"/>
                  <a:ext cx="8255" cy="635"/>
                </a:xfrm>
                <a:custGeom>
                  <a:avLst/>
                  <a:gdLst/>
                  <a:ahLst/>
                  <a:cxnLst/>
                  <a:rect l="0" t="0" r="8255" b="635"/>
                  <a:pathLst>
                    <a:path w="8255" h="635">
                      <a:moveTo>
                        <a:pt x="8255" y="0"/>
                      </a:moveTo>
                      <a:lnTo>
                        <a:pt x="0" y="635"/>
                      </a:lnTo>
                      <a:cubicBezTo>
                        <a:pt x="3930" y="0"/>
                        <a:pt x="6289" y="0"/>
                        <a:pt x="82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7" name="자유형 64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igAAJcZAAATKAAAmBkAAAAAAAAmAAAACAAAAP//////////"/>
                    </a:ext>
                  </a:extLst>
                </p:cNvSpPr>
                <p:nvPr/>
              </p:nvSpPr>
              <p:spPr>
                <a:xfrm>
                  <a:off x="6511290" y="4159885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1905" y="635"/>
                      </a:moveTo>
                      <a:lnTo>
                        <a:pt x="3175" y="0"/>
                      </a:lnTo>
                      <a:cubicBezTo>
                        <a:pt x="952" y="317"/>
                        <a:pt x="0" y="635"/>
                        <a:pt x="190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6" name="자유형 65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C4AAHAZAABqLgAAdhkAAAAAAAAmAAAACAAAAP//////////"/>
                    </a:ext>
                  </a:extLst>
                </p:cNvSpPr>
                <p:nvPr/>
              </p:nvSpPr>
              <p:spPr>
                <a:xfrm>
                  <a:off x="7520940" y="4135120"/>
                  <a:ext cx="24130" cy="3810"/>
                </a:xfrm>
                <a:custGeom>
                  <a:avLst/>
                  <a:gdLst/>
                  <a:ahLst/>
                  <a:cxnLst/>
                  <a:rect l="0" t="0" r="24130" b="3810"/>
                  <a:pathLst>
                    <a:path w="24130" h="3810">
                      <a:moveTo>
                        <a:pt x="24130" y="3810"/>
                      </a:moveTo>
                      <a:cubicBezTo>
                        <a:pt x="12622" y="2117"/>
                        <a:pt x="0" y="0"/>
                        <a:pt x="1485" y="1693"/>
                      </a:cubicBezTo>
                      <a:lnTo>
                        <a:pt x="4826" y="3387"/>
                      </a:lnTo>
                      <a:cubicBezTo>
                        <a:pt x="12993" y="2963"/>
                        <a:pt x="18933" y="3387"/>
                        <a:pt x="24130" y="3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5" name="자유형 65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ioAAIYZAADzKgAAiRkAAAAAAAAmAAAACAAAAP//////////"/>
                    </a:ext>
                  </a:extLst>
                </p:cNvSpPr>
                <p:nvPr/>
              </p:nvSpPr>
              <p:spPr>
                <a:xfrm>
                  <a:off x="6971030" y="4149090"/>
                  <a:ext cx="10795" cy="1905"/>
                </a:xfrm>
                <a:custGeom>
                  <a:avLst/>
                  <a:gdLst/>
                  <a:ahLst/>
                  <a:cxnLst/>
                  <a:rect l="0" t="0" r="10795" b="1905"/>
                  <a:pathLst>
                    <a:path w="10795" h="1905">
                      <a:moveTo>
                        <a:pt x="0" y="1428"/>
                      </a:moveTo>
                      <a:lnTo>
                        <a:pt x="3350" y="1905"/>
                      </a:lnTo>
                      <a:lnTo>
                        <a:pt x="10795" y="0"/>
                      </a:lnTo>
                      <a:lnTo>
                        <a:pt x="0" y="1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4" name="자유형 65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ioAAJUZAADVKgAAlxkAAAAAAAAmAAAACAAAAP//////////"/>
                    </a:ext>
                  </a:extLst>
                </p:cNvSpPr>
                <p:nvPr/>
              </p:nvSpPr>
              <p:spPr>
                <a:xfrm>
                  <a:off x="6948170" y="4158615"/>
                  <a:ext cx="14605" cy="1270"/>
                </a:xfrm>
                <a:custGeom>
                  <a:avLst/>
                  <a:gdLst/>
                  <a:ahLst/>
                  <a:cxnLst/>
                  <a:rect l="0" t="0" r="14605" b="1270"/>
                  <a:pathLst>
                    <a:path w="14605" h="1270">
                      <a:moveTo>
                        <a:pt x="14605" y="1270"/>
                      </a:moveTo>
                      <a:lnTo>
                        <a:pt x="0" y="0"/>
                      </a:lnTo>
                      <a:cubicBezTo>
                        <a:pt x="3286" y="423"/>
                        <a:pt x="8032" y="847"/>
                        <a:pt x="1460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3" name="자유형 65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iUAAJoZAADgJQAAnRkAAAAAAAAmAAAACAAAAP//////////"/>
                    </a:ext>
                  </a:extLst>
                </p:cNvSpPr>
                <p:nvPr/>
              </p:nvSpPr>
              <p:spPr>
                <a:xfrm>
                  <a:off x="6142990" y="4161790"/>
                  <a:ext cx="13970" cy="1905"/>
                </a:xfrm>
                <a:custGeom>
                  <a:avLst/>
                  <a:gdLst/>
                  <a:ahLst/>
                  <a:cxnLst/>
                  <a:rect l="0" t="0" r="13970" b="1905"/>
                  <a:pathLst>
                    <a:path w="13970" h="1905">
                      <a:moveTo>
                        <a:pt x="8823" y="0"/>
                      </a:moveTo>
                      <a:lnTo>
                        <a:pt x="0" y="1905"/>
                      </a:lnTo>
                      <a:cubicBezTo>
                        <a:pt x="13970" y="1905"/>
                        <a:pt x="7720" y="1143"/>
                        <a:pt x="88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2" name="자유형 65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jEAAHgZAABsMQAAfBkAAAAAAAAmAAAACAAAAP//////////"/>
                    </a:ext>
                  </a:extLst>
                </p:cNvSpPr>
                <p:nvPr/>
              </p:nvSpPr>
              <p:spPr>
                <a:xfrm>
                  <a:off x="8009890" y="414020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4130" y="1270"/>
                      </a:moveTo>
                      <a:cubicBezTo>
                        <a:pt x="14478" y="423"/>
                        <a:pt x="6682" y="0"/>
                        <a:pt x="0" y="0"/>
                      </a:cubicBezTo>
                      <a:cubicBezTo>
                        <a:pt x="11879" y="847"/>
                        <a:pt x="21160" y="2540"/>
                        <a:pt x="2413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1" name="자유형 65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ScAAHMZAADdJwAAdRkAAAAAAAAmAAAACAAAAP//////////"/>
                    </a:ext>
                  </a:extLst>
                </p:cNvSpPr>
                <p:nvPr/>
              </p:nvSpPr>
              <p:spPr>
                <a:xfrm>
                  <a:off x="6472555" y="4137025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6531" y="0"/>
                      </a:moveTo>
                      <a:cubicBezTo>
                        <a:pt x="1814" y="635"/>
                        <a:pt x="0" y="1270"/>
                        <a:pt x="0" y="1270"/>
                      </a:cubicBezTo>
                      <a:cubicBezTo>
                        <a:pt x="4717" y="1270"/>
                        <a:pt x="7620" y="635"/>
                        <a:pt x="65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40" name="자유형 65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jEAAHUZAABGMQAAeRkAAAAAAAAmAAAACAAAAP//////////"/>
                    </a:ext>
                  </a:extLst>
                </p:cNvSpPr>
                <p:nvPr/>
              </p:nvSpPr>
              <p:spPr>
                <a:xfrm>
                  <a:off x="7981950" y="4138295"/>
                  <a:ext cx="27940" cy="2540"/>
                </a:xfrm>
                <a:custGeom>
                  <a:avLst/>
                  <a:gdLst/>
                  <a:ahLst/>
                  <a:cxnLst/>
                  <a:rect l="0" t="0" r="27940" b="2540"/>
                  <a:pathLst>
                    <a:path w="27940" h="2540">
                      <a:moveTo>
                        <a:pt x="0" y="1905"/>
                      </a:moveTo>
                      <a:lnTo>
                        <a:pt x="4843" y="2540"/>
                      </a:lnTo>
                      <a:cubicBezTo>
                        <a:pt x="11921" y="1905"/>
                        <a:pt x="19372" y="1270"/>
                        <a:pt x="27940" y="1905"/>
                      </a:cubicBezTo>
                      <a:cubicBezTo>
                        <a:pt x="19372" y="635"/>
                        <a:pt x="9313" y="0"/>
                        <a:pt x="0" y="190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9" name="자유형 65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B8AAJIZAAAJHwAAkxkAAAAAAAAmAAAACAAAAP//////////"/>
                    </a:ext>
                  </a:extLst>
                </p:cNvSpPr>
                <p:nvPr/>
              </p:nvSpPr>
              <p:spPr>
                <a:xfrm>
                  <a:off x="5041900" y="4156710"/>
                  <a:ext cx="3175" cy="635"/>
                </a:xfrm>
                <a:custGeom>
                  <a:avLst/>
                  <a:gdLst/>
                  <a:ahLst/>
                  <a:cxnLst/>
                  <a:rect l="0" t="0" r="3175" b="635"/>
                  <a:pathLst>
                    <a:path w="3175" h="635">
                      <a:moveTo>
                        <a:pt x="3175" y="635"/>
                      </a:moveTo>
                      <a:lnTo>
                        <a:pt x="396" y="0"/>
                      </a:lnTo>
                      <a:cubicBezTo>
                        <a:pt x="0" y="635"/>
                        <a:pt x="1190" y="635"/>
                        <a:pt x="3175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8" name="자유형 65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DR0AAHAZAAAiHQAAcRkAAAAAAAAmAAAACAAAAP//////////"/>
                    </a:ext>
                  </a:extLst>
                </p:cNvSpPr>
                <p:nvPr/>
              </p:nvSpPr>
              <p:spPr>
                <a:xfrm>
                  <a:off x="4722495" y="4135120"/>
                  <a:ext cx="13335" cy="635"/>
                </a:xfrm>
                <a:custGeom>
                  <a:avLst/>
                  <a:gdLst/>
                  <a:ahLst/>
                  <a:cxnLst/>
                  <a:rect l="0" t="0" r="13335" b="635"/>
                  <a:pathLst>
                    <a:path w="13335" h="635">
                      <a:moveTo>
                        <a:pt x="0" y="635"/>
                      </a:moveTo>
                      <a:cubicBezTo>
                        <a:pt x="3333" y="635"/>
                        <a:pt x="8519" y="635"/>
                        <a:pt x="13335" y="635"/>
                      </a:cubicBezTo>
                      <a:cubicBezTo>
                        <a:pt x="10742" y="0"/>
                        <a:pt x="7037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7" name="자유형 65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ujIAAHYZAADFMgAAeBkAAAAAAAAmAAAACAAAAP//////////"/>
                    </a:ext>
                  </a:extLst>
                </p:cNvSpPr>
                <p:nvPr/>
              </p:nvSpPr>
              <p:spPr>
                <a:xfrm>
                  <a:off x="8246110" y="413893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cubicBezTo>
                        <a:pt x="6985" y="1270"/>
                        <a:pt x="1047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6" name="자유형 66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TIAAIUZAADyMgAAhxkAAAAAAAAmAAAACAAAAP//////////"/>
                    </a:ext>
                  </a:extLst>
                </p:cNvSpPr>
                <p:nvPr/>
              </p:nvSpPr>
              <p:spPr>
                <a:xfrm>
                  <a:off x="8278495" y="4148455"/>
                  <a:ext cx="3175" cy="1270"/>
                </a:xfrm>
                <a:custGeom>
                  <a:avLst/>
                  <a:gdLst/>
                  <a:ahLst/>
                  <a:cxnLst/>
                  <a:rect l="0" t="0" r="3175" b="1270"/>
                  <a:pathLst>
                    <a:path w="3175" h="1270">
                      <a:moveTo>
                        <a:pt x="3175" y="0"/>
                      </a:moveTo>
                      <a:cubicBezTo>
                        <a:pt x="1587" y="423"/>
                        <a:pt x="396" y="847"/>
                        <a:pt x="0" y="1270"/>
                      </a:cubicBezTo>
                      <a:cubicBezTo>
                        <a:pt x="793" y="847"/>
                        <a:pt x="1587" y="423"/>
                        <a:pt x="31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5" name="자유형 66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pzAAAI0ZAACqMAAAjhkAAAAAAAAmAAAACAAAAP//////////"/>
                    </a:ext>
                  </a:extLst>
                </p:cNvSpPr>
                <p:nvPr/>
              </p:nvSpPr>
              <p:spPr>
                <a:xfrm>
                  <a:off x="7908925" y="415353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381" y="0"/>
                      </a:moveTo>
                      <a:lnTo>
                        <a:pt x="0" y="0"/>
                      </a:lnTo>
                      <a:cubicBezTo>
                        <a:pt x="1905" y="635"/>
                        <a:pt x="1524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4" name="자유형 66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vDIAAHkZAADLMgAAeRkAAAAAAAAmAAAACAAAAP//////////"/>
                    </a:ext>
                  </a:extLst>
                </p:cNvSpPr>
                <p:nvPr/>
              </p:nvSpPr>
              <p:spPr>
                <a:xfrm>
                  <a:off x="8247380" y="4140835"/>
                  <a:ext cx="9525" cy="0"/>
                </a:xfrm>
                <a:custGeom>
                  <a:avLst/>
                  <a:gdLst/>
                  <a:ahLst/>
                  <a:cxnLst/>
                  <a:rect l="0" t="0" r="9525" b="0"/>
                  <a:pathLst>
                    <a:path w="9525">
                      <a:moveTo>
                        <a:pt x="9525" y="0"/>
                      </a:moveTo>
                      <a:cubicBezTo>
                        <a:pt x="6858" y="0"/>
                        <a:pt x="3810" y="0"/>
                        <a:pt x="0" y="0"/>
                      </a:cubicBezTo>
                      <a:cubicBezTo>
                        <a:pt x="1905" y="0"/>
                        <a:pt x="4572" y="0"/>
                        <a:pt x="95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3" name="자유형 66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DIAAHYZAADUMgAAeBkAAAAAAAAmAAAACAAAAP//////////"/>
                    </a:ext>
                  </a:extLst>
                </p:cNvSpPr>
                <p:nvPr/>
              </p:nvSpPr>
              <p:spPr>
                <a:xfrm>
                  <a:off x="8255000" y="413893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0" y="1270"/>
                      </a:moveTo>
                      <a:lnTo>
                        <a:pt x="6858" y="1270"/>
                      </a:lnTo>
                      <a:cubicBezTo>
                        <a:pt x="7620" y="1270"/>
                        <a:pt x="6858" y="0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2" name="자유형 66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jIAAHgZAAC8MgAAeRkAAAAAAAAmAAAACAAAAP//////////"/>
                    </a:ext>
                  </a:extLst>
                </p:cNvSpPr>
                <p:nvPr/>
              </p:nvSpPr>
              <p:spPr>
                <a:xfrm>
                  <a:off x="8235950" y="4140200"/>
                  <a:ext cx="11430" cy="635"/>
                </a:xfrm>
                <a:custGeom>
                  <a:avLst/>
                  <a:gdLst/>
                  <a:ahLst/>
                  <a:cxnLst/>
                  <a:rect l="0" t="0" r="11430" b="635"/>
                  <a:pathLst>
                    <a:path w="11430" h="635">
                      <a:moveTo>
                        <a:pt x="0" y="0"/>
                      </a:moveTo>
                      <a:cubicBezTo>
                        <a:pt x="4056" y="0"/>
                        <a:pt x="7743" y="0"/>
                        <a:pt x="11430" y="635"/>
                      </a:cubicBezTo>
                      <a:cubicBezTo>
                        <a:pt x="10324" y="0"/>
                        <a:pt x="9586" y="0"/>
                        <a:pt x="995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1" name="자유형 66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iIAAIwZAACuIgAAjhkAAAAAAAAmAAAACAAAAP//////////"/>
                    </a:ext>
                  </a:extLst>
                </p:cNvSpPr>
                <p:nvPr/>
              </p:nvSpPr>
              <p:spPr>
                <a:xfrm>
                  <a:off x="5629910" y="4152900"/>
                  <a:ext cx="7620" cy="1270"/>
                </a:xfrm>
                <a:custGeom>
                  <a:avLst/>
                  <a:gdLst/>
                  <a:ahLst/>
                  <a:cxnLst/>
                  <a:rect l="0" t="0" r="7620" b="1270"/>
                  <a:pathLst>
                    <a:path w="7620" h="1270">
                      <a:moveTo>
                        <a:pt x="7620" y="0"/>
                      </a:moveTo>
                      <a:lnTo>
                        <a:pt x="6295" y="0"/>
                      </a:lnTo>
                      <a:cubicBezTo>
                        <a:pt x="0" y="1270"/>
                        <a:pt x="2650" y="635"/>
                        <a:pt x="76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30" name="자유형 66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QS0AAJkZAABDLQAAmhkAAAAAAAAmAAAACAAAAP//////////"/>
                    </a:ext>
                  </a:extLst>
                </p:cNvSpPr>
                <p:nvPr/>
              </p:nvSpPr>
              <p:spPr>
                <a:xfrm>
                  <a:off x="7356475" y="4161155"/>
                  <a:ext cx="1270" cy="635"/>
                </a:xfrm>
                <a:custGeom>
                  <a:avLst/>
                  <a:gdLst/>
                  <a:ahLst/>
                  <a:cxnLst/>
                  <a:rect l="0" t="0" r="1270" b="635"/>
                  <a:pathLst>
                    <a:path w="1270" h="635">
                      <a:moveTo>
                        <a:pt x="423" y="635"/>
                      </a:moveTo>
                      <a:lnTo>
                        <a:pt x="1270" y="0"/>
                      </a:lnTo>
                      <a:lnTo>
                        <a:pt x="0" y="0"/>
                      </a:lnTo>
                      <a:lnTo>
                        <a:pt x="423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9" name="자유형 66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C0AAI8ZAABBLQAAnBkAAAAAAAAmAAAACAAAAP//////////"/>
                    </a:ext>
                  </a:extLst>
                </p:cNvSpPr>
                <p:nvPr/>
              </p:nvSpPr>
              <p:spPr>
                <a:xfrm>
                  <a:off x="7330440" y="4154805"/>
                  <a:ext cx="26035" cy="8255"/>
                </a:xfrm>
                <a:custGeom>
                  <a:avLst/>
                  <a:gdLst/>
                  <a:ahLst/>
                  <a:cxnLst/>
                  <a:rect l="0" t="0" r="26035" b="8255"/>
                  <a:pathLst>
                    <a:path w="26035" h="8255">
                      <a:moveTo>
                        <a:pt x="0" y="8255"/>
                      </a:moveTo>
                      <a:cubicBezTo>
                        <a:pt x="11319" y="5341"/>
                        <a:pt x="17733" y="5827"/>
                        <a:pt x="26035" y="6312"/>
                      </a:cubicBezTo>
                      <a:lnTo>
                        <a:pt x="17356" y="0"/>
                      </a:lnTo>
                      <a:lnTo>
                        <a:pt x="0" y="82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8" name="자유형 66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hwAAGkZAAB5MwAAoxkAAAAAAAAmAAAACAAAAP//////////"/>
                    </a:ext>
                  </a:extLst>
                </p:cNvSpPr>
                <p:nvPr/>
              </p:nvSpPr>
              <p:spPr>
                <a:xfrm>
                  <a:off x="4644390" y="4130675"/>
                  <a:ext cx="3723005" cy="36830"/>
                </a:xfrm>
                <a:custGeom>
                  <a:avLst/>
                  <a:gdLst/>
                  <a:ahLst/>
                  <a:cxnLst/>
                  <a:rect l="0" t="0" r="3723005" b="36830"/>
                  <a:pathLst>
                    <a:path w="3723005" h="36830">
                      <a:moveTo>
                        <a:pt x="916460" y="5893"/>
                      </a:moveTo>
                      <a:lnTo>
                        <a:pt x="921285" y="6384"/>
                      </a:lnTo>
                      <a:cubicBezTo>
                        <a:pt x="910521" y="7366"/>
                        <a:pt x="913491" y="6384"/>
                        <a:pt x="916460" y="5893"/>
                      </a:cubicBezTo>
                      <a:close/>
                      <a:moveTo>
                        <a:pt x="3546691" y="12277"/>
                      </a:moveTo>
                      <a:cubicBezTo>
                        <a:pt x="3549289" y="11786"/>
                        <a:pt x="3548918" y="11295"/>
                        <a:pt x="3548175" y="11295"/>
                      </a:cubicBezTo>
                      <a:cubicBezTo>
                        <a:pt x="3546320" y="11786"/>
                        <a:pt x="3540752" y="11786"/>
                        <a:pt x="3534442" y="11786"/>
                      </a:cubicBezTo>
                      <a:cubicBezTo>
                        <a:pt x="3536297" y="12277"/>
                        <a:pt x="3539638" y="12768"/>
                        <a:pt x="3546691" y="12277"/>
                      </a:cubicBezTo>
                      <a:close/>
                      <a:moveTo>
                        <a:pt x="3522192" y="11295"/>
                      </a:moveTo>
                      <a:lnTo>
                        <a:pt x="3521821" y="11295"/>
                      </a:lnTo>
                      <a:cubicBezTo>
                        <a:pt x="3509943" y="10312"/>
                        <a:pt x="3514026" y="10803"/>
                        <a:pt x="3522192" y="11295"/>
                      </a:cubicBezTo>
                      <a:close/>
                      <a:moveTo>
                        <a:pt x="2366687" y="24553"/>
                      </a:moveTo>
                      <a:cubicBezTo>
                        <a:pt x="2362604" y="25535"/>
                        <a:pt x="2356665" y="25044"/>
                        <a:pt x="2349613" y="24062"/>
                      </a:cubicBezTo>
                      <a:cubicBezTo>
                        <a:pt x="2354809" y="24062"/>
                        <a:pt x="2360377" y="24062"/>
                        <a:pt x="2366687" y="24553"/>
                      </a:cubicBezTo>
                      <a:close/>
                      <a:moveTo>
                        <a:pt x="1951700" y="29464"/>
                      </a:moveTo>
                      <a:cubicBezTo>
                        <a:pt x="1946504" y="29955"/>
                        <a:pt x="1936111" y="31428"/>
                        <a:pt x="1932028" y="29955"/>
                      </a:cubicBezTo>
                      <a:cubicBezTo>
                        <a:pt x="1938338" y="27009"/>
                        <a:pt x="1942792" y="28482"/>
                        <a:pt x="1951700" y="29464"/>
                      </a:cubicBezTo>
                      <a:close/>
                      <a:moveTo>
                        <a:pt x="1678878" y="29955"/>
                      </a:moveTo>
                      <a:lnTo>
                        <a:pt x="1697066" y="31919"/>
                      </a:lnTo>
                      <a:cubicBezTo>
                        <a:pt x="1675166" y="34866"/>
                        <a:pt x="1659205" y="33884"/>
                        <a:pt x="1676280" y="36830"/>
                      </a:cubicBezTo>
                      <a:cubicBezTo>
                        <a:pt x="1678878" y="29955"/>
                        <a:pt x="1747176" y="36339"/>
                        <a:pt x="1749775" y="29464"/>
                      </a:cubicBezTo>
                      <a:lnTo>
                        <a:pt x="1762024" y="30937"/>
                      </a:lnTo>
                      <a:cubicBezTo>
                        <a:pt x="1758312" y="30937"/>
                        <a:pt x="1757941" y="31428"/>
                        <a:pt x="1754600" y="31428"/>
                      </a:cubicBezTo>
                      <a:cubicBezTo>
                        <a:pt x="1777985" y="34375"/>
                        <a:pt x="1772046" y="26518"/>
                        <a:pt x="1802112" y="27500"/>
                      </a:cubicBezTo>
                      <a:cubicBezTo>
                        <a:pt x="1812505" y="27991"/>
                        <a:pt x="1819929" y="28973"/>
                        <a:pt x="1812877" y="29955"/>
                      </a:cubicBezTo>
                      <a:lnTo>
                        <a:pt x="1836261" y="27991"/>
                      </a:lnTo>
                      <a:cubicBezTo>
                        <a:pt x="1842943" y="28482"/>
                        <a:pt x="1841458" y="29464"/>
                        <a:pt x="1834405" y="29464"/>
                      </a:cubicBezTo>
                      <a:lnTo>
                        <a:pt x="1870410" y="28973"/>
                      </a:lnTo>
                      <a:lnTo>
                        <a:pt x="1870039" y="28973"/>
                      </a:lnTo>
                      <a:cubicBezTo>
                        <a:pt x="1875236" y="27991"/>
                        <a:pt x="1886743" y="26518"/>
                        <a:pt x="1892311" y="25535"/>
                      </a:cubicBezTo>
                      <a:cubicBezTo>
                        <a:pt x="1901219" y="26518"/>
                        <a:pt x="1887856" y="26518"/>
                        <a:pt x="1890083" y="27500"/>
                      </a:cubicBezTo>
                      <a:lnTo>
                        <a:pt x="1909756" y="25535"/>
                      </a:lnTo>
                      <a:cubicBezTo>
                        <a:pt x="1917922" y="27500"/>
                        <a:pt x="1901590" y="28973"/>
                        <a:pt x="1887856" y="28973"/>
                      </a:cubicBezTo>
                      <a:cubicBezTo>
                        <a:pt x="1906416" y="35848"/>
                        <a:pt x="1904188" y="27009"/>
                        <a:pt x="1944277" y="31428"/>
                      </a:cubicBezTo>
                      <a:lnTo>
                        <a:pt x="1925346" y="31919"/>
                      </a:lnTo>
                      <a:cubicBezTo>
                        <a:pt x="1937595" y="35848"/>
                        <a:pt x="1952072" y="34375"/>
                        <a:pt x="1973229" y="36830"/>
                      </a:cubicBezTo>
                      <a:cubicBezTo>
                        <a:pt x="1968033" y="35848"/>
                        <a:pt x="1930914" y="30937"/>
                        <a:pt x="1952443" y="29464"/>
                      </a:cubicBezTo>
                      <a:cubicBezTo>
                        <a:pt x="1958382" y="29955"/>
                        <a:pt x="1966548" y="29955"/>
                        <a:pt x="1978055" y="28973"/>
                      </a:cubicBezTo>
                      <a:cubicBezTo>
                        <a:pt x="1978055" y="30937"/>
                        <a:pt x="1989190" y="30446"/>
                        <a:pt x="2003667" y="30446"/>
                      </a:cubicBezTo>
                      <a:lnTo>
                        <a:pt x="2002553" y="33884"/>
                      </a:lnTo>
                      <a:cubicBezTo>
                        <a:pt x="2017772" y="32901"/>
                        <a:pt x="2016658" y="31428"/>
                        <a:pt x="2025567" y="29955"/>
                      </a:cubicBezTo>
                      <a:cubicBezTo>
                        <a:pt x="2042641" y="29955"/>
                        <a:pt x="2046353" y="32410"/>
                        <a:pt x="2050065" y="34866"/>
                      </a:cubicBezTo>
                      <a:cubicBezTo>
                        <a:pt x="2077533" y="35357"/>
                        <a:pt x="2031506" y="30937"/>
                        <a:pt x="2063799" y="30446"/>
                      </a:cubicBezTo>
                      <a:cubicBezTo>
                        <a:pt x="2086441" y="31428"/>
                        <a:pt x="2102402" y="30446"/>
                        <a:pt x="2129499" y="28482"/>
                      </a:cubicBezTo>
                      <a:cubicBezTo>
                        <a:pt x="2145460" y="29464"/>
                        <a:pt x="2126901" y="30446"/>
                        <a:pt x="2132468" y="31428"/>
                      </a:cubicBezTo>
                      <a:lnTo>
                        <a:pt x="2146574" y="28973"/>
                      </a:lnTo>
                      <a:cubicBezTo>
                        <a:pt x="2149914" y="28973"/>
                        <a:pt x="2148801" y="29464"/>
                        <a:pt x="2148430" y="29955"/>
                      </a:cubicBezTo>
                      <a:cubicBezTo>
                        <a:pt x="2160307" y="28973"/>
                        <a:pt x="2149172" y="27009"/>
                        <a:pt x="2168102" y="26027"/>
                      </a:cubicBezTo>
                      <a:cubicBezTo>
                        <a:pt x="2172928" y="22589"/>
                        <a:pt x="2206335" y="31428"/>
                        <a:pt x="2229348" y="27500"/>
                      </a:cubicBezTo>
                      <a:cubicBezTo>
                        <a:pt x="2234916" y="28482"/>
                        <a:pt x="2226750" y="29464"/>
                        <a:pt x="2228235" y="30446"/>
                      </a:cubicBezTo>
                      <a:cubicBezTo>
                        <a:pt x="2260157" y="27991"/>
                        <a:pt x="2255703" y="28973"/>
                        <a:pt x="2281686" y="25535"/>
                      </a:cubicBezTo>
                      <a:lnTo>
                        <a:pt x="2303586" y="27500"/>
                      </a:lnTo>
                      <a:cubicBezTo>
                        <a:pt x="2287625" y="25044"/>
                        <a:pt x="2308411" y="22098"/>
                        <a:pt x="2326599" y="20134"/>
                      </a:cubicBezTo>
                      <a:cubicBezTo>
                        <a:pt x="2320660" y="18661"/>
                        <a:pt x="2315835" y="17678"/>
                        <a:pt x="2312494" y="17187"/>
                      </a:cubicBezTo>
                      <a:lnTo>
                        <a:pt x="2341447" y="15714"/>
                      </a:lnTo>
                      <a:cubicBezTo>
                        <a:pt x="2345159" y="16205"/>
                        <a:pt x="2342189" y="17187"/>
                        <a:pt x="2337364" y="18661"/>
                      </a:cubicBezTo>
                      <a:lnTo>
                        <a:pt x="2342560" y="17678"/>
                      </a:lnTo>
                      <a:cubicBezTo>
                        <a:pt x="2352954" y="19152"/>
                        <a:pt x="2347757" y="21116"/>
                        <a:pt x="2340333" y="22589"/>
                      </a:cubicBezTo>
                      <a:lnTo>
                        <a:pt x="2329940" y="20625"/>
                      </a:lnTo>
                      <a:cubicBezTo>
                        <a:pt x="2322516" y="22589"/>
                        <a:pt x="2315835" y="24553"/>
                        <a:pt x="2317320" y="26518"/>
                      </a:cubicBezTo>
                      <a:cubicBezTo>
                        <a:pt x="2319175" y="26027"/>
                        <a:pt x="2322887" y="26027"/>
                        <a:pt x="2326970" y="25535"/>
                      </a:cubicBezTo>
                      <a:cubicBezTo>
                        <a:pt x="2325114" y="26027"/>
                        <a:pt x="2324001" y="26518"/>
                        <a:pt x="2324743" y="27009"/>
                      </a:cubicBezTo>
                      <a:cubicBezTo>
                        <a:pt x="2325857" y="27500"/>
                        <a:pt x="2328826" y="26518"/>
                        <a:pt x="2333652" y="26027"/>
                      </a:cubicBezTo>
                      <a:lnTo>
                        <a:pt x="2339962" y="29464"/>
                      </a:lnTo>
                      <a:lnTo>
                        <a:pt x="2341818" y="27991"/>
                      </a:lnTo>
                      <a:lnTo>
                        <a:pt x="2379679" y="30446"/>
                      </a:lnTo>
                      <a:cubicBezTo>
                        <a:pt x="2407147" y="27009"/>
                        <a:pt x="2430532" y="21607"/>
                        <a:pt x="2473960" y="20134"/>
                      </a:cubicBezTo>
                      <a:cubicBezTo>
                        <a:pt x="2463196" y="23080"/>
                        <a:pt x="2471733" y="24553"/>
                        <a:pt x="2470991" y="27500"/>
                      </a:cubicBezTo>
                      <a:cubicBezTo>
                        <a:pt x="2459113" y="24553"/>
                        <a:pt x="2437584" y="28973"/>
                        <a:pt x="2415313" y="28482"/>
                      </a:cubicBezTo>
                      <a:cubicBezTo>
                        <a:pt x="2426820" y="28482"/>
                        <a:pt x="2424221" y="29955"/>
                        <a:pt x="2421252" y="30446"/>
                      </a:cubicBezTo>
                      <a:lnTo>
                        <a:pt x="2461340" y="27991"/>
                      </a:lnTo>
                      <a:cubicBezTo>
                        <a:pt x="2460227" y="30446"/>
                        <a:pt x="2469877" y="29464"/>
                        <a:pt x="2480271" y="30937"/>
                      </a:cubicBezTo>
                      <a:cubicBezTo>
                        <a:pt x="2472105" y="25535"/>
                        <a:pt x="2509966" y="27500"/>
                        <a:pt x="2526298" y="26027"/>
                      </a:cubicBezTo>
                      <a:cubicBezTo>
                        <a:pt x="2527040" y="27500"/>
                        <a:pt x="2523328" y="29464"/>
                        <a:pt x="2503284" y="28973"/>
                      </a:cubicBezTo>
                      <a:cubicBezTo>
                        <a:pt x="2525184" y="32901"/>
                        <a:pt x="2531866" y="23080"/>
                        <a:pt x="2553394" y="26518"/>
                      </a:cubicBezTo>
                      <a:cubicBezTo>
                        <a:pt x="2548198" y="26518"/>
                        <a:pt x="2545600" y="26027"/>
                        <a:pt x="2543744" y="27009"/>
                      </a:cubicBezTo>
                      <a:cubicBezTo>
                        <a:pt x="2555250" y="25535"/>
                        <a:pt x="2582718" y="27009"/>
                        <a:pt x="2576408" y="28482"/>
                      </a:cubicBezTo>
                      <a:lnTo>
                        <a:pt x="2571583" y="28482"/>
                      </a:lnTo>
                      <a:cubicBezTo>
                        <a:pt x="2603505" y="28973"/>
                        <a:pt x="2669205" y="28482"/>
                        <a:pt x="2674030" y="24553"/>
                      </a:cubicBezTo>
                      <a:cubicBezTo>
                        <a:pt x="2674401" y="25044"/>
                        <a:pt x="2669947" y="29464"/>
                        <a:pt x="2668091" y="30446"/>
                      </a:cubicBezTo>
                      <a:lnTo>
                        <a:pt x="2725254" y="16205"/>
                      </a:lnTo>
                      <a:cubicBezTo>
                        <a:pt x="2720429" y="20134"/>
                        <a:pt x="2739730" y="28482"/>
                        <a:pt x="2713005" y="30446"/>
                      </a:cubicBezTo>
                      <a:cubicBezTo>
                        <a:pt x="2720800" y="30937"/>
                        <a:pt x="2730079" y="31919"/>
                        <a:pt x="2746412" y="30446"/>
                      </a:cubicBezTo>
                      <a:cubicBezTo>
                        <a:pt x="2741215" y="29955"/>
                        <a:pt x="2733420" y="25044"/>
                        <a:pt x="2740473" y="25044"/>
                      </a:cubicBezTo>
                      <a:cubicBezTo>
                        <a:pt x="2760146" y="28973"/>
                        <a:pt x="2754207" y="27009"/>
                        <a:pt x="2778334" y="30446"/>
                      </a:cubicBezTo>
                      <a:cubicBezTo>
                        <a:pt x="2770168" y="29955"/>
                        <a:pt x="2779076" y="24062"/>
                        <a:pt x="2791325" y="24553"/>
                      </a:cubicBezTo>
                      <a:cubicBezTo>
                        <a:pt x="2789469" y="25044"/>
                        <a:pt x="2792439" y="29955"/>
                        <a:pt x="2787985" y="30446"/>
                      </a:cubicBezTo>
                      <a:lnTo>
                        <a:pt x="2818793" y="25044"/>
                      </a:lnTo>
                      <a:cubicBezTo>
                        <a:pt x="2810998" y="26027"/>
                        <a:pt x="2817308" y="29955"/>
                        <a:pt x="2824361" y="31428"/>
                      </a:cubicBezTo>
                      <a:cubicBezTo>
                        <a:pt x="2821020" y="30446"/>
                        <a:pt x="2850715" y="31428"/>
                        <a:pt x="2858881" y="30937"/>
                      </a:cubicBezTo>
                      <a:lnTo>
                        <a:pt x="2845890" y="29955"/>
                      </a:lnTo>
                      <a:cubicBezTo>
                        <a:pt x="2880781" y="30937"/>
                        <a:pt x="2880410" y="22098"/>
                        <a:pt x="2914931" y="22589"/>
                      </a:cubicBezTo>
                      <a:cubicBezTo>
                        <a:pt x="2910847" y="23571"/>
                        <a:pt x="2904537" y="29464"/>
                        <a:pt x="2921983" y="30446"/>
                      </a:cubicBezTo>
                      <a:cubicBezTo>
                        <a:pt x="2930149" y="27500"/>
                        <a:pt x="2957617" y="16696"/>
                        <a:pt x="2988054" y="14241"/>
                      </a:cubicBezTo>
                      <a:lnTo>
                        <a:pt x="2993993" y="16205"/>
                      </a:lnTo>
                      <a:lnTo>
                        <a:pt x="3017378" y="14241"/>
                      </a:lnTo>
                      <a:cubicBezTo>
                        <a:pt x="3002902" y="18661"/>
                        <a:pt x="2962071" y="27500"/>
                        <a:pt x="2939429" y="30937"/>
                      </a:cubicBezTo>
                      <a:cubicBezTo>
                        <a:pt x="2952420" y="32410"/>
                        <a:pt x="2943141" y="32901"/>
                        <a:pt x="2962814" y="32901"/>
                      </a:cubicBezTo>
                      <a:cubicBezTo>
                        <a:pt x="2969495" y="34375"/>
                        <a:pt x="2952049" y="35357"/>
                        <a:pt x="2946481" y="35357"/>
                      </a:cubicBezTo>
                      <a:lnTo>
                        <a:pt x="2991766" y="36339"/>
                      </a:lnTo>
                      <a:cubicBezTo>
                        <a:pt x="2989539" y="32901"/>
                        <a:pt x="3026287" y="32901"/>
                        <a:pt x="3024802" y="30446"/>
                      </a:cubicBezTo>
                      <a:lnTo>
                        <a:pt x="2975434" y="33393"/>
                      </a:lnTo>
                      <a:cubicBezTo>
                        <a:pt x="2973578" y="30446"/>
                        <a:pt x="3004015" y="24062"/>
                        <a:pt x="3035937" y="25044"/>
                      </a:cubicBezTo>
                      <a:cubicBezTo>
                        <a:pt x="3044104" y="26027"/>
                        <a:pt x="3029998" y="30937"/>
                        <a:pt x="3030741" y="31919"/>
                      </a:cubicBezTo>
                      <a:cubicBezTo>
                        <a:pt x="3034824" y="30937"/>
                        <a:pt x="3061178" y="29955"/>
                        <a:pt x="3064148" y="30446"/>
                      </a:cubicBezTo>
                      <a:lnTo>
                        <a:pt x="3050414" y="32410"/>
                      </a:lnTo>
                      <a:cubicBezTo>
                        <a:pt x="3068231" y="33884"/>
                        <a:pt x="3079738" y="27991"/>
                        <a:pt x="3101266" y="31428"/>
                      </a:cubicBezTo>
                      <a:cubicBezTo>
                        <a:pt x="3108690" y="31428"/>
                        <a:pt x="3123166" y="35848"/>
                        <a:pt x="3124651" y="33884"/>
                      </a:cubicBezTo>
                      <a:cubicBezTo>
                        <a:pt x="3112402" y="29955"/>
                        <a:pt x="3110175" y="18169"/>
                        <a:pt x="3118341" y="15223"/>
                      </a:cubicBezTo>
                      <a:cubicBezTo>
                        <a:pt x="3120939" y="15223"/>
                        <a:pt x="3156944" y="18661"/>
                        <a:pt x="3165482" y="20625"/>
                      </a:cubicBezTo>
                      <a:cubicBezTo>
                        <a:pt x="3177731" y="23571"/>
                        <a:pt x="3147294" y="27991"/>
                        <a:pt x="3157687" y="30446"/>
                      </a:cubicBezTo>
                      <a:cubicBezTo>
                        <a:pt x="3158058" y="29464"/>
                        <a:pt x="3164739" y="28482"/>
                        <a:pt x="3167709" y="27991"/>
                      </a:cubicBezTo>
                      <a:cubicBezTo>
                        <a:pt x="3175504" y="28973"/>
                        <a:pt x="3164368" y="30937"/>
                        <a:pt x="3181443" y="30446"/>
                      </a:cubicBezTo>
                      <a:cubicBezTo>
                        <a:pt x="3184041" y="27009"/>
                        <a:pt x="3215963" y="30937"/>
                        <a:pt x="3189238" y="27500"/>
                      </a:cubicBezTo>
                      <a:cubicBezTo>
                        <a:pt x="3205941" y="27009"/>
                        <a:pt x="3207055" y="28482"/>
                        <a:pt x="3226356" y="28482"/>
                      </a:cubicBezTo>
                      <a:cubicBezTo>
                        <a:pt x="3220046" y="26027"/>
                        <a:pt x="3243802" y="21116"/>
                        <a:pt x="3260506" y="20134"/>
                      </a:cubicBezTo>
                      <a:cubicBezTo>
                        <a:pt x="3259392" y="20625"/>
                        <a:pt x="3263104" y="22098"/>
                        <a:pt x="3264960" y="22589"/>
                      </a:cubicBezTo>
                      <a:cubicBezTo>
                        <a:pt x="3299109" y="23080"/>
                        <a:pt x="3317297" y="24553"/>
                        <a:pt x="3348848" y="24553"/>
                      </a:cubicBezTo>
                      <a:cubicBezTo>
                        <a:pt x="3351818" y="25535"/>
                        <a:pt x="3367036" y="26518"/>
                        <a:pt x="3360726" y="27991"/>
                      </a:cubicBezTo>
                      <a:cubicBezTo>
                        <a:pt x="3365180" y="27500"/>
                        <a:pt x="3369263" y="26027"/>
                        <a:pt x="3378914" y="26027"/>
                      </a:cubicBezTo>
                      <a:cubicBezTo>
                        <a:pt x="3397845" y="28973"/>
                        <a:pt x="3357385" y="26518"/>
                        <a:pt x="3371862" y="29955"/>
                      </a:cubicBezTo>
                      <a:cubicBezTo>
                        <a:pt x="3372975" y="27991"/>
                        <a:pt x="3397102" y="27500"/>
                        <a:pt x="3410836" y="26027"/>
                      </a:cubicBezTo>
                      <a:cubicBezTo>
                        <a:pt x="3406753" y="23080"/>
                        <a:pt x="3378914" y="25535"/>
                        <a:pt x="3364809" y="26518"/>
                      </a:cubicBezTo>
                      <a:cubicBezTo>
                        <a:pt x="3364809" y="22589"/>
                        <a:pt x="3388936" y="18169"/>
                        <a:pt x="3421972" y="16205"/>
                      </a:cubicBezTo>
                      <a:cubicBezTo>
                        <a:pt x="3448326" y="15223"/>
                        <a:pt x="3433479" y="19152"/>
                        <a:pt x="3437933" y="18661"/>
                      </a:cubicBezTo>
                      <a:cubicBezTo>
                        <a:pt x="3487301" y="19152"/>
                        <a:pt x="3480248" y="11295"/>
                        <a:pt x="3521079" y="14241"/>
                      </a:cubicBezTo>
                      <a:cubicBezTo>
                        <a:pt x="3537411" y="17187"/>
                        <a:pt x="3521821" y="19643"/>
                        <a:pt x="3525533" y="21607"/>
                      </a:cubicBezTo>
                      <a:cubicBezTo>
                        <a:pt x="3504004" y="22589"/>
                        <a:pt x="3492497" y="19643"/>
                        <a:pt x="3478021" y="19643"/>
                      </a:cubicBezTo>
                      <a:lnTo>
                        <a:pt x="3495838" y="21116"/>
                      </a:lnTo>
                      <a:cubicBezTo>
                        <a:pt x="3489157" y="22098"/>
                        <a:pt x="3474680" y="22589"/>
                        <a:pt x="3466886" y="22098"/>
                      </a:cubicBezTo>
                      <a:cubicBezTo>
                        <a:pt x="3480619" y="24553"/>
                        <a:pt x="3550403" y="22589"/>
                        <a:pt x="3588635" y="25044"/>
                      </a:cubicBezTo>
                      <a:cubicBezTo>
                        <a:pt x="3595316" y="24062"/>
                        <a:pt x="3607194" y="23080"/>
                        <a:pt x="3601626" y="22098"/>
                      </a:cubicBezTo>
                      <a:lnTo>
                        <a:pt x="3589377" y="22098"/>
                      </a:lnTo>
                      <a:cubicBezTo>
                        <a:pt x="3578242" y="20134"/>
                        <a:pt x="3612391" y="19152"/>
                        <a:pt x="3596801" y="18169"/>
                      </a:cubicBezTo>
                      <a:cubicBezTo>
                        <a:pt x="3613133" y="16696"/>
                        <a:pt x="3631321" y="14241"/>
                        <a:pt x="3653964" y="15714"/>
                      </a:cubicBezTo>
                      <a:lnTo>
                        <a:pt x="3658418" y="18661"/>
                      </a:lnTo>
                      <a:cubicBezTo>
                        <a:pt x="3657676" y="17678"/>
                        <a:pt x="3643570" y="17187"/>
                        <a:pt x="3636889" y="17678"/>
                      </a:cubicBezTo>
                      <a:cubicBezTo>
                        <a:pt x="3646540" y="16696"/>
                        <a:pt x="3671781" y="22098"/>
                        <a:pt x="3682174" y="18169"/>
                      </a:cubicBezTo>
                      <a:lnTo>
                        <a:pt x="3666213" y="15714"/>
                      </a:lnTo>
                      <a:cubicBezTo>
                        <a:pt x="3682545" y="14241"/>
                        <a:pt x="3702589" y="11295"/>
                        <a:pt x="3723005" y="12277"/>
                      </a:cubicBezTo>
                      <a:cubicBezTo>
                        <a:pt x="3713725" y="9330"/>
                        <a:pt x="3718179" y="12768"/>
                        <a:pt x="3704074" y="8839"/>
                      </a:cubicBezTo>
                      <a:cubicBezTo>
                        <a:pt x="3716323" y="13259"/>
                        <a:pt x="3652108" y="8839"/>
                        <a:pt x="3672152" y="13259"/>
                      </a:cubicBezTo>
                      <a:cubicBezTo>
                        <a:pt x="3657676" y="9330"/>
                        <a:pt x="3646911" y="11786"/>
                        <a:pt x="3627609" y="7857"/>
                      </a:cubicBezTo>
                      <a:cubicBezTo>
                        <a:pt x="3627981" y="8839"/>
                        <a:pt x="3634291" y="9821"/>
                        <a:pt x="3617587" y="9330"/>
                      </a:cubicBezTo>
                      <a:cubicBezTo>
                        <a:pt x="3616474" y="9821"/>
                        <a:pt x="3614989" y="10312"/>
                        <a:pt x="3613504" y="10312"/>
                      </a:cubicBezTo>
                      <a:lnTo>
                        <a:pt x="3612391" y="10312"/>
                      </a:lnTo>
                      <a:lnTo>
                        <a:pt x="3613504" y="10312"/>
                      </a:lnTo>
                      <a:cubicBezTo>
                        <a:pt x="3612762" y="10312"/>
                        <a:pt x="3612762" y="10803"/>
                        <a:pt x="3613876" y="10312"/>
                      </a:cubicBezTo>
                      <a:cubicBezTo>
                        <a:pt x="3617959" y="10803"/>
                        <a:pt x="3621299" y="11295"/>
                        <a:pt x="3622413" y="11786"/>
                      </a:cubicBezTo>
                      <a:cubicBezTo>
                        <a:pt x="3613876" y="14241"/>
                        <a:pt x="3587150" y="14241"/>
                        <a:pt x="3577870" y="15223"/>
                      </a:cubicBezTo>
                      <a:cubicBezTo>
                        <a:pt x="3567848" y="14732"/>
                        <a:pt x="3582325" y="14241"/>
                        <a:pt x="3576757" y="13259"/>
                      </a:cubicBezTo>
                      <a:lnTo>
                        <a:pt x="3563023" y="14732"/>
                      </a:lnTo>
                      <a:cubicBezTo>
                        <a:pt x="3561909" y="12768"/>
                        <a:pt x="3536297" y="11295"/>
                        <a:pt x="3560053" y="9821"/>
                      </a:cubicBezTo>
                      <a:lnTo>
                        <a:pt x="3538896" y="9821"/>
                      </a:lnTo>
                      <a:cubicBezTo>
                        <a:pt x="3526275" y="8348"/>
                        <a:pt x="3508830" y="7857"/>
                        <a:pt x="3498436" y="8839"/>
                      </a:cubicBezTo>
                      <a:cubicBezTo>
                        <a:pt x="3488414" y="8348"/>
                        <a:pt x="3472825" y="11295"/>
                        <a:pt x="3481733" y="9330"/>
                      </a:cubicBezTo>
                      <a:lnTo>
                        <a:pt x="3448326" y="10803"/>
                      </a:lnTo>
                      <a:lnTo>
                        <a:pt x="3447955" y="10312"/>
                      </a:lnTo>
                      <a:cubicBezTo>
                        <a:pt x="3414919" y="9821"/>
                        <a:pt x="3380028" y="13750"/>
                        <a:pt x="3342167" y="9821"/>
                      </a:cubicBezTo>
                      <a:cubicBezTo>
                        <a:pt x="3331031" y="10312"/>
                        <a:pt x="3319895" y="10803"/>
                        <a:pt x="3300965" y="10312"/>
                      </a:cubicBezTo>
                      <a:lnTo>
                        <a:pt x="3297624" y="8348"/>
                      </a:lnTo>
                      <a:cubicBezTo>
                        <a:pt x="3283148" y="8839"/>
                        <a:pt x="3254567" y="6384"/>
                        <a:pt x="3248628" y="8348"/>
                      </a:cubicBezTo>
                      <a:cubicBezTo>
                        <a:pt x="3233038" y="3437"/>
                        <a:pt x="3179216" y="6875"/>
                        <a:pt x="3154346" y="5893"/>
                      </a:cubicBezTo>
                      <a:lnTo>
                        <a:pt x="3153233" y="8348"/>
                      </a:lnTo>
                      <a:cubicBezTo>
                        <a:pt x="3136158" y="8348"/>
                        <a:pt x="3119455" y="8839"/>
                        <a:pt x="3097926" y="9821"/>
                      </a:cubicBezTo>
                      <a:lnTo>
                        <a:pt x="3099410" y="12277"/>
                      </a:lnTo>
                      <a:cubicBezTo>
                        <a:pt x="3080851" y="13750"/>
                        <a:pt x="3051899" y="10312"/>
                        <a:pt x="3022575" y="10803"/>
                      </a:cubicBezTo>
                      <a:cubicBezTo>
                        <a:pt x="3024802" y="9821"/>
                        <a:pt x="3032226" y="9821"/>
                        <a:pt x="3037422" y="10312"/>
                      </a:cubicBezTo>
                      <a:cubicBezTo>
                        <a:pt x="3002531" y="5402"/>
                        <a:pt x="2963556" y="13750"/>
                        <a:pt x="2932005" y="10312"/>
                      </a:cubicBezTo>
                      <a:cubicBezTo>
                        <a:pt x="2924210" y="10803"/>
                        <a:pt x="2918271" y="10803"/>
                        <a:pt x="2913075" y="10312"/>
                      </a:cubicBezTo>
                      <a:cubicBezTo>
                        <a:pt x="2913817" y="10312"/>
                        <a:pt x="2914188" y="10312"/>
                        <a:pt x="2914931" y="9821"/>
                      </a:cubicBezTo>
                      <a:lnTo>
                        <a:pt x="2911590" y="9821"/>
                      </a:lnTo>
                      <a:lnTo>
                        <a:pt x="2900825" y="8839"/>
                      </a:lnTo>
                      <a:cubicBezTo>
                        <a:pt x="2903795" y="9330"/>
                        <a:pt x="2907136" y="9821"/>
                        <a:pt x="2909734" y="9821"/>
                      </a:cubicBezTo>
                      <a:cubicBezTo>
                        <a:pt x="2903795" y="9821"/>
                        <a:pt x="2894515" y="10312"/>
                        <a:pt x="2885607" y="10803"/>
                      </a:cubicBezTo>
                      <a:lnTo>
                        <a:pt x="2881524" y="8348"/>
                      </a:lnTo>
                      <a:lnTo>
                        <a:pt x="2879668" y="8348"/>
                      </a:lnTo>
                      <a:cubicBezTo>
                        <a:pt x="2870759" y="7366"/>
                        <a:pt x="2872615" y="9330"/>
                        <a:pt x="2877069" y="11295"/>
                      </a:cubicBezTo>
                      <a:cubicBezTo>
                        <a:pt x="2872615" y="11786"/>
                        <a:pt x="2868532" y="12277"/>
                        <a:pt x="2865191" y="12768"/>
                      </a:cubicBezTo>
                      <a:cubicBezTo>
                        <a:pt x="2858139" y="8839"/>
                        <a:pt x="2841436" y="14241"/>
                        <a:pt x="2831785" y="9821"/>
                      </a:cubicBezTo>
                      <a:cubicBezTo>
                        <a:pt x="2825474" y="11786"/>
                        <a:pt x="2786129" y="11295"/>
                        <a:pt x="2781303" y="15714"/>
                      </a:cubicBezTo>
                      <a:cubicBezTo>
                        <a:pt x="2780932" y="14732"/>
                        <a:pt x="2778334" y="14732"/>
                        <a:pt x="2783159" y="14732"/>
                      </a:cubicBezTo>
                      <a:cubicBezTo>
                        <a:pt x="2773137" y="14241"/>
                        <a:pt x="2763115" y="13750"/>
                        <a:pt x="2754207" y="14732"/>
                      </a:cubicBezTo>
                      <a:lnTo>
                        <a:pt x="2749752" y="11786"/>
                      </a:lnTo>
                      <a:lnTo>
                        <a:pt x="2727852" y="15714"/>
                      </a:lnTo>
                      <a:cubicBezTo>
                        <a:pt x="2714490" y="13750"/>
                        <a:pt x="2708922" y="12768"/>
                        <a:pt x="2722285" y="10312"/>
                      </a:cubicBezTo>
                      <a:cubicBezTo>
                        <a:pt x="2689991" y="13750"/>
                        <a:pt x="2695930" y="11786"/>
                        <a:pt x="2668834" y="15223"/>
                      </a:cubicBezTo>
                      <a:lnTo>
                        <a:pt x="2670318" y="13259"/>
                      </a:lnTo>
                      <a:cubicBezTo>
                        <a:pt x="2660296" y="13259"/>
                        <a:pt x="2644706" y="15714"/>
                        <a:pt x="2638767" y="14241"/>
                      </a:cubicBezTo>
                      <a:cubicBezTo>
                        <a:pt x="2617239" y="10312"/>
                        <a:pt x="2531123" y="13259"/>
                        <a:pt x="2475074" y="9821"/>
                      </a:cubicBezTo>
                      <a:cubicBezTo>
                        <a:pt x="2485838" y="15714"/>
                        <a:pt x="2449091" y="6875"/>
                        <a:pt x="2446864" y="11786"/>
                      </a:cubicBezTo>
                      <a:cubicBezTo>
                        <a:pt x="2443523" y="10312"/>
                        <a:pt x="2435728" y="9330"/>
                        <a:pt x="2444637" y="8348"/>
                      </a:cubicBezTo>
                      <a:cubicBezTo>
                        <a:pt x="2416055" y="9330"/>
                        <a:pt x="2401950" y="5893"/>
                        <a:pt x="2382277" y="9821"/>
                      </a:cubicBezTo>
                      <a:cubicBezTo>
                        <a:pt x="2378937" y="8348"/>
                        <a:pt x="2388216" y="7857"/>
                        <a:pt x="2385247" y="6875"/>
                      </a:cubicBezTo>
                      <a:cubicBezTo>
                        <a:pt x="2383020" y="6875"/>
                        <a:pt x="2376338" y="7857"/>
                        <a:pt x="2373369" y="7366"/>
                      </a:cubicBezTo>
                      <a:cubicBezTo>
                        <a:pt x="2370399" y="6384"/>
                        <a:pt x="2377452" y="5893"/>
                        <a:pt x="2381906" y="5402"/>
                      </a:cubicBezTo>
                      <a:cubicBezTo>
                        <a:pt x="2352954" y="5402"/>
                        <a:pt x="2349984" y="9821"/>
                        <a:pt x="2347757" y="13750"/>
                      </a:cubicBezTo>
                      <a:cubicBezTo>
                        <a:pt x="2332909" y="11786"/>
                        <a:pt x="2325486" y="12277"/>
                        <a:pt x="2314721" y="14732"/>
                      </a:cubicBezTo>
                      <a:cubicBezTo>
                        <a:pt x="2309896" y="13259"/>
                        <a:pt x="2300987" y="11786"/>
                        <a:pt x="2319175" y="11786"/>
                      </a:cubicBezTo>
                      <a:cubicBezTo>
                        <a:pt x="2309153" y="11295"/>
                        <a:pt x="2256816" y="9330"/>
                        <a:pt x="2256074" y="12768"/>
                      </a:cubicBezTo>
                      <a:cubicBezTo>
                        <a:pt x="2252733" y="11786"/>
                        <a:pt x="2241597" y="12277"/>
                        <a:pt x="2238999" y="12768"/>
                      </a:cubicBezTo>
                      <a:cubicBezTo>
                        <a:pt x="2215986" y="12277"/>
                        <a:pt x="2214130" y="12277"/>
                        <a:pt x="2191487" y="12277"/>
                      </a:cubicBezTo>
                      <a:lnTo>
                        <a:pt x="2197797" y="12768"/>
                      </a:lnTo>
                      <a:cubicBezTo>
                        <a:pt x="2188889" y="16696"/>
                        <a:pt x="2179238" y="13750"/>
                        <a:pt x="2161050" y="14241"/>
                      </a:cubicBezTo>
                      <a:lnTo>
                        <a:pt x="2161421" y="13750"/>
                      </a:lnTo>
                      <a:cubicBezTo>
                        <a:pt x="2119848" y="10803"/>
                        <a:pt x="2143604" y="15223"/>
                        <a:pt x="2102774" y="11786"/>
                      </a:cubicBezTo>
                      <a:lnTo>
                        <a:pt x="2105001" y="14241"/>
                      </a:lnTo>
                      <a:cubicBezTo>
                        <a:pt x="2100918" y="19152"/>
                        <a:pt x="2068624" y="10803"/>
                        <a:pt x="2044868" y="12768"/>
                      </a:cubicBezTo>
                      <a:lnTo>
                        <a:pt x="2053406" y="14241"/>
                      </a:lnTo>
                      <a:cubicBezTo>
                        <a:pt x="2040414" y="16205"/>
                        <a:pt x="2017029" y="7366"/>
                        <a:pt x="2004038" y="6384"/>
                      </a:cubicBezTo>
                      <a:cubicBezTo>
                        <a:pt x="2001068" y="5893"/>
                        <a:pt x="2008492" y="5893"/>
                        <a:pt x="2012575" y="5402"/>
                      </a:cubicBezTo>
                      <a:cubicBezTo>
                        <a:pt x="1978426" y="2946"/>
                        <a:pt x="2008121" y="8348"/>
                        <a:pt x="1982509" y="9330"/>
                      </a:cubicBezTo>
                      <a:cubicBezTo>
                        <a:pt x="1977684" y="7366"/>
                        <a:pt x="1988448" y="4911"/>
                        <a:pt x="1971373" y="4420"/>
                      </a:cubicBezTo>
                      <a:cubicBezTo>
                        <a:pt x="1962836" y="3437"/>
                        <a:pt x="1921634" y="9821"/>
                        <a:pt x="1898250" y="6384"/>
                      </a:cubicBezTo>
                      <a:cubicBezTo>
                        <a:pt x="1903446" y="7857"/>
                        <a:pt x="1908643" y="9330"/>
                        <a:pt x="1896765" y="10312"/>
                      </a:cubicBezTo>
                      <a:cubicBezTo>
                        <a:pt x="1878577" y="10312"/>
                        <a:pt x="1847768" y="4911"/>
                        <a:pt x="1831436" y="9330"/>
                      </a:cubicBezTo>
                      <a:cubicBezTo>
                        <a:pt x="1829209" y="8839"/>
                        <a:pt x="1828095" y="8348"/>
                        <a:pt x="1828095" y="7857"/>
                      </a:cubicBezTo>
                      <a:cubicBezTo>
                        <a:pt x="1814361" y="9330"/>
                        <a:pt x="1783182" y="9821"/>
                        <a:pt x="1774644" y="11786"/>
                      </a:cubicBezTo>
                      <a:cubicBezTo>
                        <a:pt x="1762024" y="3929"/>
                        <a:pt x="1688529" y="15714"/>
                        <a:pt x="1688900" y="7857"/>
                      </a:cubicBezTo>
                      <a:lnTo>
                        <a:pt x="1646214" y="8348"/>
                      </a:lnTo>
                      <a:lnTo>
                        <a:pt x="1647327" y="7366"/>
                      </a:lnTo>
                      <a:cubicBezTo>
                        <a:pt x="1620230" y="6875"/>
                        <a:pt x="1610580" y="8839"/>
                        <a:pt x="1600929" y="10803"/>
                      </a:cubicBezTo>
                      <a:cubicBezTo>
                        <a:pt x="1594619" y="9821"/>
                        <a:pt x="1599444" y="9330"/>
                        <a:pt x="1599815" y="8839"/>
                      </a:cubicBezTo>
                      <a:cubicBezTo>
                        <a:pt x="1560098" y="7366"/>
                        <a:pt x="1556015" y="7366"/>
                        <a:pt x="1522608" y="11295"/>
                      </a:cubicBezTo>
                      <a:lnTo>
                        <a:pt x="1519268" y="8839"/>
                      </a:lnTo>
                      <a:cubicBezTo>
                        <a:pt x="1509988" y="10312"/>
                        <a:pt x="1461734" y="4911"/>
                        <a:pt x="1422759" y="7366"/>
                      </a:cubicBezTo>
                      <a:cubicBezTo>
                        <a:pt x="1423130" y="7366"/>
                        <a:pt x="1423873" y="6875"/>
                        <a:pt x="1426842" y="6384"/>
                      </a:cubicBezTo>
                      <a:cubicBezTo>
                        <a:pt x="1383042" y="9330"/>
                        <a:pt x="1321796" y="0"/>
                        <a:pt x="1305835" y="8348"/>
                      </a:cubicBezTo>
                      <a:lnTo>
                        <a:pt x="1276511" y="10312"/>
                      </a:lnTo>
                      <a:cubicBezTo>
                        <a:pt x="1314001" y="11295"/>
                        <a:pt x="1270944" y="14241"/>
                        <a:pt x="1286533" y="15714"/>
                      </a:cubicBezTo>
                      <a:cubicBezTo>
                        <a:pt x="1271686" y="16205"/>
                        <a:pt x="1248301" y="13259"/>
                        <a:pt x="1266489" y="12768"/>
                      </a:cubicBezTo>
                      <a:lnTo>
                        <a:pt x="1269459" y="13259"/>
                      </a:lnTo>
                      <a:cubicBezTo>
                        <a:pt x="1276140" y="8348"/>
                        <a:pt x="1222689" y="11295"/>
                        <a:pt x="1223803" y="7857"/>
                      </a:cubicBezTo>
                      <a:cubicBezTo>
                        <a:pt x="1149937" y="8348"/>
                        <a:pt x="1077926" y="5402"/>
                        <a:pt x="1008886" y="4911"/>
                      </a:cubicBezTo>
                      <a:lnTo>
                        <a:pt x="1017052" y="8839"/>
                      </a:lnTo>
                      <a:lnTo>
                        <a:pt x="992925" y="8348"/>
                      </a:lnTo>
                      <a:cubicBezTo>
                        <a:pt x="986614" y="7366"/>
                        <a:pt x="984387" y="5402"/>
                        <a:pt x="1001462" y="5893"/>
                      </a:cubicBezTo>
                      <a:cubicBezTo>
                        <a:pt x="992553" y="3929"/>
                        <a:pt x="972509" y="7366"/>
                        <a:pt x="972138" y="8348"/>
                      </a:cubicBezTo>
                      <a:cubicBezTo>
                        <a:pt x="938360" y="6875"/>
                        <a:pt x="985501" y="4420"/>
                        <a:pt x="975108" y="4420"/>
                      </a:cubicBezTo>
                      <a:lnTo>
                        <a:pt x="961002" y="4420"/>
                      </a:lnTo>
                      <a:lnTo>
                        <a:pt x="963972" y="4420"/>
                      </a:lnTo>
                      <a:cubicBezTo>
                        <a:pt x="952836" y="5893"/>
                        <a:pt x="951723" y="7366"/>
                        <a:pt x="930936" y="7366"/>
                      </a:cubicBezTo>
                      <a:cubicBezTo>
                        <a:pt x="917945" y="6384"/>
                        <a:pt x="924255" y="4911"/>
                        <a:pt x="919058" y="4911"/>
                      </a:cubicBezTo>
                      <a:cubicBezTo>
                        <a:pt x="919430" y="4911"/>
                        <a:pt x="917574" y="4420"/>
                        <a:pt x="911263" y="4911"/>
                      </a:cubicBezTo>
                      <a:lnTo>
                        <a:pt x="880826" y="4420"/>
                      </a:lnTo>
                      <a:lnTo>
                        <a:pt x="893075" y="7366"/>
                      </a:lnTo>
                      <a:cubicBezTo>
                        <a:pt x="879713" y="8839"/>
                        <a:pt x="864494" y="7366"/>
                        <a:pt x="878599" y="10312"/>
                      </a:cubicBezTo>
                      <a:cubicBezTo>
                        <a:pt x="857813" y="5402"/>
                        <a:pt x="765387" y="8348"/>
                        <a:pt x="752767" y="6875"/>
                      </a:cubicBezTo>
                      <a:cubicBezTo>
                        <a:pt x="733836" y="8839"/>
                        <a:pt x="715277" y="8839"/>
                        <a:pt x="691892" y="8348"/>
                      </a:cubicBezTo>
                      <a:cubicBezTo>
                        <a:pt x="697831" y="9330"/>
                        <a:pt x="701172" y="12277"/>
                        <a:pt x="681499" y="11786"/>
                      </a:cubicBezTo>
                      <a:cubicBezTo>
                        <a:pt x="688551" y="5402"/>
                        <a:pt x="644751" y="8839"/>
                        <a:pt x="628790" y="4420"/>
                      </a:cubicBezTo>
                      <a:cubicBezTo>
                        <a:pt x="643266" y="7366"/>
                        <a:pt x="572370" y="4911"/>
                        <a:pt x="595012" y="9330"/>
                      </a:cubicBezTo>
                      <a:cubicBezTo>
                        <a:pt x="578309" y="8839"/>
                        <a:pt x="593899" y="6875"/>
                        <a:pt x="581278" y="5402"/>
                      </a:cubicBezTo>
                      <a:cubicBezTo>
                        <a:pt x="541932" y="7857"/>
                        <a:pt x="494049" y="3929"/>
                        <a:pt x="445424" y="4420"/>
                      </a:cubicBezTo>
                      <a:cubicBezTo>
                        <a:pt x="444681" y="5402"/>
                        <a:pt x="452848" y="6384"/>
                        <a:pt x="442454" y="7857"/>
                      </a:cubicBezTo>
                      <a:lnTo>
                        <a:pt x="416471" y="3929"/>
                      </a:lnTo>
                      <a:cubicBezTo>
                        <a:pt x="406820" y="4420"/>
                        <a:pt x="407563" y="8348"/>
                        <a:pt x="390117" y="5402"/>
                      </a:cubicBezTo>
                      <a:cubicBezTo>
                        <a:pt x="392715" y="6384"/>
                        <a:pt x="396427" y="7366"/>
                        <a:pt x="389746" y="7366"/>
                      </a:cubicBezTo>
                      <a:cubicBezTo>
                        <a:pt x="293980" y="3437"/>
                        <a:pt x="194501" y="10803"/>
                        <a:pt x="97250" y="3437"/>
                      </a:cubicBezTo>
                      <a:cubicBezTo>
                        <a:pt x="110242" y="4420"/>
                        <a:pt x="101705" y="4911"/>
                        <a:pt x="91683" y="4911"/>
                      </a:cubicBezTo>
                      <a:cubicBezTo>
                        <a:pt x="97993" y="5402"/>
                        <a:pt x="91311" y="6875"/>
                        <a:pt x="92796" y="8348"/>
                      </a:cubicBezTo>
                      <a:lnTo>
                        <a:pt x="51966" y="4911"/>
                      </a:lnTo>
                      <a:cubicBezTo>
                        <a:pt x="44542" y="8348"/>
                        <a:pt x="8537" y="4911"/>
                        <a:pt x="4083" y="8348"/>
                      </a:cubicBezTo>
                      <a:lnTo>
                        <a:pt x="17074" y="7366"/>
                      </a:lnTo>
                      <a:cubicBezTo>
                        <a:pt x="0" y="11295"/>
                        <a:pt x="41201" y="15714"/>
                        <a:pt x="38603" y="20625"/>
                      </a:cubicBezTo>
                      <a:cubicBezTo>
                        <a:pt x="57905" y="16205"/>
                        <a:pt x="89084" y="27009"/>
                        <a:pt x="120635" y="21116"/>
                      </a:cubicBezTo>
                      <a:cubicBezTo>
                        <a:pt x="127688" y="22098"/>
                        <a:pt x="114696" y="22589"/>
                        <a:pt x="118408" y="23571"/>
                      </a:cubicBezTo>
                      <a:cubicBezTo>
                        <a:pt x="126203" y="21607"/>
                        <a:pt x="135854" y="21116"/>
                        <a:pt x="153671" y="22098"/>
                      </a:cubicBezTo>
                      <a:lnTo>
                        <a:pt x="151815" y="22589"/>
                      </a:lnTo>
                      <a:cubicBezTo>
                        <a:pt x="201925" y="22098"/>
                        <a:pt x="223454" y="24062"/>
                        <a:pt x="279874" y="25535"/>
                      </a:cubicBezTo>
                      <a:lnTo>
                        <a:pt x="275420" y="23080"/>
                      </a:lnTo>
                      <a:cubicBezTo>
                        <a:pt x="287669" y="23571"/>
                        <a:pt x="290268" y="24062"/>
                        <a:pt x="295835" y="24553"/>
                      </a:cubicBezTo>
                      <a:cubicBezTo>
                        <a:pt x="309941" y="21116"/>
                        <a:pt x="262057" y="24553"/>
                        <a:pt x="274678" y="20625"/>
                      </a:cubicBezTo>
                      <a:cubicBezTo>
                        <a:pt x="290639" y="25535"/>
                        <a:pt x="360051" y="20625"/>
                        <a:pt x="370815" y="26027"/>
                      </a:cubicBezTo>
                      <a:cubicBezTo>
                        <a:pt x="389375" y="26518"/>
                        <a:pt x="365247" y="23571"/>
                        <a:pt x="383807" y="23571"/>
                      </a:cubicBezTo>
                      <a:lnTo>
                        <a:pt x="389003" y="25044"/>
                      </a:lnTo>
                      <a:lnTo>
                        <a:pt x="393458" y="23080"/>
                      </a:lnTo>
                      <a:cubicBezTo>
                        <a:pt x="405707" y="23571"/>
                        <a:pt x="412017" y="25535"/>
                        <a:pt x="412388" y="26518"/>
                      </a:cubicBezTo>
                      <a:cubicBezTo>
                        <a:pt x="409419" y="26518"/>
                        <a:pt x="403851" y="27009"/>
                        <a:pt x="400881" y="27009"/>
                      </a:cubicBezTo>
                      <a:cubicBezTo>
                        <a:pt x="416471" y="28973"/>
                        <a:pt x="445424" y="26518"/>
                        <a:pt x="450992" y="27009"/>
                      </a:cubicBezTo>
                      <a:lnTo>
                        <a:pt x="432803" y="26027"/>
                      </a:lnTo>
                      <a:cubicBezTo>
                        <a:pt x="483656" y="24553"/>
                        <a:pt x="545644" y="27009"/>
                        <a:pt x="595012" y="24062"/>
                      </a:cubicBezTo>
                      <a:lnTo>
                        <a:pt x="591300" y="22589"/>
                      </a:lnTo>
                      <a:cubicBezTo>
                        <a:pt x="628790" y="20625"/>
                        <a:pt x="621366" y="24062"/>
                        <a:pt x="662197" y="23080"/>
                      </a:cubicBezTo>
                      <a:lnTo>
                        <a:pt x="660712" y="23571"/>
                      </a:lnTo>
                      <a:cubicBezTo>
                        <a:pt x="669250" y="22098"/>
                        <a:pt x="680014" y="21607"/>
                        <a:pt x="691521" y="22098"/>
                      </a:cubicBezTo>
                      <a:cubicBezTo>
                        <a:pt x="681128" y="23080"/>
                        <a:pt x="710822" y="24553"/>
                        <a:pt x="697460" y="26027"/>
                      </a:cubicBezTo>
                      <a:cubicBezTo>
                        <a:pt x="737919" y="23571"/>
                        <a:pt x="717504" y="24062"/>
                        <a:pt x="744229" y="20134"/>
                      </a:cubicBezTo>
                      <a:lnTo>
                        <a:pt x="750539" y="22098"/>
                      </a:lnTo>
                      <a:cubicBezTo>
                        <a:pt x="759448" y="20134"/>
                        <a:pt x="760190" y="19643"/>
                        <a:pt x="780977" y="19152"/>
                      </a:cubicBezTo>
                      <a:cubicBezTo>
                        <a:pt x="763902" y="20625"/>
                        <a:pt x="793968" y="21607"/>
                        <a:pt x="775038" y="24062"/>
                      </a:cubicBezTo>
                      <a:cubicBezTo>
                        <a:pt x="818467" y="27991"/>
                        <a:pt x="839253" y="20134"/>
                        <a:pt x="858926" y="26027"/>
                      </a:cubicBezTo>
                      <a:cubicBezTo>
                        <a:pt x="878970" y="20625"/>
                        <a:pt x="821807" y="23080"/>
                        <a:pt x="832943" y="22098"/>
                      </a:cubicBezTo>
                      <a:cubicBezTo>
                        <a:pt x="823663" y="20134"/>
                        <a:pt x="849275" y="18169"/>
                        <a:pt x="862638" y="18661"/>
                      </a:cubicBezTo>
                      <a:cubicBezTo>
                        <a:pt x="876372" y="18661"/>
                        <a:pt x="886023" y="25044"/>
                        <a:pt x="920914" y="25044"/>
                      </a:cubicBezTo>
                      <a:cubicBezTo>
                        <a:pt x="917202" y="25044"/>
                        <a:pt x="917202" y="25535"/>
                        <a:pt x="913491" y="25535"/>
                      </a:cubicBezTo>
                      <a:cubicBezTo>
                        <a:pt x="926482" y="27009"/>
                        <a:pt x="939102" y="23571"/>
                        <a:pt x="955063" y="26027"/>
                      </a:cubicBezTo>
                      <a:cubicBezTo>
                        <a:pt x="963972" y="23080"/>
                        <a:pt x="975479" y="26027"/>
                        <a:pt x="978077" y="22098"/>
                      </a:cubicBezTo>
                      <a:lnTo>
                        <a:pt x="946526" y="23080"/>
                      </a:lnTo>
                      <a:cubicBezTo>
                        <a:pt x="964343" y="22098"/>
                        <a:pt x="981418" y="17678"/>
                        <a:pt x="1011113" y="19643"/>
                      </a:cubicBezTo>
                      <a:cubicBezTo>
                        <a:pt x="1008886" y="20625"/>
                        <a:pt x="999977" y="21607"/>
                        <a:pt x="993667" y="22098"/>
                      </a:cubicBezTo>
                      <a:cubicBezTo>
                        <a:pt x="1002575" y="23571"/>
                        <a:pt x="1010370" y="21607"/>
                        <a:pt x="1019650" y="22589"/>
                      </a:cubicBezTo>
                      <a:cubicBezTo>
                        <a:pt x="1017052" y="26518"/>
                        <a:pt x="981047" y="23571"/>
                        <a:pt x="961745" y="26518"/>
                      </a:cubicBezTo>
                      <a:cubicBezTo>
                        <a:pt x="971025" y="27991"/>
                        <a:pt x="998121" y="23571"/>
                        <a:pt x="988470" y="27991"/>
                      </a:cubicBezTo>
                      <a:cubicBezTo>
                        <a:pt x="1002204" y="22589"/>
                        <a:pt x="1022620" y="28482"/>
                        <a:pt x="1046004" y="24553"/>
                      </a:cubicBezTo>
                      <a:lnTo>
                        <a:pt x="1044520" y="27009"/>
                      </a:lnTo>
                      <a:cubicBezTo>
                        <a:pt x="1048231" y="26518"/>
                        <a:pt x="1056026" y="25535"/>
                        <a:pt x="1062708" y="25535"/>
                      </a:cubicBezTo>
                      <a:lnTo>
                        <a:pt x="1050459" y="28482"/>
                      </a:lnTo>
                      <a:cubicBezTo>
                        <a:pt x="1069389" y="26027"/>
                        <a:pt x="1086835" y="30937"/>
                        <a:pt x="1105023" y="29464"/>
                      </a:cubicBezTo>
                      <a:cubicBezTo>
                        <a:pt x="1067162" y="29464"/>
                        <a:pt x="1096486" y="26518"/>
                        <a:pt x="1080525" y="25044"/>
                      </a:cubicBezTo>
                      <a:cubicBezTo>
                        <a:pt x="1127665" y="22098"/>
                        <a:pt x="1107621" y="31428"/>
                        <a:pt x="1160330" y="30446"/>
                      </a:cubicBezTo>
                      <a:cubicBezTo>
                        <a:pt x="1153277" y="30446"/>
                        <a:pt x="1133604" y="28482"/>
                        <a:pt x="1144740" y="27500"/>
                      </a:cubicBezTo>
                      <a:cubicBezTo>
                        <a:pt x="1154762" y="27991"/>
                        <a:pt x="1167754" y="28973"/>
                        <a:pt x="1174064" y="30446"/>
                      </a:cubicBezTo>
                      <a:cubicBezTo>
                        <a:pt x="1208955" y="29955"/>
                        <a:pt x="1168867" y="27991"/>
                        <a:pt x="1183715" y="26518"/>
                      </a:cubicBezTo>
                      <a:cubicBezTo>
                        <a:pt x="1195593" y="29464"/>
                        <a:pt x="1200789" y="25535"/>
                        <a:pt x="1216008" y="24553"/>
                      </a:cubicBezTo>
                      <a:lnTo>
                        <a:pt x="1216008" y="27009"/>
                      </a:lnTo>
                      <a:cubicBezTo>
                        <a:pt x="1256096" y="28482"/>
                        <a:pt x="1226772" y="22098"/>
                        <a:pt x="1262406" y="24062"/>
                      </a:cubicBezTo>
                      <a:lnTo>
                        <a:pt x="1247559" y="27009"/>
                      </a:lnTo>
                      <a:lnTo>
                        <a:pt x="1266118" y="26518"/>
                      </a:lnTo>
                      <a:lnTo>
                        <a:pt x="1262035" y="28973"/>
                      </a:lnTo>
                      <a:cubicBezTo>
                        <a:pt x="1282450" y="27009"/>
                        <a:pt x="1288761" y="27500"/>
                        <a:pt x="1308805" y="28482"/>
                      </a:cubicBezTo>
                      <a:cubicBezTo>
                        <a:pt x="1303979" y="26518"/>
                        <a:pt x="1311403" y="24062"/>
                        <a:pt x="1328849" y="24062"/>
                      </a:cubicBezTo>
                      <a:cubicBezTo>
                        <a:pt x="1341098" y="25535"/>
                        <a:pt x="1322167" y="26518"/>
                        <a:pt x="1347408" y="26027"/>
                      </a:cubicBezTo>
                      <a:cubicBezTo>
                        <a:pt x="1341469" y="27500"/>
                        <a:pt x="1335530" y="29464"/>
                        <a:pt x="1324394" y="27009"/>
                      </a:cubicBezTo>
                      <a:cubicBezTo>
                        <a:pt x="1323281" y="27991"/>
                        <a:pt x="1318827" y="28482"/>
                        <a:pt x="1317713" y="29464"/>
                      </a:cubicBezTo>
                      <a:cubicBezTo>
                        <a:pt x="1330705" y="30937"/>
                        <a:pt x="1350378" y="29955"/>
                        <a:pt x="1359286" y="29955"/>
                      </a:cubicBezTo>
                      <a:cubicBezTo>
                        <a:pt x="1355945" y="29955"/>
                        <a:pt x="1351862" y="29464"/>
                        <a:pt x="1349635" y="29464"/>
                      </a:cubicBezTo>
                      <a:lnTo>
                        <a:pt x="1386012" y="26027"/>
                      </a:lnTo>
                      <a:cubicBezTo>
                        <a:pt x="1391579" y="27009"/>
                        <a:pt x="1387125" y="27500"/>
                        <a:pt x="1382671" y="28482"/>
                      </a:cubicBezTo>
                      <a:cubicBezTo>
                        <a:pt x="1389723" y="27991"/>
                        <a:pt x="1394920" y="27009"/>
                        <a:pt x="1405684" y="27009"/>
                      </a:cubicBezTo>
                      <a:cubicBezTo>
                        <a:pt x="1403086" y="28973"/>
                        <a:pt x="1403457" y="30937"/>
                        <a:pt x="1388239" y="31919"/>
                      </a:cubicBezTo>
                      <a:lnTo>
                        <a:pt x="1422759" y="29464"/>
                      </a:lnTo>
                      <a:cubicBezTo>
                        <a:pt x="1424986" y="30446"/>
                        <a:pt x="1440576" y="31919"/>
                        <a:pt x="1436122" y="32901"/>
                      </a:cubicBezTo>
                      <a:cubicBezTo>
                        <a:pt x="1455052" y="33884"/>
                        <a:pt x="1482891" y="28973"/>
                        <a:pt x="1508503" y="30446"/>
                      </a:cubicBezTo>
                      <a:cubicBezTo>
                        <a:pt x="1509617" y="30446"/>
                        <a:pt x="1512215" y="29955"/>
                        <a:pt x="1517783" y="29464"/>
                      </a:cubicBezTo>
                      <a:cubicBezTo>
                        <a:pt x="1541539" y="30446"/>
                        <a:pt x="1562697" y="32901"/>
                        <a:pt x="1590907" y="29955"/>
                      </a:cubicBezTo>
                      <a:lnTo>
                        <a:pt x="1606868" y="33393"/>
                      </a:lnTo>
                      <a:cubicBezTo>
                        <a:pt x="1629139" y="32901"/>
                        <a:pt x="1585339" y="28973"/>
                        <a:pt x="1622086" y="27991"/>
                      </a:cubicBezTo>
                      <a:cubicBezTo>
                        <a:pt x="1648070" y="27009"/>
                        <a:pt x="1631737" y="30937"/>
                        <a:pt x="1641017" y="31919"/>
                      </a:cubicBezTo>
                      <a:cubicBezTo>
                        <a:pt x="1654009" y="30446"/>
                        <a:pt x="1676651" y="26518"/>
                        <a:pt x="1700407" y="29464"/>
                      </a:cubicBezTo>
                      <a:cubicBezTo>
                        <a:pt x="1692612" y="30446"/>
                        <a:pt x="1686302" y="29464"/>
                        <a:pt x="1678878" y="2995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7" name="자유형 66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0CoAAJIZAADXKgAAlhkAAAAAAAAmAAAACAAAAP//////////"/>
                    </a:ext>
                  </a:extLst>
                </p:cNvSpPr>
                <p:nvPr/>
              </p:nvSpPr>
              <p:spPr>
                <a:xfrm>
                  <a:off x="6959600" y="4156710"/>
                  <a:ext cx="4445" cy="2540"/>
                </a:xfrm>
                <a:custGeom>
                  <a:avLst/>
                  <a:gdLst/>
                  <a:ahLst/>
                  <a:cxnLst/>
                  <a:rect l="0" t="0" r="4445" b="2540"/>
                  <a:pathLst>
                    <a:path w="4445" h="2540">
                      <a:moveTo>
                        <a:pt x="4445" y="2540"/>
                      </a:moveTo>
                      <a:cubicBezTo>
                        <a:pt x="2963" y="1693"/>
                        <a:pt x="2592" y="847"/>
                        <a:pt x="2222" y="0"/>
                      </a:cubicBezTo>
                      <a:cubicBezTo>
                        <a:pt x="370" y="847"/>
                        <a:pt x="0" y="1693"/>
                        <a:pt x="4445" y="2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6" name="자유형 67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2CUAAJkZAADbJQAAmhkAAAAAAAAmAAAACAAAAP//////////"/>
                    </a:ext>
                  </a:extLst>
                </p:cNvSpPr>
                <p:nvPr/>
              </p:nvSpPr>
              <p:spPr>
                <a:xfrm>
                  <a:off x="6151880" y="4161155"/>
                  <a:ext cx="1905" cy="635"/>
                </a:xfrm>
                <a:custGeom>
                  <a:avLst/>
                  <a:gdLst/>
                  <a:ahLst/>
                  <a:cxnLst/>
                  <a:rect l="0" t="0" r="1905" b="635"/>
                  <a:pathLst>
                    <a:path w="1905" h="635">
                      <a:moveTo>
                        <a:pt x="1905" y="635"/>
                      </a:moveTo>
                      <a:lnTo>
                        <a:pt x="1143" y="0"/>
                      </a:lnTo>
                      <a:cubicBezTo>
                        <a:pt x="381" y="635"/>
                        <a:pt x="381" y="635"/>
                        <a:pt x="0" y="635"/>
                      </a:cubicBezTo>
                      <a:lnTo>
                        <a:pt x="1905" y="63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5" name="자유형 67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/y8AAJkZAAAOMAAAmxkAAAAAAAAmAAAACAAAAP//////////"/>
                    </a:ext>
                  </a:extLst>
                </p:cNvSpPr>
                <p:nvPr/>
              </p:nvSpPr>
              <p:spPr>
                <a:xfrm>
                  <a:off x="7802245" y="4161155"/>
                  <a:ext cx="9525" cy="1270"/>
                </a:xfrm>
                <a:custGeom>
                  <a:avLst/>
                  <a:gdLst/>
                  <a:ahLst/>
                  <a:cxnLst/>
                  <a:rect l="0" t="0" r="9525" b="1270"/>
                  <a:pathLst>
                    <a:path w="9525" h="1270">
                      <a:moveTo>
                        <a:pt x="9525" y="1270"/>
                      </a:moveTo>
                      <a:cubicBezTo>
                        <a:pt x="4586" y="847"/>
                        <a:pt x="2116" y="423"/>
                        <a:pt x="352" y="0"/>
                      </a:cubicBezTo>
                      <a:cubicBezTo>
                        <a:pt x="0" y="423"/>
                        <a:pt x="2116" y="847"/>
                        <a:pt x="9525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4" name="자유형 67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DMAAHYZAAAwMwAAeRkAAAAAAAAmAAAACAAAAP//////////"/>
                    </a:ext>
                  </a:extLst>
                </p:cNvSpPr>
                <p:nvPr/>
              </p:nvSpPr>
              <p:spPr>
                <a:xfrm>
                  <a:off x="8305800" y="4138930"/>
                  <a:ext cx="15240" cy="1905"/>
                </a:xfrm>
                <a:custGeom>
                  <a:avLst/>
                  <a:gdLst/>
                  <a:ahLst/>
                  <a:cxnLst/>
                  <a:rect l="0" t="0" r="15240" b="1905"/>
                  <a:pathLst>
                    <a:path w="15240" h="1905">
                      <a:moveTo>
                        <a:pt x="15240" y="0"/>
                      </a:moveTo>
                      <a:lnTo>
                        <a:pt x="0" y="635"/>
                      </a:lnTo>
                      <a:cubicBezTo>
                        <a:pt x="7257" y="635"/>
                        <a:pt x="9797" y="1270"/>
                        <a:pt x="13789" y="1905"/>
                      </a:cubicBezTo>
                      <a:cubicBezTo>
                        <a:pt x="13426" y="1270"/>
                        <a:pt x="10523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3" name="자유형 67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9zMAAIwZAAASNAAAjhkAAAAAAAAmAAAACAAAAP//////////"/>
                    </a:ext>
                  </a:extLst>
                </p:cNvSpPr>
                <p:nvPr/>
              </p:nvSpPr>
              <p:spPr>
                <a:xfrm>
                  <a:off x="8447405" y="4152900"/>
                  <a:ext cx="17145" cy="1270"/>
                </a:xfrm>
                <a:custGeom>
                  <a:avLst/>
                  <a:gdLst/>
                  <a:ahLst/>
                  <a:cxnLst/>
                  <a:rect l="0" t="0" r="17145" b="1270"/>
                  <a:pathLst>
                    <a:path w="17145" h="1270">
                      <a:moveTo>
                        <a:pt x="10063" y="1270"/>
                      </a:moveTo>
                      <a:cubicBezTo>
                        <a:pt x="12299" y="847"/>
                        <a:pt x="14908" y="1270"/>
                        <a:pt x="17145" y="847"/>
                      </a:cubicBezTo>
                      <a:lnTo>
                        <a:pt x="16399" y="0"/>
                      </a:lnTo>
                      <a:cubicBezTo>
                        <a:pt x="6708" y="0"/>
                        <a:pt x="0" y="847"/>
                        <a:pt x="10063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2" name="자유형 67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zMAAIAZAABsMwAAhhkAAAAAAAAmAAAACAAAAP//////////"/>
                    </a:ext>
                  </a:extLst>
                </p:cNvSpPr>
                <p:nvPr/>
              </p:nvSpPr>
              <p:spPr>
                <a:xfrm>
                  <a:off x="8335645" y="414528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0" y="1633"/>
                      </a:moveTo>
                      <a:cubicBezTo>
                        <a:pt x="1118" y="3810"/>
                        <a:pt x="11188" y="3266"/>
                        <a:pt x="22376" y="2721"/>
                      </a:cubicBezTo>
                      <a:lnTo>
                        <a:pt x="20138" y="2721"/>
                      </a:lnTo>
                      <a:cubicBezTo>
                        <a:pt x="23495" y="0"/>
                        <a:pt x="11561" y="544"/>
                        <a:pt x="0" y="16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1" name="자유형 67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bjMAAIMZAAB/MwAAhBkAAAAAAAAmAAAACAAAAP//////////"/>
                    </a:ext>
                  </a:extLst>
                </p:cNvSpPr>
                <p:nvPr/>
              </p:nvSpPr>
              <p:spPr>
                <a:xfrm>
                  <a:off x="8360410" y="4147185"/>
                  <a:ext cx="10795" cy="635"/>
                </a:xfrm>
                <a:custGeom>
                  <a:avLst/>
                  <a:gdLst/>
                  <a:ahLst/>
                  <a:cxnLst/>
                  <a:rect l="0" t="0" r="10795" b="635"/>
                  <a:pathLst>
                    <a:path w="10795" h="635">
                      <a:moveTo>
                        <a:pt x="0" y="635"/>
                      </a:moveTo>
                      <a:cubicBezTo>
                        <a:pt x="3482" y="635"/>
                        <a:pt x="6616" y="635"/>
                        <a:pt x="9750" y="635"/>
                      </a:cubicBezTo>
                      <a:cubicBezTo>
                        <a:pt x="10795" y="0"/>
                        <a:pt x="5919" y="635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20" name="자유형 67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aDIAAHMZAACnMgAAfBkAAAAAAAAmAAAACAAAAP//////////"/>
                    </a:ext>
                  </a:extLst>
                </p:cNvSpPr>
                <p:nvPr/>
              </p:nvSpPr>
              <p:spPr>
                <a:xfrm>
                  <a:off x="8194040" y="4137025"/>
                  <a:ext cx="40005" cy="5715"/>
                </a:xfrm>
                <a:custGeom>
                  <a:avLst/>
                  <a:gdLst/>
                  <a:ahLst/>
                  <a:cxnLst/>
                  <a:rect l="0" t="0" r="40005" b="5715"/>
                  <a:pathLst>
                    <a:path w="40005" h="5715">
                      <a:moveTo>
                        <a:pt x="28260" y="4286"/>
                      </a:moveTo>
                      <a:cubicBezTo>
                        <a:pt x="33398" y="4762"/>
                        <a:pt x="31563" y="1905"/>
                        <a:pt x="34499" y="2857"/>
                      </a:cubicBezTo>
                      <a:cubicBezTo>
                        <a:pt x="40005" y="0"/>
                        <a:pt x="0" y="5715"/>
                        <a:pt x="28260" y="42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9" name="자유형 67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TMAAIkZAABVMwAAjhkAAAAAAAAmAAAACAAAAP//////////"/>
                    </a:ext>
                  </a:extLst>
                </p:cNvSpPr>
                <p:nvPr/>
              </p:nvSpPr>
              <p:spPr>
                <a:xfrm>
                  <a:off x="8334375" y="4150995"/>
                  <a:ext cx="10160" cy="3175"/>
                </a:xfrm>
                <a:custGeom>
                  <a:avLst/>
                  <a:gdLst/>
                  <a:ahLst/>
                  <a:cxnLst/>
                  <a:rect l="0" t="0" r="10160" b="3175"/>
                  <a:pathLst>
                    <a:path w="10160" h="3175">
                      <a:moveTo>
                        <a:pt x="10160" y="3175"/>
                      </a:moveTo>
                      <a:lnTo>
                        <a:pt x="6021" y="0"/>
                      </a:lnTo>
                      <a:lnTo>
                        <a:pt x="0" y="2540"/>
                      </a:lnTo>
                      <a:lnTo>
                        <a:pt x="10160" y="31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8" name="자유형 67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yzIAAIgZAADvMgAAihkAAAAAAAAmAAAACAAAAP//////////"/>
                    </a:ext>
                  </a:extLst>
                </p:cNvSpPr>
                <p:nvPr/>
              </p:nvSpPr>
              <p:spPr>
                <a:xfrm>
                  <a:off x="8256905" y="4150360"/>
                  <a:ext cx="22860" cy="1270"/>
                </a:xfrm>
                <a:custGeom>
                  <a:avLst/>
                  <a:gdLst/>
                  <a:ahLst/>
                  <a:cxnLst/>
                  <a:rect l="0" t="0" r="22860" b="1270"/>
                  <a:pathLst>
                    <a:path w="22860" h="1270">
                      <a:moveTo>
                        <a:pt x="375" y="847"/>
                      </a:moveTo>
                      <a:lnTo>
                        <a:pt x="18363" y="1270"/>
                      </a:lnTo>
                      <a:cubicBezTo>
                        <a:pt x="17988" y="847"/>
                        <a:pt x="20237" y="847"/>
                        <a:pt x="22860" y="847"/>
                      </a:cubicBezTo>
                      <a:cubicBezTo>
                        <a:pt x="11992" y="423"/>
                        <a:pt x="0" y="0"/>
                        <a:pt x="375" y="8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7" name="자유형 67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7zIAAIkZAAAFMwAAihkAAAAAAAAmAAAACAAAAP//////////"/>
                    </a:ext>
                  </a:extLst>
                </p:cNvSpPr>
                <p:nvPr/>
              </p:nvSpPr>
              <p:spPr>
                <a:xfrm>
                  <a:off x="8279765" y="4150995"/>
                  <a:ext cx="13970" cy="635"/>
                </a:xfrm>
                <a:custGeom>
                  <a:avLst/>
                  <a:gdLst/>
                  <a:ahLst/>
                  <a:cxnLst/>
                  <a:rect l="0" t="0" r="13970" b="635"/>
                  <a:pathLst>
                    <a:path w="13970" h="635">
                      <a:moveTo>
                        <a:pt x="0" y="635"/>
                      </a:moveTo>
                      <a:cubicBezTo>
                        <a:pt x="5514" y="635"/>
                        <a:pt x="11029" y="635"/>
                        <a:pt x="13970" y="0"/>
                      </a:cubicBezTo>
                      <a:cubicBezTo>
                        <a:pt x="11029" y="0"/>
                        <a:pt x="4412" y="0"/>
                        <a:pt x="0" y="6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6" name="자유형 68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zMAAI4ZAAAvMwAAjhkAAAAAAAAmAAAACAAAAP//////////"/>
                    </a:ext>
                  </a:extLst>
                </p:cNvSpPr>
                <p:nvPr/>
              </p:nvSpPr>
              <p:spPr>
                <a:xfrm>
                  <a:off x="8302625" y="4154170"/>
                  <a:ext cx="17780" cy="0"/>
                </a:xfrm>
                <a:custGeom>
                  <a:avLst/>
                  <a:gdLst/>
                  <a:ahLst/>
                  <a:cxnLst/>
                  <a:rect l="0" t="0" r="17780" b="0"/>
                  <a:pathLst>
                    <a:path w="17780">
                      <a:moveTo>
                        <a:pt x="17780" y="0"/>
                      </a:moveTo>
                      <a:lnTo>
                        <a:pt x="12484" y="0"/>
                      </a:lnTo>
                      <a:lnTo>
                        <a:pt x="0" y="0"/>
                      </a:lnTo>
                      <a:lnTo>
                        <a:pt x="17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5" name="자유형 68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gjEAAIgZAACoMQAAjBkAAAAAAAAmAAAACAAAAP//////////"/>
                    </a:ext>
                  </a:extLst>
                </p:cNvSpPr>
                <p:nvPr/>
              </p:nvSpPr>
              <p:spPr>
                <a:xfrm>
                  <a:off x="8047990" y="4150360"/>
                  <a:ext cx="24130" cy="2540"/>
                </a:xfrm>
                <a:custGeom>
                  <a:avLst/>
                  <a:gdLst/>
                  <a:ahLst/>
                  <a:cxnLst/>
                  <a:rect l="0" t="0" r="24130" b="2540"/>
                  <a:pathLst>
                    <a:path w="24130" h="2540">
                      <a:moveTo>
                        <a:pt x="21160" y="0"/>
                      </a:moveTo>
                      <a:lnTo>
                        <a:pt x="1856" y="635"/>
                      </a:lnTo>
                      <a:cubicBezTo>
                        <a:pt x="0" y="1905"/>
                        <a:pt x="5197" y="2540"/>
                        <a:pt x="12251" y="2540"/>
                      </a:cubicBezTo>
                      <a:cubicBezTo>
                        <a:pt x="16705" y="1270"/>
                        <a:pt x="24130" y="1270"/>
                        <a:pt x="2116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4" name="자유형 682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8DEAAJAZAAD/MQAAlhkAAAAAAAAmAAAACAAAAP//////////"/>
                    </a:ext>
                  </a:extLst>
                </p:cNvSpPr>
                <p:nvPr/>
              </p:nvSpPr>
              <p:spPr>
                <a:xfrm>
                  <a:off x="8117840" y="4155440"/>
                  <a:ext cx="9525" cy="3810"/>
                </a:xfrm>
                <a:custGeom>
                  <a:avLst/>
                  <a:gdLst/>
                  <a:ahLst/>
                  <a:cxnLst/>
                  <a:rect l="0" t="0" r="9525" b="3810"/>
                  <a:pathLst>
                    <a:path w="9525" h="3810">
                      <a:moveTo>
                        <a:pt x="9525" y="2177"/>
                      </a:moveTo>
                      <a:cubicBezTo>
                        <a:pt x="4191" y="1633"/>
                        <a:pt x="3810" y="1089"/>
                        <a:pt x="762" y="0"/>
                      </a:cubicBezTo>
                      <a:lnTo>
                        <a:pt x="0" y="3810"/>
                      </a:lnTo>
                      <a:lnTo>
                        <a:pt x="9525" y="21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3" name="자유형 683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jEAAJYZAADCMQAAmBkAAAAAAAAmAAAACAAAAP//////////"/>
                    </a:ext>
                  </a:extLst>
                </p:cNvSpPr>
                <p:nvPr/>
              </p:nvSpPr>
              <p:spPr>
                <a:xfrm>
                  <a:off x="8042910" y="4159250"/>
                  <a:ext cx="45720" cy="1270"/>
                </a:xfrm>
                <a:custGeom>
                  <a:avLst/>
                  <a:gdLst/>
                  <a:ahLst/>
                  <a:cxnLst/>
                  <a:rect l="0" t="0" r="45720" b="1270"/>
                  <a:pathLst>
                    <a:path w="45720" h="1270">
                      <a:moveTo>
                        <a:pt x="27878" y="0"/>
                      </a:moveTo>
                      <a:cubicBezTo>
                        <a:pt x="26020" y="318"/>
                        <a:pt x="0" y="1270"/>
                        <a:pt x="24533" y="1270"/>
                      </a:cubicBezTo>
                      <a:cubicBezTo>
                        <a:pt x="26391" y="635"/>
                        <a:pt x="45720" y="318"/>
                        <a:pt x="2787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2" name="자유형 684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4C8AAIYZAADmLwAAjhkAAAAAAAAmAAAACAAAAP//////////"/>
                    </a:ext>
                  </a:extLst>
                </p:cNvSpPr>
                <p:nvPr/>
              </p:nvSpPr>
              <p:spPr>
                <a:xfrm>
                  <a:off x="7782560" y="4149090"/>
                  <a:ext cx="3810" cy="5080"/>
                </a:xfrm>
                <a:custGeom>
                  <a:avLst/>
                  <a:gdLst/>
                  <a:ahLst/>
                  <a:cxnLst/>
                  <a:rect l="0" t="0" r="3810" b="5080"/>
                  <a:pathLst>
                    <a:path w="3810" h="5080">
                      <a:moveTo>
                        <a:pt x="0" y="5080"/>
                      </a:moveTo>
                      <a:lnTo>
                        <a:pt x="3810" y="5080"/>
                      </a:lnTo>
                      <a:lnTo>
                        <a:pt x="3517" y="0"/>
                      </a:lnTo>
                      <a:lnTo>
                        <a:pt x="0" y="50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1" name="자유형 685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RS4AAJoZAACALgAAohkAAAAAAAAmAAAACAAAAP//////////"/>
                    </a:ext>
                  </a:extLst>
                </p:cNvSpPr>
                <p:nvPr/>
              </p:nvSpPr>
              <p:spPr>
                <a:xfrm>
                  <a:off x="7521575" y="4161790"/>
                  <a:ext cx="37465" cy="5080"/>
                </a:xfrm>
                <a:custGeom>
                  <a:avLst/>
                  <a:gdLst/>
                  <a:ahLst/>
                  <a:cxnLst/>
                  <a:rect l="0" t="0" r="37465" b="5080"/>
                  <a:pathLst>
                    <a:path w="37465" h="5080">
                      <a:moveTo>
                        <a:pt x="5935" y="4064"/>
                      </a:moveTo>
                      <a:cubicBezTo>
                        <a:pt x="28933" y="5080"/>
                        <a:pt x="11499" y="508"/>
                        <a:pt x="31900" y="2032"/>
                      </a:cubicBezTo>
                      <a:cubicBezTo>
                        <a:pt x="37465" y="1016"/>
                        <a:pt x="15208" y="1016"/>
                        <a:pt x="20772" y="0"/>
                      </a:cubicBezTo>
                      <a:cubicBezTo>
                        <a:pt x="7047" y="1016"/>
                        <a:pt x="0" y="508"/>
                        <a:pt x="5935" y="40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10" name="자유형 686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Zi4AAJgZAABxLgAAmhkAAAAAAAAmAAAACAAAAP//////////"/>
                    </a:ext>
                  </a:extLst>
                </p:cNvSpPr>
                <p:nvPr/>
              </p:nvSpPr>
              <p:spPr>
                <a:xfrm>
                  <a:off x="7542530" y="4160520"/>
                  <a:ext cx="6985" cy="1270"/>
                </a:xfrm>
                <a:custGeom>
                  <a:avLst/>
                  <a:gdLst/>
                  <a:ahLst/>
                  <a:cxnLst/>
                  <a:rect l="0" t="0" r="6985" b="1270"/>
                  <a:pathLst>
                    <a:path w="6985" h="1270">
                      <a:moveTo>
                        <a:pt x="0" y="1270"/>
                      </a:moveTo>
                      <a:lnTo>
                        <a:pt x="6985" y="0"/>
                      </a:lnTo>
                      <a:cubicBezTo>
                        <a:pt x="2941" y="635"/>
                        <a:pt x="1102" y="635"/>
                        <a:pt x="0" y="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9" name="자유형 687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ohwAAGsZAAC5HAAAbxkAAAAAAAAmAAAACAAAAP//////////"/>
                    </a:ext>
                  </a:extLst>
                </p:cNvSpPr>
                <p:nvPr/>
              </p:nvSpPr>
              <p:spPr>
                <a:xfrm>
                  <a:off x="4654550" y="4131945"/>
                  <a:ext cx="14605" cy="2540"/>
                </a:xfrm>
                <a:custGeom>
                  <a:avLst/>
                  <a:gdLst/>
                  <a:ahLst/>
                  <a:cxnLst/>
                  <a:rect l="0" t="0" r="14605" b="2540"/>
                  <a:pathLst>
                    <a:path w="14605" h="2540">
                      <a:moveTo>
                        <a:pt x="14605" y="1270"/>
                      </a:moveTo>
                      <a:lnTo>
                        <a:pt x="0" y="0"/>
                      </a:lnTo>
                      <a:lnTo>
                        <a:pt x="9362" y="2540"/>
                      </a:lnTo>
                      <a:lnTo>
                        <a:pt x="14605" y="127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8" name="자유형 688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ehwAAG0ZAACMHAAAchkAAAAAAAAmAAAACAAAAP//////////"/>
                    </a:ext>
                  </a:extLst>
                </p:cNvSpPr>
                <p:nvPr/>
              </p:nvSpPr>
              <p:spPr>
                <a:xfrm>
                  <a:off x="4629150" y="4133215"/>
                  <a:ext cx="11430" cy="3175"/>
                </a:xfrm>
                <a:custGeom>
                  <a:avLst/>
                  <a:gdLst/>
                  <a:ahLst/>
                  <a:cxnLst/>
                  <a:rect l="0" t="0" r="11430" b="3175"/>
                  <a:pathLst>
                    <a:path w="11430" h="3175">
                      <a:moveTo>
                        <a:pt x="11430" y="3175"/>
                      </a:moveTo>
                      <a:lnTo>
                        <a:pt x="8215" y="0"/>
                      </a:lnTo>
                      <a:lnTo>
                        <a:pt x="0" y="2645"/>
                      </a:lnTo>
                      <a:cubicBezTo>
                        <a:pt x="2858" y="2645"/>
                        <a:pt x="9287" y="2645"/>
                        <a:pt x="11430" y="31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7" name="자유형 689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wigAAJ8ZAADWKAAAohkAAAAAAAAmAAAACAAAAP//////////"/>
                    </a:ext>
                  </a:extLst>
                </p:cNvSpPr>
                <p:nvPr/>
              </p:nvSpPr>
              <p:spPr>
                <a:xfrm>
                  <a:off x="6625590" y="4164965"/>
                  <a:ext cx="12700" cy="1905"/>
                </a:xfrm>
                <a:custGeom>
                  <a:avLst/>
                  <a:gdLst/>
                  <a:ahLst/>
                  <a:cxnLst/>
                  <a:rect l="0" t="0" r="12700" b="1905"/>
                  <a:pathLst>
                    <a:path w="12700" h="1905">
                      <a:moveTo>
                        <a:pt x="11579" y="1905"/>
                      </a:moveTo>
                      <a:lnTo>
                        <a:pt x="12700" y="952"/>
                      </a:lnTo>
                      <a:cubicBezTo>
                        <a:pt x="10459" y="476"/>
                        <a:pt x="6724" y="476"/>
                        <a:pt x="0" y="0"/>
                      </a:cubicBezTo>
                      <a:lnTo>
                        <a:pt x="11579" y="190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6" name="자유형 690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lycAAJgZAAChJwAAnBkAAAAAAAAmAAAACAAAAP//////////"/>
                    </a:ext>
                  </a:extLst>
                </p:cNvSpPr>
                <p:nvPr/>
              </p:nvSpPr>
              <p:spPr>
                <a:xfrm>
                  <a:off x="6435725" y="4160520"/>
                  <a:ext cx="6350" cy="2540"/>
                </a:xfrm>
                <a:custGeom>
                  <a:avLst/>
                  <a:gdLst/>
                  <a:ahLst/>
                  <a:cxnLst/>
                  <a:rect l="0" t="0" r="6350" b="2540"/>
                  <a:pathLst>
                    <a:path w="6350" h="2540">
                      <a:moveTo>
                        <a:pt x="2988" y="2540"/>
                      </a:moveTo>
                      <a:lnTo>
                        <a:pt x="6350" y="2540"/>
                      </a:lnTo>
                      <a:lnTo>
                        <a:pt x="0" y="0"/>
                      </a:lnTo>
                      <a:lnTo>
                        <a:pt x="2988" y="25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  <p:sp>
              <p:nvSpPr>
                <p:cNvPr id="5" name="자유형 691"/>
                <p:cNvSpPr>
                  <a:extLst>
                    <a:ext uri="smNativeData">
  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AAAAA8zMzADAwP8Af39/AAAAAAAAAAAAAAAAAAAAAAAAAAAAIQAAABgAAAAUAAAAkyYAAJwZAAC4JgAAohkAAAAAAAAmAAAACAAAAP//////////"/>
                    </a:ext>
                  </a:extLst>
                </p:cNvSpPr>
                <p:nvPr/>
              </p:nvSpPr>
              <p:spPr>
                <a:xfrm>
                  <a:off x="6270625" y="4163060"/>
                  <a:ext cx="23495" cy="3810"/>
                </a:xfrm>
                <a:custGeom>
                  <a:avLst/>
                  <a:gdLst/>
                  <a:ahLst/>
                  <a:cxnLst/>
                  <a:rect l="0" t="0" r="23495" b="3810"/>
                  <a:pathLst>
                    <a:path w="23495" h="3810">
                      <a:moveTo>
                        <a:pt x="1864" y="3334"/>
                      </a:moveTo>
                      <a:cubicBezTo>
                        <a:pt x="8577" y="3810"/>
                        <a:pt x="16782" y="2858"/>
                        <a:pt x="23495" y="3334"/>
                      </a:cubicBezTo>
                      <a:cubicBezTo>
                        <a:pt x="8577" y="3810"/>
                        <a:pt x="0" y="0"/>
                        <a:pt x="1864" y="33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spcCol="215900" anchor="t"/>
                <a:lstStyle/>
                <a:p>
                  <a:pPr>
                    <a:defRPr lang="en-us"/>
                  </a:pPr>
                  <a:endParaRPr lang="ko-kr" cap="none"/>
                </a:p>
              </p:txBody>
            </p:sp>
          </p:grpSp>
        </p:grpSp>
      </p:grpSp>
      <p:sp>
        <p:nvSpPr>
          <p:cNvPr id="305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+AcAABAAAAAmAAAACAAAAAGgAAAAAAAA"/>
              </a:ext>
            </a:extLst>
          </p:cNvSpPr>
          <p:nvPr>
            <p:ph type="title"/>
          </p:nvPr>
        </p:nvSpPr>
        <p:spPr>
          <a:xfrm>
            <a:off x="1522730" y="274955"/>
            <a:ext cx="9143365" cy="1020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ko-kr" sz="3200" b="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06" name="그림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KAFAACQAAAASAAAAAAAAAAAAAAAAAAAAAEAAABQAAAAAAAAAAAA4D8AAAAAAADgPwAAAAAAAOA/AAAAAAAA4D8AAAAAAADgPwAAAAAAAOA/AAAAAAAA4D8AAAAAAADgPwAAAAAAAOA/AAAAAAAA4D8CAAAAjAAAAAEAAAAAAAAAAAAAC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QAAAAEAAAAAAAAAAAAAAAAAAAAAAAAAAAAAAAAAAAAAAAAAAAAAAAJ/f38AAAAAA8zMzADAwP8Af39/AAAAAAAAAAAAAAAAAAAAAAAAAAAAIQAAABgAAAAUAAAAvQoAAJcLAACdLQAAdCQAABAAAAAmAAAACAAAABGgAAB/AAAA"/>
              </a:ext>
            </a:extLst>
          </p:cNvSpPr>
          <p:nvPr>
            <p:ph type="pic" idx="1"/>
          </p:nvPr>
        </p:nvSpPr>
        <p:spPr>
          <a:xfrm>
            <a:off x="1745615" y="1884045"/>
            <a:ext cx="5669280" cy="4041775"/>
          </a:xfrm>
          <a:solidFill>
            <a:schemeClr val="bg1"/>
          </a:solidFill>
        </p:spPr>
        <p:txBody>
          <a:bodyPr vert="horz" wrap="square" lIns="91440" tIns="914400" rIns="91440" bIns="45720" numCol="1" spcCol="215900" anchor="t">
            <a:prstTxWarp prst="textNoShape">
              <a:avLst/>
            </a:prstTxWarp>
          </a:bodyPr>
          <a:lstStyle>
            <a:lvl1pPr marL="0" indent="0" algn="ctr">
              <a:buNone/>
              <a:defRPr lang="ko-kr" sz="24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2800" cap="none"/>
            </a:lvl2pPr>
            <a:lvl3pPr marL="914400" indent="0">
              <a:buNone/>
              <a:defRPr lang="ko-kr" sz="2400" cap="none"/>
            </a:lvl3pPr>
            <a:lvl4pPr marL="1371600" indent="0">
              <a:buNone/>
              <a:defRPr lang="ko-kr" sz="2000" cap="none"/>
            </a:lvl4pPr>
            <a:lvl5pPr marL="1828800" indent="0">
              <a:buNone/>
              <a:defRPr lang="ko-kr" sz="2000" cap="none"/>
            </a:lvl5pPr>
            <a:lvl6pPr marL="2286000" indent="0">
              <a:buNone/>
              <a:defRPr lang="ko-kr" sz="2000" cap="none"/>
            </a:lvl6pPr>
            <a:lvl7pPr marL="2743200" indent="0">
              <a:buNone/>
              <a:defRPr lang="ko-kr" sz="2000" cap="none"/>
            </a:lvl7pPr>
            <a:lvl8pPr marL="3200400" indent="0">
              <a:buNone/>
              <a:defRPr lang="ko-kr" sz="2000" cap="none"/>
            </a:lvl8pPr>
            <a:lvl9pPr marL="3657600" indent="0">
              <a:buNone/>
              <a:defRPr lang="ko-kr" sz="2000" cap="none"/>
            </a:lvl9pPr>
          </a:lstStyle>
          <a:p>
            <a:pPr>
              <a:defRPr lang="ko-kr"/>
            </a:pPr>
            <a:r>
              <a:t>그림을 추가하려면 아이콘을 클릭하십시오</a:t>
            </a:r>
          </a:p>
        </p:txBody>
      </p:sp>
      <p:sp>
        <p:nvSpPr>
          <p:cNvPr id="307" name="텍스트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jAAAP0UAACCQQAA3SUAABAAAAAmAAAACAAAAIGgAAAAAAAA"/>
              </a:ext>
            </a:extLst>
          </p:cNvSpPr>
          <p:nvPr>
            <p:ph idx="2"/>
          </p:nvPr>
        </p:nvSpPr>
        <p:spPr>
          <a:xfrm>
            <a:off x="7905750" y="3411855"/>
            <a:ext cx="2743200" cy="2743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spcBef>
                <a:spcPts val="1200"/>
              </a:spcBef>
              <a:buNone/>
              <a:defRPr lang="ko-kr" sz="1600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457200" indent="0">
              <a:buNone/>
              <a:defRPr lang="ko-kr" sz="1200" cap="none"/>
            </a:lvl2pPr>
            <a:lvl3pPr marL="914400" indent="0">
              <a:buNone/>
              <a:defRPr lang="ko-kr" sz="1000" cap="none"/>
            </a:lvl3pPr>
            <a:lvl4pPr marL="1371600" indent="0">
              <a:buNone/>
              <a:defRPr lang="ko-kr" sz="900" cap="none"/>
            </a:lvl4pPr>
            <a:lvl5pPr marL="1828800" indent="0">
              <a:buNone/>
              <a:defRPr lang="ko-kr" sz="900" cap="none"/>
            </a:lvl5pPr>
            <a:lvl6pPr marL="2286000" indent="0">
              <a:buNone/>
              <a:defRPr lang="ko-kr" sz="900" cap="none"/>
            </a:lvl6pPr>
            <a:lvl7pPr marL="2743200" indent="0">
              <a:buNone/>
              <a:defRPr lang="ko-kr" sz="900" cap="none"/>
            </a:lvl7pPr>
            <a:lvl8pPr marL="3200400" indent="0">
              <a:buNone/>
              <a:defRPr lang="ko-kr" sz="900" cap="none"/>
            </a:lvl8pPr>
            <a:lvl9pPr marL="3657600" indent="0">
              <a:buNone/>
              <a:defRPr lang="ko-kr" sz="900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08" name="날짜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2690-DEE7-5BD0-A9B6-288568F85F7D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309" name="바닥글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310" name="슬라이드 번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13F3-BDE7-5BE5-A9B6-4BB05DF85F1E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OQqpgEfAAAAVAAAAAAAAAAAAAAAAAAAAAAAAAAAAAAAAAAAAAAAAAAAAAAAAAAAAAAAAAAAAAAAAAAAAAAAAAAAAAAAAAAAAAAAAAAAAAAAAAAAAAAAAAAAAAAAAAAAACEAAAAYAAAAFAAAAAA+AACXAQAAZD4AAIcpAAAQAAAAJgAAAAgAAAD/////AAAAAA=="/>
              </a:ext>
            </a:extLst>
          </p:cNvGrpSpPr>
          <p:nvPr/>
        </p:nvGrpSpPr>
        <p:grpSpPr>
          <a:xfrm rot="5400000">
            <a:off x="6864350" y="3472815"/>
            <a:ext cx="6492240" cy="63500"/>
            <a:chOff x="6864350" y="3472815"/>
            <a:chExt cx="6492240" cy="63500"/>
          </a:xfrm>
        </p:grpSpPr>
        <p:sp>
          <p:nvSpPr>
            <p:cNvPr id="76" name="자유형 1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VEAAG4VAAAqUgAAdhUAAAAAAAAmAAAACAAAAP//////////"/>
                </a:ext>
              </a:extLst>
            </p:cNvSpPr>
            <p:nvPr/>
          </p:nvSpPr>
          <p:spPr>
            <a:xfrm>
              <a:off x="13317855" y="3483610"/>
              <a:ext cx="38735" cy="5080"/>
            </a:xfrm>
            <a:custGeom>
              <a:avLst/>
              <a:gdLst/>
              <a:ahLst/>
              <a:cxnLst/>
              <a:rect l="0" t="0" r="38735" b="5080"/>
              <a:pathLst>
                <a:path w="38735" h="5080">
                  <a:moveTo>
                    <a:pt x="17344" y="5080"/>
                  </a:moveTo>
                  <a:lnTo>
                    <a:pt x="38735" y="2540"/>
                  </a:lnTo>
                  <a:cubicBezTo>
                    <a:pt x="34688" y="1693"/>
                    <a:pt x="15031" y="847"/>
                    <a:pt x="22547" y="0"/>
                  </a:cubicBezTo>
                  <a:cubicBezTo>
                    <a:pt x="0" y="847"/>
                    <a:pt x="4625" y="2540"/>
                    <a:pt x="17344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1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lEAAHoVAAD5UQAAfBUAAAAAAAAmAAAACAAAAP//////////"/>
                </a:ext>
              </a:extLst>
            </p:cNvSpPr>
            <p:nvPr/>
          </p:nvSpPr>
          <p:spPr>
            <a:xfrm>
              <a:off x="13313410" y="3491230"/>
              <a:ext cx="12065" cy="1270"/>
            </a:xfrm>
            <a:custGeom>
              <a:avLst/>
              <a:gdLst/>
              <a:ahLst/>
              <a:cxnLst/>
              <a:rect l="0" t="0" r="12065" b="1270"/>
              <a:pathLst>
                <a:path w="12065" h="1270">
                  <a:moveTo>
                    <a:pt x="0" y="1270"/>
                  </a:moveTo>
                  <a:lnTo>
                    <a:pt x="12065" y="635"/>
                  </a:lnTo>
                  <a:cubicBezTo>
                    <a:pt x="9652" y="0"/>
                    <a:pt x="663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VEAAHgVAAAfUgAAghUAAAAAAAAmAAAACAAAAP//////////"/>
                </a:ext>
              </a:extLst>
            </p:cNvSpPr>
            <p:nvPr/>
          </p:nvSpPr>
          <p:spPr>
            <a:xfrm>
              <a:off x="13325475" y="3489960"/>
              <a:ext cx="24130" cy="6350"/>
            </a:xfrm>
            <a:custGeom>
              <a:avLst/>
              <a:gdLst/>
              <a:ahLst/>
              <a:cxnLst/>
              <a:rect l="0" t="0" r="24130" b="6350"/>
              <a:pathLst>
                <a:path w="24130" h="6350">
                  <a:moveTo>
                    <a:pt x="24130" y="0"/>
                  </a:moveTo>
                  <a:lnTo>
                    <a:pt x="0" y="2117"/>
                  </a:lnTo>
                  <a:cubicBezTo>
                    <a:pt x="2943" y="3175"/>
                    <a:pt x="3531" y="6350"/>
                    <a:pt x="11182" y="1058"/>
                  </a:cubicBezTo>
                  <a:cubicBezTo>
                    <a:pt x="8828" y="3175"/>
                    <a:pt x="13536" y="1058"/>
                    <a:pt x="24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lEAAHAVAABYUQAAeBUAAAAAAAAmAAAACAAAAP//////////"/>
                </a:ext>
              </a:extLst>
            </p:cNvSpPr>
            <p:nvPr/>
          </p:nvSpPr>
          <p:spPr>
            <a:xfrm>
              <a:off x="13196570" y="3484880"/>
              <a:ext cx="26670" cy="5080"/>
            </a:xfrm>
            <a:custGeom>
              <a:avLst/>
              <a:gdLst/>
              <a:ahLst/>
              <a:cxnLst/>
              <a:rect l="0" t="0" r="26670" b="5080"/>
              <a:pathLst>
                <a:path w="26670" h="5080">
                  <a:moveTo>
                    <a:pt x="1185" y="0"/>
                  </a:moveTo>
                  <a:cubicBezTo>
                    <a:pt x="0" y="847"/>
                    <a:pt x="8890" y="3387"/>
                    <a:pt x="10668" y="5080"/>
                  </a:cubicBezTo>
                  <a:lnTo>
                    <a:pt x="26670" y="3387"/>
                  </a:lnTo>
                  <a:cubicBezTo>
                    <a:pt x="18373" y="2540"/>
                    <a:pt x="2371" y="1693"/>
                    <a:pt x="1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VEAAHgVAABBUQAAfBUAAAAAAAAmAAAACAAAAP//////////"/>
                </a:ext>
              </a:extLst>
            </p:cNvSpPr>
            <p:nvPr/>
          </p:nvSpPr>
          <p:spPr>
            <a:xfrm>
              <a:off x="13183235" y="3489960"/>
              <a:ext cx="25400" cy="2540"/>
            </a:xfrm>
            <a:custGeom>
              <a:avLst/>
              <a:gdLst/>
              <a:ahLst/>
              <a:cxnLst/>
              <a:rect l="0" t="0" r="25400" b="2540"/>
              <a:pathLst>
                <a:path w="25400" h="2540">
                  <a:moveTo>
                    <a:pt x="24245" y="0"/>
                  </a:moveTo>
                  <a:lnTo>
                    <a:pt x="0" y="2540"/>
                  </a:lnTo>
                  <a:cubicBezTo>
                    <a:pt x="21359" y="2540"/>
                    <a:pt x="25400" y="1693"/>
                    <a:pt x="242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FEAAIIVAAAfUgAAhxUAAAAAAAAmAAAACAAAAP//////////"/>
                </a:ext>
              </a:extLst>
            </p:cNvSpPr>
            <p:nvPr/>
          </p:nvSpPr>
          <p:spPr>
            <a:xfrm>
              <a:off x="13301980" y="3496310"/>
              <a:ext cx="47625" cy="3175"/>
            </a:xfrm>
            <a:custGeom>
              <a:avLst/>
              <a:gdLst/>
              <a:ahLst/>
              <a:cxnLst/>
              <a:rect l="0" t="0" r="47625" b="3175"/>
              <a:pathLst>
                <a:path w="47625" h="3175">
                  <a:moveTo>
                    <a:pt x="8131" y="3175"/>
                  </a:moveTo>
                  <a:lnTo>
                    <a:pt x="47625" y="0"/>
                  </a:lnTo>
                  <a:lnTo>
                    <a:pt x="0" y="3175"/>
                  </a:lnTo>
                  <a:lnTo>
                    <a:pt x="8131" y="31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VAAAGoVAACzUAAAchUAAAAAAAAmAAAACAAAAP//////////"/>
                </a:ext>
              </a:extLst>
            </p:cNvSpPr>
            <p:nvPr/>
          </p:nvSpPr>
          <p:spPr>
            <a:xfrm>
              <a:off x="13094335" y="3481070"/>
              <a:ext cx="24130" cy="5080"/>
            </a:xfrm>
            <a:custGeom>
              <a:avLst/>
              <a:gdLst/>
              <a:ahLst/>
              <a:cxnLst/>
              <a:rect l="0" t="0" r="24130" b="5080"/>
              <a:pathLst>
                <a:path w="24130" h="5080">
                  <a:moveTo>
                    <a:pt x="10916" y="4064"/>
                  </a:moveTo>
                  <a:lnTo>
                    <a:pt x="24130" y="0"/>
                  </a:lnTo>
                  <a:lnTo>
                    <a:pt x="0" y="5080"/>
                  </a:lnTo>
                  <a:lnTo>
                    <a:pt x="10916" y="40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08AAGkVAABMUAAAcBUAAAAAAAAmAAAACAAAAP//////////"/>
                </a:ext>
              </a:extLst>
            </p:cNvSpPr>
            <p:nvPr/>
          </p:nvSpPr>
          <p:spPr>
            <a:xfrm>
              <a:off x="12996545" y="3480435"/>
              <a:ext cx="56515" cy="4445"/>
            </a:xfrm>
            <a:custGeom>
              <a:avLst/>
              <a:gdLst/>
              <a:ahLst/>
              <a:cxnLst/>
              <a:rect l="0" t="0" r="56515" b="4445"/>
              <a:pathLst>
                <a:path w="56515" h="4445">
                  <a:moveTo>
                    <a:pt x="46711" y="4445"/>
                  </a:moveTo>
                  <a:cubicBezTo>
                    <a:pt x="56515" y="2222"/>
                    <a:pt x="32870" y="740"/>
                    <a:pt x="43251" y="0"/>
                  </a:cubicBezTo>
                  <a:cubicBezTo>
                    <a:pt x="27104" y="0"/>
                    <a:pt x="12687" y="1481"/>
                    <a:pt x="0" y="3704"/>
                  </a:cubicBezTo>
                  <a:cubicBezTo>
                    <a:pt x="13840" y="2222"/>
                    <a:pt x="28257" y="2963"/>
                    <a:pt x="46711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k8AAG4VAADzTwAAdBUAAAAAAAAmAAAACAAAAP//////////"/>
                </a:ext>
              </a:extLst>
            </p:cNvSpPr>
            <p:nvPr/>
          </p:nvSpPr>
          <p:spPr>
            <a:xfrm>
              <a:off x="12975590" y="3483610"/>
              <a:ext cx="20955" cy="3810"/>
            </a:xfrm>
            <a:custGeom>
              <a:avLst/>
              <a:gdLst/>
              <a:ahLst/>
              <a:cxnLst/>
              <a:rect l="0" t="0" r="20955" b="3810"/>
              <a:pathLst>
                <a:path w="20955" h="3810">
                  <a:moveTo>
                    <a:pt x="0" y="3810"/>
                  </a:moveTo>
                  <a:cubicBezTo>
                    <a:pt x="6402" y="2540"/>
                    <a:pt x="13387" y="1270"/>
                    <a:pt x="20955" y="0"/>
                  </a:cubicBezTo>
                  <a:cubicBezTo>
                    <a:pt x="13970" y="0"/>
                    <a:pt x="6985" y="1270"/>
                    <a:pt x="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VAAAHQVAADXUAAAfBUAAAAAAAAmAAAACAAAAP//////////"/>
                </a:ext>
              </a:extLst>
            </p:cNvSpPr>
            <p:nvPr/>
          </p:nvSpPr>
          <p:spPr>
            <a:xfrm>
              <a:off x="13122275" y="3487420"/>
              <a:ext cx="19050" cy="5080"/>
            </a:xfrm>
            <a:custGeom>
              <a:avLst/>
              <a:gdLst/>
              <a:ahLst/>
              <a:cxnLst/>
              <a:rect l="0" t="0" r="19050" b="5080"/>
              <a:pathLst>
                <a:path w="19050" h="5080">
                  <a:moveTo>
                    <a:pt x="19050" y="5080"/>
                  </a:moveTo>
                  <a:cubicBezTo>
                    <a:pt x="17264" y="4064"/>
                    <a:pt x="13692" y="1016"/>
                    <a:pt x="0" y="0"/>
                  </a:cubicBezTo>
                  <a:lnTo>
                    <a:pt x="9525" y="5080"/>
                  </a:lnTo>
                  <a:lnTo>
                    <a:pt x="19050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1AAAHoVAADJUAAAfBUAAAAAAAAmAAAACAAAAP//////////"/>
                </a:ext>
              </a:extLst>
            </p:cNvSpPr>
            <p:nvPr/>
          </p:nvSpPr>
          <p:spPr>
            <a:xfrm>
              <a:off x="13110845" y="3491230"/>
              <a:ext cx="21590" cy="1270"/>
            </a:xfrm>
            <a:custGeom>
              <a:avLst/>
              <a:gdLst/>
              <a:ahLst/>
              <a:cxnLst/>
              <a:rect l="0" t="0" r="21590" b="1270"/>
              <a:pathLst>
                <a:path w="21590" h="1270">
                  <a:moveTo>
                    <a:pt x="21590" y="1270"/>
                  </a:moveTo>
                  <a:lnTo>
                    <a:pt x="20990" y="1270"/>
                  </a:lnTo>
                  <a:lnTo>
                    <a:pt x="0" y="0"/>
                  </a:lnTo>
                  <a:lnTo>
                    <a:pt x="2159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1AAAHwVAADbUAAAfBUAAAAAAAAmAAAACAAAAP//////////"/>
                </a:ext>
              </a:extLst>
            </p:cNvSpPr>
            <p:nvPr/>
          </p:nvSpPr>
          <p:spPr>
            <a:xfrm>
              <a:off x="13141325" y="349250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2540" y="0"/>
                  </a:moveTo>
                  <a:lnTo>
                    <a:pt x="0" y="0"/>
                  </a:lnTo>
                  <a:cubicBezTo>
                    <a:pt x="1016" y="0"/>
                    <a:pt x="1524" y="0"/>
                    <a:pt x="25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1EAAIIVAAB8UQAAjxUAAAAAAAAmAAAACAAAAP//////////"/>
                </a:ext>
              </a:extLst>
            </p:cNvSpPr>
            <p:nvPr/>
          </p:nvSpPr>
          <p:spPr>
            <a:xfrm>
              <a:off x="13202285" y="3496310"/>
              <a:ext cx="43815" cy="8255"/>
            </a:xfrm>
            <a:custGeom>
              <a:avLst/>
              <a:gdLst/>
              <a:ahLst/>
              <a:cxnLst/>
              <a:rect l="0" t="0" r="43815" b="8255"/>
              <a:pathLst>
                <a:path w="43815" h="8255">
                  <a:moveTo>
                    <a:pt x="43815" y="0"/>
                  </a:moveTo>
                  <a:cubicBezTo>
                    <a:pt x="29794" y="2751"/>
                    <a:pt x="0" y="4586"/>
                    <a:pt x="28625" y="8255"/>
                  </a:cubicBezTo>
                  <a:cubicBezTo>
                    <a:pt x="38557" y="5503"/>
                    <a:pt x="22199" y="3668"/>
                    <a:pt x="438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lAAAH4VAAAZUQAAgxUAAAAAAAAmAAAACAAAAP//////////"/>
                </a:ext>
              </a:extLst>
            </p:cNvSpPr>
            <p:nvPr/>
          </p:nvSpPr>
          <p:spPr>
            <a:xfrm>
              <a:off x="13155930" y="3493770"/>
              <a:ext cx="27305" cy="3175"/>
            </a:xfrm>
            <a:custGeom>
              <a:avLst/>
              <a:gdLst/>
              <a:ahLst/>
              <a:cxnLst/>
              <a:rect l="0" t="0" r="27305" b="3175"/>
              <a:pathLst>
                <a:path w="27305" h="3175">
                  <a:moveTo>
                    <a:pt x="0" y="2381"/>
                  </a:moveTo>
                  <a:lnTo>
                    <a:pt x="25562" y="3175"/>
                  </a:lnTo>
                  <a:cubicBezTo>
                    <a:pt x="24981" y="2381"/>
                    <a:pt x="20333" y="793"/>
                    <a:pt x="27305" y="0"/>
                  </a:cubicBezTo>
                  <a:lnTo>
                    <a:pt x="0" y="23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lAAAIIVAADuUAAAhRUAAAAAAAAmAAAACAAAAP//////////"/>
                </a:ext>
              </a:extLst>
            </p:cNvSpPr>
            <p:nvPr/>
          </p:nvSpPr>
          <p:spPr>
            <a:xfrm>
              <a:off x="13143230" y="3496310"/>
              <a:ext cx="12700" cy="1905"/>
            </a:xfrm>
            <a:custGeom>
              <a:avLst/>
              <a:gdLst/>
              <a:ahLst/>
              <a:cxnLst/>
              <a:rect l="0" t="0" r="12700" b="1905"/>
              <a:pathLst>
                <a:path w="12700" h="1905">
                  <a:moveTo>
                    <a:pt x="0" y="1905"/>
                  </a:moveTo>
                  <a:lnTo>
                    <a:pt x="12700" y="0"/>
                  </a:lnTo>
                  <a:lnTo>
                    <a:pt x="2886" y="0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E8AAHgVAAAvUAAAfhUAAAAAAAAmAAAACAAAAP//////////"/>
                </a:ext>
              </a:extLst>
            </p:cNvSpPr>
            <p:nvPr/>
          </p:nvSpPr>
          <p:spPr>
            <a:xfrm>
              <a:off x="12981940" y="3489960"/>
              <a:ext cx="52705" cy="3810"/>
            </a:xfrm>
            <a:custGeom>
              <a:avLst/>
              <a:gdLst/>
              <a:ahLst/>
              <a:cxnLst/>
              <a:rect l="0" t="0" r="52705" b="3810"/>
              <a:pathLst>
                <a:path w="52705" h="3810">
                  <a:moveTo>
                    <a:pt x="36893" y="0"/>
                  </a:moveTo>
                  <a:cubicBezTo>
                    <a:pt x="25766" y="1905"/>
                    <a:pt x="13469" y="1905"/>
                    <a:pt x="0" y="1905"/>
                  </a:cubicBezTo>
                  <a:cubicBezTo>
                    <a:pt x="14640" y="2858"/>
                    <a:pt x="29866" y="3810"/>
                    <a:pt x="44506" y="3810"/>
                  </a:cubicBezTo>
                  <a:cubicBezTo>
                    <a:pt x="46263" y="1905"/>
                    <a:pt x="52705" y="0"/>
                    <a:pt x="368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FAAAHoVAABtUAAAfBUAAAAAAAAmAAAACAAAAP//////////"/>
                </a:ext>
              </a:extLst>
            </p:cNvSpPr>
            <p:nvPr/>
          </p:nvSpPr>
          <p:spPr>
            <a:xfrm>
              <a:off x="13070840" y="3491230"/>
              <a:ext cx="3175" cy="1270"/>
            </a:xfrm>
            <a:custGeom>
              <a:avLst/>
              <a:gdLst/>
              <a:ahLst/>
              <a:cxnLst/>
              <a:rect l="0" t="0" r="3175" b="1270"/>
              <a:pathLst>
                <a:path w="3175" h="1270">
                  <a:moveTo>
                    <a:pt x="3175" y="0"/>
                  </a:moveTo>
                  <a:lnTo>
                    <a:pt x="0" y="1270"/>
                  </a:lnTo>
                  <a:cubicBezTo>
                    <a:pt x="1905" y="1270"/>
                    <a:pt x="3175" y="1270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08AAHwVAAALTwAAfBUAAAAAAAAmAAAACAAAAP//////////"/>
                </a:ext>
              </a:extLst>
            </p:cNvSpPr>
            <p:nvPr/>
          </p:nvSpPr>
          <p:spPr>
            <a:xfrm>
              <a:off x="12846685" y="3492500"/>
              <a:ext cx="2540" cy="0"/>
            </a:xfrm>
            <a:custGeom>
              <a:avLst/>
              <a:gdLst/>
              <a:ahLst/>
              <a:cxnLst/>
              <a:rect l="0" t="0" r="2540" b="0"/>
              <a:pathLst>
                <a:path w="2540">
                  <a:moveTo>
                    <a:pt x="0" y="0"/>
                  </a:moveTo>
                  <a:lnTo>
                    <a:pt x="2032" y="0"/>
                  </a:lnTo>
                  <a:cubicBezTo>
                    <a:pt x="2032" y="0"/>
                    <a:pt x="2032" y="0"/>
                    <a:pt x="25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VAAAHwVAABMUAAAgBUAAAAAAAAmAAAACAAAAP//////////"/>
                </a:ext>
              </a:extLst>
            </p:cNvSpPr>
            <p:nvPr/>
          </p:nvSpPr>
          <p:spPr>
            <a:xfrm>
              <a:off x="13025755" y="3492500"/>
              <a:ext cx="27305" cy="2540"/>
            </a:xfrm>
            <a:custGeom>
              <a:avLst/>
              <a:gdLst/>
              <a:ahLst/>
              <a:cxnLst/>
              <a:rect l="0" t="0" r="27305" b="2540"/>
              <a:pathLst>
                <a:path w="27305" h="2540">
                  <a:moveTo>
                    <a:pt x="3485" y="2540"/>
                  </a:moveTo>
                  <a:cubicBezTo>
                    <a:pt x="14523" y="2540"/>
                    <a:pt x="20914" y="1270"/>
                    <a:pt x="27305" y="0"/>
                  </a:cubicBezTo>
                  <a:cubicBezTo>
                    <a:pt x="19171" y="0"/>
                    <a:pt x="10457" y="1270"/>
                    <a:pt x="1161" y="1270"/>
                  </a:cubicBezTo>
                  <a:cubicBezTo>
                    <a:pt x="0" y="1270"/>
                    <a:pt x="0" y="2540"/>
                    <a:pt x="3485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k8AAHQVAAC0TwAAeBUAAAAAAAAmAAAACAAAAP//////////"/>
                </a:ext>
              </a:extLst>
            </p:cNvSpPr>
            <p:nvPr/>
          </p:nvSpPr>
          <p:spPr>
            <a:xfrm>
              <a:off x="12937490" y="3487420"/>
              <a:ext cx="19050" cy="2540"/>
            </a:xfrm>
            <a:custGeom>
              <a:avLst/>
              <a:gdLst/>
              <a:ahLst/>
              <a:cxnLst/>
              <a:rect l="0" t="0" r="19050" b="2540"/>
              <a:pathLst>
                <a:path w="19050" h="2540">
                  <a:moveTo>
                    <a:pt x="0" y="847"/>
                  </a:moveTo>
                  <a:cubicBezTo>
                    <a:pt x="5773" y="1693"/>
                    <a:pt x="12123" y="2540"/>
                    <a:pt x="19050" y="2540"/>
                  </a:cubicBezTo>
                  <a:cubicBezTo>
                    <a:pt x="13277" y="1693"/>
                    <a:pt x="1732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FAAAHgVAABnUAAAeBUAAAAAAAAmAAAACAAAAP//////////"/>
                </a:ext>
              </a:extLst>
            </p:cNvSpPr>
            <p:nvPr/>
          </p:nvSpPr>
          <p:spPr>
            <a:xfrm>
              <a:off x="13065760" y="3489960"/>
              <a:ext cx="4445" cy="0"/>
            </a:xfrm>
            <a:custGeom>
              <a:avLst/>
              <a:gdLst/>
              <a:ahLst/>
              <a:cxnLst/>
              <a:rect l="0" t="0" r="4445" b="0"/>
              <a:pathLst>
                <a:path w="4445">
                  <a:moveTo>
                    <a:pt x="2222" y="0"/>
                  </a:moveTo>
                  <a:lnTo>
                    <a:pt x="4445" y="0"/>
                  </a:lnTo>
                  <a:cubicBezTo>
                    <a:pt x="0" y="0"/>
                    <a:pt x="0" y="0"/>
                    <a:pt x="2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FAAAHgVAABoUAAAfBUAAAAAAAAmAAAACAAAAP//////////"/>
                </a:ext>
              </a:extLst>
            </p:cNvSpPr>
            <p:nvPr/>
          </p:nvSpPr>
          <p:spPr>
            <a:xfrm>
              <a:off x="13053060" y="3489960"/>
              <a:ext cx="17780" cy="2540"/>
            </a:xfrm>
            <a:custGeom>
              <a:avLst/>
              <a:gdLst/>
              <a:ahLst/>
              <a:cxnLst/>
              <a:rect l="0" t="0" r="17780" b="2540"/>
              <a:pathLst>
                <a:path w="17780" h="2540">
                  <a:moveTo>
                    <a:pt x="14339" y="0"/>
                  </a:moveTo>
                  <a:cubicBezTo>
                    <a:pt x="8603" y="847"/>
                    <a:pt x="4588" y="1693"/>
                    <a:pt x="0" y="2540"/>
                  </a:cubicBezTo>
                  <a:cubicBezTo>
                    <a:pt x="6309" y="2540"/>
                    <a:pt x="12618" y="1693"/>
                    <a:pt x="17780" y="1693"/>
                  </a:cubicBezTo>
                  <a:cubicBezTo>
                    <a:pt x="16633" y="847"/>
                    <a:pt x="15486" y="847"/>
                    <a:pt x="1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04AAHwVAABGTwAAoBUAAAAAAAAmAAAACAAAAP//////////"/>
                </a:ext>
              </a:extLst>
            </p:cNvSpPr>
            <p:nvPr/>
          </p:nvSpPr>
          <p:spPr>
            <a:xfrm>
              <a:off x="12770485" y="3492500"/>
              <a:ext cx="116205" cy="22860"/>
            </a:xfrm>
            <a:custGeom>
              <a:avLst/>
              <a:gdLst/>
              <a:ahLst/>
              <a:cxnLst/>
              <a:rect l="0" t="0" r="116205" b="22860"/>
              <a:pathLst>
                <a:path w="116205" h="22860">
                  <a:moveTo>
                    <a:pt x="35213" y="22860"/>
                  </a:moveTo>
                  <a:cubicBezTo>
                    <a:pt x="36974" y="19473"/>
                    <a:pt x="66319" y="16087"/>
                    <a:pt x="91555" y="20320"/>
                  </a:cubicBezTo>
                  <a:cubicBezTo>
                    <a:pt x="116205" y="17780"/>
                    <a:pt x="100358" y="5927"/>
                    <a:pt x="78643" y="0"/>
                  </a:cubicBezTo>
                  <a:cubicBezTo>
                    <a:pt x="78056" y="1693"/>
                    <a:pt x="78056" y="2540"/>
                    <a:pt x="52233" y="5080"/>
                  </a:cubicBezTo>
                  <a:cubicBezTo>
                    <a:pt x="61036" y="6773"/>
                    <a:pt x="109162" y="9313"/>
                    <a:pt x="87447" y="11853"/>
                  </a:cubicBezTo>
                  <a:cubicBezTo>
                    <a:pt x="53407" y="13547"/>
                    <a:pt x="59863" y="11007"/>
                    <a:pt x="43430" y="9313"/>
                  </a:cubicBezTo>
                  <a:cubicBezTo>
                    <a:pt x="56928" y="13547"/>
                    <a:pt x="0" y="15240"/>
                    <a:pt x="7629" y="21167"/>
                  </a:cubicBezTo>
                  <a:lnTo>
                    <a:pt x="36974" y="19473"/>
                  </a:lnTo>
                  <a:cubicBezTo>
                    <a:pt x="37561" y="20320"/>
                    <a:pt x="26997" y="22013"/>
                    <a:pt x="35213" y="22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8AAHQVAABoTwAAfBUAAAAAAAAmAAAACAAAAP//////////"/>
                </a:ext>
              </a:extLst>
            </p:cNvSpPr>
            <p:nvPr/>
          </p:nvSpPr>
          <p:spPr>
            <a:xfrm>
              <a:off x="12849225" y="3487420"/>
              <a:ext cx="59055" cy="5080"/>
            </a:xfrm>
            <a:custGeom>
              <a:avLst/>
              <a:gdLst/>
              <a:ahLst/>
              <a:cxnLst/>
              <a:rect l="0" t="0" r="59055" b="5080"/>
              <a:pathLst>
                <a:path w="59055" h="5080">
                  <a:moveTo>
                    <a:pt x="48425" y="5080"/>
                  </a:moveTo>
                  <a:lnTo>
                    <a:pt x="59055" y="5080"/>
                  </a:lnTo>
                  <a:cubicBezTo>
                    <a:pt x="46653" y="4233"/>
                    <a:pt x="38385" y="3387"/>
                    <a:pt x="22440" y="0"/>
                  </a:cubicBezTo>
                  <a:cubicBezTo>
                    <a:pt x="4724" y="1693"/>
                    <a:pt x="1181" y="3387"/>
                    <a:pt x="0" y="4233"/>
                  </a:cubicBezTo>
                  <a:lnTo>
                    <a:pt x="51968" y="5080"/>
                  </a:lnTo>
                  <a:lnTo>
                    <a:pt x="4842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E8AAHgVAADqTwAAixUAAAAAAAAmAAAACAAAAP//////////"/>
                </a:ext>
              </a:extLst>
            </p:cNvSpPr>
            <p:nvPr/>
          </p:nvSpPr>
          <p:spPr>
            <a:xfrm>
              <a:off x="12908280" y="3489960"/>
              <a:ext cx="82550" cy="12065"/>
            </a:xfrm>
            <a:custGeom>
              <a:avLst/>
              <a:gdLst/>
              <a:ahLst/>
              <a:cxnLst/>
              <a:rect l="0" t="0" r="82550" b="12065"/>
              <a:pathLst>
                <a:path w="82550" h="12065">
                  <a:moveTo>
                    <a:pt x="46507" y="2585"/>
                  </a:moveTo>
                  <a:cubicBezTo>
                    <a:pt x="38368" y="6032"/>
                    <a:pt x="13371" y="7756"/>
                    <a:pt x="28486" y="12065"/>
                  </a:cubicBezTo>
                  <a:cubicBezTo>
                    <a:pt x="59296" y="12065"/>
                    <a:pt x="49995" y="8617"/>
                    <a:pt x="68598" y="6894"/>
                  </a:cubicBezTo>
                  <a:cubicBezTo>
                    <a:pt x="19184" y="7756"/>
                    <a:pt x="82550" y="5170"/>
                    <a:pt x="47088" y="2585"/>
                  </a:cubicBezTo>
                  <a:cubicBezTo>
                    <a:pt x="56390" y="2585"/>
                    <a:pt x="65110" y="1723"/>
                    <a:pt x="73830" y="1723"/>
                  </a:cubicBezTo>
                  <a:cubicBezTo>
                    <a:pt x="64529" y="1723"/>
                    <a:pt x="56390" y="861"/>
                    <a:pt x="48251" y="0"/>
                  </a:cubicBezTo>
                  <a:lnTo>
                    <a:pt x="49414" y="861"/>
                  </a:lnTo>
                  <a:cubicBezTo>
                    <a:pt x="49414" y="861"/>
                    <a:pt x="49414" y="861"/>
                    <a:pt x="49414" y="861"/>
                  </a:cubicBezTo>
                  <a:cubicBezTo>
                    <a:pt x="51739" y="861"/>
                    <a:pt x="52320" y="861"/>
                    <a:pt x="49995" y="861"/>
                  </a:cubicBezTo>
                  <a:lnTo>
                    <a:pt x="48832" y="861"/>
                  </a:lnTo>
                  <a:cubicBezTo>
                    <a:pt x="48251" y="1723"/>
                    <a:pt x="47670" y="1723"/>
                    <a:pt x="46507" y="2585"/>
                  </a:cubicBezTo>
                  <a:cubicBezTo>
                    <a:pt x="32555" y="1723"/>
                    <a:pt x="44182" y="1723"/>
                    <a:pt x="48832" y="861"/>
                  </a:cubicBezTo>
                  <a:cubicBezTo>
                    <a:pt x="48832" y="861"/>
                    <a:pt x="49414" y="861"/>
                    <a:pt x="49414" y="861"/>
                  </a:cubicBezTo>
                  <a:lnTo>
                    <a:pt x="0" y="2585"/>
                  </a:lnTo>
                  <a:cubicBezTo>
                    <a:pt x="10464" y="2585"/>
                    <a:pt x="23254" y="2585"/>
                    <a:pt x="46507" y="2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VEAAJkVAAA6UQAAmxUAAAAAAAAmAAAACAAAAP//////////"/>
                </a:ext>
              </a:extLst>
            </p:cNvSpPr>
            <p:nvPr/>
          </p:nvSpPr>
          <p:spPr>
            <a:xfrm>
              <a:off x="13198475" y="3510915"/>
              <a:ext cx="5715" cy="1270"/>
            </a:xfrm>
            <a:custGeom>
              <a:avLst/>
              <a:gdLst/>
              <a:ahLst/>
              <a:cxnLst/>
              <a:rect l="0" t="0" r="5715" b="1270"/>
              <a:pathLst>
                <a:path w="5715" h="1270">
                  <a:moveTo>
                    <a:pt x="5715" y="1270"/>
                  </a:moveTo>
                  <a:cubicBezTo>
                    <a:pt x="4156" y="1270"/>
                    <a:pt x="4156" y="1270"/>
                    <a:pt x="4156" y="0"/>
                  </a:cubicBezTo>
                  <a:cubicBezTo>
                    <a:pt x="1039" y="1270"/>
                    <a:pt x="0" y="1270"/>
                    <a:pt x="571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lAAAIkVAABfUQAAmRUAAAAAAAAmAAAACAAAAP//////////"/>
                </a:ext>
              </a:extLst>
            </p:cNvSpPr>
            <p:nvPr/>
          </p:nvSpPr>
          <p:spPr>
            <a:xfrm>
              <a:off x="13155930" y="3500755"/>
              <a:ext cx="71755" cy="10160"/>
            </a:xfrm>
            <a:custGeom>
              <a:avLst/>
              <a:gdLst/>
              <a:ahLst/>
              <a:cxnLst/>
              <a:rect l="0" t="0" r="71755" b="10160"/>
              <a:pathLst>
                <a:path w="71755" h="10160">
                  <a:moveTo>
                    <a:pt x="28231" y="9313"/>
                  </a:moveTo>
                  <a:cubicBezTo>
                    <a:pt x="31760" y="8467"/>
                    <a:pt x="34701" y="6773"/>
                    <a:pt x="46464" y="7620"/>
                  </a:cubicBezTo>
                  <a:cubicBezTo>
                    <a:pt x="56462" y="8467"/>
                    <a:pt x="46464" y="9313"/>
                    <a:pt x="47052" y="10160"/>
                  </a:cubicBezTo>
                  <a:cubicBezTo>
                    <a:pt x="54110" y="9313"/>
                    <a:pt x="71755" y="7620"/>
                    <a:pt x="49405" y="5927"/>
                  </a:cubicBezTo>
                  <a:lnTo>
                    <a:pt x="45876" y="6773"/>
                  </a:lnTo>
                  <a:cubicBezTo>
                    <a:pt x="25878" y="5080"/>
                    <a:pt x="0" y="847"/>
                    <a:pt x="3528" y="0"/>
                  </a:cubicBezTo>
                  <a:cubicBezTo>
                    <a:pt x="9410" y="3387"/>
                    <a:pt x="14703" y="5927"/>
                    <a:pt x="28231" y="93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1AAAIsVAABnUAAAkxUAAAAAAAAmAAAACAAAAP//////////"/>
                </a:ext>
              </a:extLst>
            </p:cNvSpPr>
            <p:nvPr/>
          </p:nvSpPr>
          <p:spPr>
            <a:xfrm>
              <a:off x="13027025" y="3502025"/>
              <a:ext cx="43180" cy="5080"/>
            </a:xfrm>
            <a:custGeom>
              <a:avLst/>
              <a:gdLst/>
              <a:ahLst/>
              <a:cxnLst/>
              <a:rect l="0" t="0" r="43180" b="5080"/>
              <a:pathLst>
                <a:path w="43180" h="5080">
                  <a:moveTo>
                    <a:pt x="40846" y="0"/>
                  </a:moveTo>
                  <a:lnTo>
                    <a:pt x="0" y="1693"/>
                  </a:lnTo>
                  <a:lnTo>
                    <a:pt x="21006" y="5080"/>
                  </a:lnTo>
                  <a:lnTo>
                    <a:pt x="19839" y="3387"/>
                  </a:lnTo>
                  <a:cubicBezTo>
                    <a:pt x="43180" y="3387"/>
                    <a:pt x="37928" y="1693"/>
                    <a:pt x="40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k4AAHIVAAAHTwAAfBUAAAAAAAAmAAAACAAAAP//////////"/>
                </a:ext>
              </a:extLst>
            </p:cNvSpPr>
            <p:nvPr/>
          </p:nvSpPr>
          <p:spPr>
            <a:xfrm>
              <a:off x="12823190" y="3486150"/>
              <a:ext cx="23495" cy="6350"/>
            </a:xfrm>
            <a:custGeom>
              <a:avLst/>
              <a:gdLst/>
              <a:ahLst/>
              <a:cxnLst/>
              <a:rect l="0" t="0" r="23495" b="6350"/>
              <a:pathLst>
                <a:path w="23495" h="6350">
                  <a:moveTo>
                    <a:pt x="18208" y="4536"/>
                  </a:moveTo>
                  <a:lnTo>
                    <a:pt x="23495" y="0"/>
                  </a:lnTo>
                  <a:lnTo>
                    <a:pt x="0" y="6350"/>
                  </a:lnTo>
                  <a:lnTo>
                    <a:pt x="18208" y="4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04AAHQVAACsTgAAeBUAAAAAAAAmAAAACAAAAP//////////"/>
                </a:ext>
              </a:extLst>
            </p:cNvSpPr>
            <p:nvPr/>
          </p:nvSpPr>
          <p:spPr>
            <a:xfrm>
              <a:off x="12775565" y="3487420"/>
              <a:ext cx="13335" cy="2540"/>
            </a:xfrm>
            <a:custGeom>
              <a:avLst/>
              <a:gdLst/>
              <a:ahLst/>
              <a:cxnLst/>
              <a:rect l="0" t="0" r="13335" b="2540"/>
              <a:pathLst>
                <a:path w="13335" h="2540">
                  <a:moveTo>
                    <a:pt x="11668" y="2540"/>
                  </a:moveTo>
                  <a:lnTo>
                    <a:pt x="13335" y="0"/>
                  </a:lnTo>
                  <a:lnTo>
                    <a:pt x="0" y="1905"/>
                  </a:lnTo>
                  <a:lnTo>
                    <a:pt x="11668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DsAAK4VAAD4OwAAsBUAAAAAAAAmAAAACAAAAP//////////"/>
                </a:ext>
              </a:extLst>
            </p:cNvSpPr>
            <p:nvPr/>
          </p:nvSpPr>
          <p:spPr>
            <a:xfrm>
              <a:off x="9735820" y="3524250"/>
              <a:ext cx="12700" cy="1270"/>
            </a:xfrm>
            <a:custGeom>
              <a:avLst/>
              <a:gdLst/>
              <a:ahLst/>
              <a:cxnLst/>
              <a:rect l="0" t="0" r="12700" b="1270"/>
              <a:pathLst>
                <a:path w="12700" h="1270">
                  <a:moveTo>
                    <a:pt x="12700" y="0"/>
                  </a:moveTo>
                  <a:lnTo>
                    <a:pt x="0" y="1270"/>
                  </a:lnTo>
                  <a:cubicBezTo>
                    <a:pt x="6048" y="0"/>
                    <a:pt x="9676" y="0"/>
                    <a:pt x="127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jwAAKwVAACHPAAArhUAAAAAAAAmAAAACAAAAP//////////"/>
                </a:ext>
              </a:extLst>
            </p:cNvSpPr>
            <p:nvPr/>
          </p:nvSpPr>
          <p:spPr>
            <a:xfrm>
              <a:off x="9833610" y="3522980"/>
              <a:ext cx="5715" cy="1270"/>
            </a:xfrm>
            <a:custGeom>
              <a:avLst/>
              <a:gdLst/>
              <a:ahLst/>
              <a:cxnLst/>
              <a:rect l="0" t="0" r="5715" b="1270"/>
              <a:pathLst>
                <a:path w="5715" h="1270">
                  <a:moveTo>
                    <a:pt x="3429" y="1270"/>
                  </a:moveTo>
                  <a:lnTo>
                    <a:pt x="5715" y="0"/>
                  </a:lnTo>
                  <a:cubicBezTo>
                    <a:pt x="1714" y="635"/>
                    <a:pt x="0" y="1270"/>
                    <a:pt x="3429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YAAGkVAACHRgAAdBUAAAAAAAAmAAAACAAAAP//////////"/>
                </a:ext>
              </a:extLst>
            </p:cNvSpPr>
            <p:nvPr/>
          </p:nvSpPr>
          <p:spPr>
            <a:xfrm>
              <a:off x="11426825" y="3480435"/>
              <a:ext cx="38100" cy="6985"/>
            </a:xfrm>
            <a:custGeom>
              <a:avLst/>
              <a:gdLst/>
              <a:ahLst/>
              <a:cxnLst/>
              <a:rect l="0" t="0" r="38100" b="6985"/>
              <a:pathLst>
                <a:path w="38100" h="6985">
                  <a:moveTo>
                    <a:pt x="38100" y="6985"/>
                  </a:moveTo>
                  <a:cubicBezTo>
                    <a:pt x="19929" y="3880"/>
                    <a:pt x="0" y="0"/>
                    <a:pt x="2345" y="3104"/>
                  </a:cubicBezTo>
                  <a:lnTo>
                    <a:pt x="7620" y="6208"/>
                  </a:lnTo>
                  <a:cubicBezTo>
                    <a:pt x="20515" y="5432"/>
                    <a:pt x="29894" y="6208"/>
                    <a:pt x="38100" y="6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9EAAAI8VAAAQQQAAlRUAAAAAAAAmAAAACAAAAP//////////"/>
                </a:ext>
              </a:extLst>
            </p:cNvSpPr>
            <p:nvPr/>
          </p:nvSpPr>
          <p:spPr>
            <a:xfrm>
              <a:off x="10558780" y="3504565"/>
              <a:ext cx="17780" cy="3810"/>
            </a:xfrm>
            <a:custGeom>
              <a:avLst/>
              <a:gdLst/>
              <a:ahLst/>
              <a:cxnLst/>
              <a:rect l="0" t="0" r="17780" b="3810"/>
              <a:pathLst>
                <a:path w="17780" h="3810">
                  <a:moveTo>
                    <a:pt x="0" y="2858"/>
                  </a:moveTo>
                  <a:lnTo>
                    <a:pt x="5518" y="3810"/>
                  </a:lnTo>
                  <a:lnTo>
                    <a:pt x="17780" y="0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EAAAKgVAADgQAAArBUAAAAAAAAmAAAACAAAAP//////////"/>
                </a:ext>
              </a:extLst>
            </p:cNvSpPr>
            <p:nvPr/>
          </p:nvSpPr>
          <p:spPr>
            <a:xfrm>
              <a:off x="10523220" y="3520440"/>
              <a:ext cx="22860" cy="2540"/>
            </a:xfrm>
            <a:custGeom>
              <a:avLst/>
              <a:gdLst/>
              <a:ahLst/>
              <a:cxnLst/>
              <a:rect l="0" t="0" r="22860" b="2540"/>
              <a:pathLst>
                <a:path w="22860" h="2540">
                  <a:moveTo>
                    <a:pt x="22860" y="2540"/>
                  </a:moveTo>
                  <a:lnTo>
                    <a:pt x="0" y="0"/>
                  </a:lnTo>
                  <a:cubicBezTo>
                    <a:pt x="5143" y="847"/>
                    <a:pt x="12573" y="1693"/>
                    <a:pt x="2286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zgAALIVAAAOOQAAtxUAAAAAAAAmAAAACAAAAP//////////"/>
                </a:ext>
              </a:extLst>
            </p:cNvSpPr>
            <p:nvPr/>
          </p:nvSpPr>
          <p:spPr>
            <a:xfrm>
              <a:off x="9252585" y="3526790"/>
              <a:ext cx="22225" cy="3175"/>
            </a:xfrm>
            <a:custGeom>
              <a:avLst/>
              <a:gdLst/>
              <a:ahLst/>
              <a:cxnLst/>
              <a:rect l="0" t="0" r="22225" b="3175"/>
              <a:pathLst>
                <a:path w="22225" h="3175">
                  <a:moveTo>
                    <a:pt x="14036" y="0"/>
                  </a:moveTo>
                  <a:lnTo>
                    <a:pt x="0" y="3175"/>
                  </a:lnTo>
                  <a:cubicBezTo>
                    <a:pt x="22225" y="3175"/>
                    <a:pt x="12282" y="1905"/>
                    <a:pt x="140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ksAAHYVAABGSwAAfhUAAAAAAAAmAAAACAAAAP//////////"/>
                </a:ext>
              </a:extLst>
            </p:cNvSpPr>
            <p:nvPr/>
          </p:nvSpPr>
          <p:spPr>
            <a:xfrm>
              <a:off x="12198350" y="3488690"/>
              <a:ext cx="38100" cy="5080"/>
            </a:xfrm>
            <a:custGeom>
              <a:avLst/>
              <a:gdLst/>
              <a:ahLst/>
              <a:cxnLst/>
              <a:rect l="0" t="0" r="38100" b="5080"/>
              <a:pathLst>
                <a:path w="38100" h="5080">
                  <a:moveTo>
                    <a:pt x="38100" y="2540"/>
                  </a:moveTo>
                  <a:cubicBezTo>
                    <a:pt x="22860" y="847"/>
                    <a:pt x="10551" y="0"/>
                    <a:pt x="0" y="0"/>
                  </a:cubicBezTo>
                  <a:cubicBezTo>
                    <a:pt x="18757" y="1693"/>
                    <a:pt x="33411" y="5080"/>
                    <a:pt x="3810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zwAAG4VAAAxPAAAchUAAAAAAAAmAAAACAAAAP//////////"/>
                </a:ext>
              </a:extLst>
            </p:cNvSpPr>
            <p:nvPr/>
          </p:nvSpPr>
          <p:spPr>
            <a:xfrm>
              <a:off x="9773285" y="3483610"/>
              <a:ext cx="11430" cy="2540"/>
            </a:xfrm>
            <a:custGeom>
              <a:avLst/>
              <a:gdLst/>
              <a:ahLst/>
              <a:cxnLst/>
              <a:rect l="0" t="0" r="11430" b="2540"/>
              <a:pathLst>
                <a:path w="11430" h="2540">
                  <a:moveTo>
                    <a:pt x="9797" y="0"/>
                  </a:moveTo>
                  <a:cubicBezTo>
                    <a:pt x="2721" y="1270"/>
                    <a:pt x="0" y="2540"/>
                    <a:pt x="0" y="2540"/>
                  </a:cubicBezTo>
                  <a:cubicBezTo>
                    <a:pt x="7076" y="2540"/>
                    <a:pt x="11430" y="1270"/>
                    <a:pt x="9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UoAAHIVAAAKSwAAeBUAAAAAAAAmAAAACAAAAP//////////"/>
                </a:ext>
              </a:extLst>
            </p:cNvSpPr>
            <p:nvPr/>
          </p:nvSpPr>
          <p:spPr>
            <a:xfrm>
              <a:off x="12154535" y="3486150"/>
              <a:ext cx="43815" cy="3810"/>
            </a:xfrm>
            <a:custGeom>
              <a:avLst/>
              <a:gdLst/>
              <a:ahLst/>
              <a:cxnLst/>
              <a:rect l="0" t="0" r="43815" b="3810"/>
              <a:pathLst>
                <a:path w="43815" h="3810">
                  <a:moveTo>
                    <a:pt x="0" y="2858"/>
                  </a:moveTo>
                  <a:lnTo>
                    <a:pt x="7594" y="3810"/>
                  </a:lnTo>
                  <a:cubicBezTo>
                    <a:pt x="18694" y="2858"/>
                    <a:pt x="30378" y="1905"/>
                    <a:pt x="43815" y="2858"/>
                  </a:cubicBezTo>
                  <a:cubicBezTo>
                    <a:pt x="30378" y="953"/>
                    <a:pt x="14605" y="0"/>
                    <a:pt x="0" y="2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C4AAKQVAABDLgAAphUAAAAAAAAmAAAACAAAAP//////////"/>
                </a:ext>
              </a:extLst>
            </p:cNvSpPr>
            <p:nvPr/>
          </p:nvSpPr>
          <p:spPr>
            <a:xfrm>
              <a:off x="7515860" y="3517900"/>
              <a:ext cx="4445" cy="1270"/>
            </a:xfrm>
            <a:custGeom>
              <a:avLst/>
              <a:gdLst/>
              <a:ahLst/>
              <a:cxnLst/>
              <a:rect l="0" t="0" r="4445" b="1270"/>
              <a:pathLst>
                <a:path w="4445" h="1270">
                  <a:moveTo>
                    <a:pt x="4445" y="1270"/>
                  </a:moveTo>
                  <a:lnTo>
                    <a:pt x="555" y="0"/>
                  </a:lnTo>
                  <a:cubicBezTo>
                    <a:pt x="0" y="1270"/>
                    <a:pt x="1666" y="1270"/>
                    <a:pt x="444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isAAGkVAABEKwAAahUAAAAAAAAmAAAACAAAAP//////////"/>
                </a:ext>
              </a:extLst>
            </p:cNvSpPr>
            <p:nvPr/>
          </p:nvSpPr>
          <p:spPr>
            <a:xfrm>
              <a:off x="7011670" y="3480435"/>
              <a:ext cx="21590" cy="635"/>
            </a:xfrm>
            <a:custGeom>
              <a:avLst/>
              <a:gdLst/>
              <a:ahLst/>
              <a:cxnLst/>
              <a:rect l="0" t="0" r="21590" b="635"/>
              <a:pathLst>
                <a:path w="21590" h="635">
                  <a:moveTo>
                    <a:pt x="0" y="635"/>
                  </a:moveTo>
                  <a:cubicBezTo>
                    <a:pt x="5398" y="635"/>
                    <a:pt x="13794" y="635"/>
                    <a:pt x="21590" y="635"/>
                  </a:cubicBezTo>
                  <a:cubicBezTo>
                    <a:pt x="17392" y="0"/>
                    <a:pt x="11395" y="0"/>
                    <a:pt x="0" y="6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E0AAHQVAABnTQAAdhUAAAAAAAAmAAAACAAAAP//////////"/>
                </a:ext>
              </a:extLst>
            </p:cNvSpPr>
            <p:nvPr/>
          </p:nvSpPr>
          <p:spPr>
            <a:xfrm>
              <a:off x="12570460" y="3487420"/>
              <a:ext cx="12065" cy="1270"/>
            </a:xfrm>
            <a:custGeom>
              <a:avLst/>
              <a:gdLst/>
              <a:ahLst/>
              <a:cxnLst/>
              <a:rect l="0" t="0" r="12065" b="1270"/>
              <a:pathLst>
                <a:path w="12065" h="1270">
                  <a:moveTo>
                    <a:pt x="0" y="1270"/>
                  </a:moveTo>
                  <a:cubicBezTo>
                    <a:pt x="12065" y="1270"/>
                    <a:pt x="1809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k0AAI0VAACtTQAAkRUAAAAAAAAmAAAACAAAAP//////////"/>
                </a:ext>
              </a:extLst>
            </p:cNvSpPr>
            <p:nvPr/>
          </p:nvSpPr>
          <p:spPr>
            <a:xfrm>
              <a:off x="12622530" y="3503295"/>
              <a:ext cx="4445" cy="2540"/>
            </a:xfrm>
            <a:custGeom>
              <a:avLst/>
              <a:gdLst/>
              <a:ahLst/>
              <a:cxnLst/>
              <a:rect l="0" t="0" r="4445" b="2540"/>
              <a:pathLst>
                <a:path w="4445" h="2540">
                  <a:moveTo>
                    <a:pt x="4445" y="0"/>
                  </a:moveTo>
                  <a:cubicBezTo>
                    <a:pt x="2222" y="847"/>
                    <a:pt x="555" y="1693"/>
                    <a:pt x="0" y="2540"/>
                  </a:cubicBezTo>
                  <a:cubicBezTo>
                    <a:pt x="1111" y="1693"/>
                    <a:pt x="2222" y="847"/>
                    <a:pt x="4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0oAAJsVAAAUSgAAnBUAAAAAAAAmAAAACAAAAP//////////"/>
                </a:ext>
              </a:extLst>
            </p:cNvSpPr>
            <p:nvPr/>
          </p:nvSpPr>
          <p:spPr>
            <a:xfrm>
              <a:off x="12038965" y="351218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635" y="0"/>
                  </a:moveTo>
                  <a:lnTo>
                    <a:pt x="0" y="0"/>
                  </a:lnTo>
                  <a:cubicBezTo>
                    <a:pt x="3175" y="635"/>
                    <a:pt x="2540" y="0"/>
                    <a:pt x="6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U0AAHgVAABwTQAAeBUAAAAAAAAmAAAACAAAAP//////////"/>
                </a:ext>
              </a:extLst>
            </p:cNvSpPr>
            <p:nvPr/>
          </p:nvSpPr>
          <p:spPr>
            <a:xfrm>
              <a:off x="12573635" y="3489960"/>
              <a:ext cx="14605" cy="0"/>
            </a:xfrm>
            <a:custGeom>
              <a:avLst/>
              <a:gdLst/>
              <a:ahLst/>
              <a:cxnLst/>
              <a:rect l="0" t="0" r="14605" b="0"/>
              <a:pathLst>
                <a:path w="14605">
                  <a:moveTo>
                    <a:pt x="14605" y="0"/>
                  </a:moveTo>
                  <a:cubicBezTo>
                    <a:pt x="10515" y="0"/>
                    <a:pt x="5842" y="0"/>
                    <a:pt x="0" y="0"/>
                  </a:cubicBezTo>
                  <a:cubicBezTo>
                    <a:pt x="2921" y="0"/>
                    <a:pt x="7010" y="0"/>
                    <a:pt x="14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00AAHQVAAB+TQAAdhUAAAAAAAAmAAAACAAAAP//////////"/>
                </a:ext>
              </a:extLst>
            </p:cNvSpPr>
            <p:nvPr/>
          </p:nvSpPr>
          <p:spPr>
            <a:xfrm>
              <a:off x="12585065" y="3487420"/>
              <a:ext cx="12065" cy="1270"/>
            </a:xfrm>
            <a:custGeom>
              <a:avLst/>
              <a:gdLst/>
              <a:ahLst/>
              <a:cxnLst/>
              <a:rect l="0" t="0" r="12065" b="1270"/>
              <a:pathLst>
                <a:path w="12065" h="1270">
                  <a:moveTo>
                    <a:pt x="0" y="1270"/>
                  </a:moveTo>
                  <a:lnTo>
                    <a:pt x="10858" y="1270"/>
                  </a:lnTo>
                  <a:cubicBezTo>
                    <a:pt x="12065" y="1270"/>
                    <a:pt x="1085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E0AAHYVAABZTQAAeBUAAAAAAAAmAAAACAAAAP//////////"/>
                </a:ext>
              </a:extLst>
            </p:cNvSpPr>
            <p:nvPr/>
          </p:nvSpPr>
          <p:spPr>
            <a:xfrm>
              <a:off x="12555220" y="3488690"/>
              <a:ext cx="18415" cy="1270"/>
            </a:xfrm>
            <a:custGeom>
              <a:avLst/>
              <a:gdLst/>
              <a:ahLst/>
              <a:cxnLst/>
              <a:rect l="0" t="0" r="18415" b="1270"/>
              <a:pathLst>
                <a:path w="18415" h="1270">
                  <a:moveTo>
                    <a:pt x="0" y="0"/>
                  </a:moveTo>
                  <a:cubicBezTo>
                    <a:pt x="6534" y="0"/>
                    <a:pt x="12474" y="0"/>
                    <a:pt x="18415" y="1270"/>
                  </a:cubicBezTo>
                  <a:cubicBezTo>
                    <a:pt x="16632" y="0"/>
                    <a:pt x="15444" y="0"/>
                    <a:pt x="160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DMAAJkVAAAENAAAnBUAAAAAAAAmAAAACAAAAP//////////"/>
                </a:ext>
              </a:extLst>
            </p:cNvSpPr>
            <p:nvPr/>
          </p:nvSpPr>
          <p:spPr>
            <a:xfrm>
              <a:off x="8442960" y="3510915"/>
              <a:ext cx="12700" cy="1905"/>
            </a:xfrm>
            <a:custGeom>
              <a:avLst/>
              <a:gdLst/>
              <a:ahLst/>
              <a:cxnLst/>
              <a:rect l="0" t="0" r="12700" b="1905"/>
              <a:pathLst>
                <a:path w="12700" h="1905">
                  <a:moveTo>
                    <a:pt x="12700" y="0"/>
                  </a:moveTo>
                  <a:lnTo>
                    <a:pt x="10491" y="0"/>
                  </a:lnTo>
                  <a:cubicBezTo>
                    <a:pt x="0" y="1905"/>
                    <a:pt x="4417" y="952"/>
                    <a:pt x="127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QAALAVAAC2RAAAshUAAAAAAAAmAAAACAAAAP//////////"/>
                </a:ext>
              </a:extLst>
            </p:cNvSpPr>
            <p:nvPr/>
          </p:nvSpPr>
          <p:spPr>
            <a:xfrm>
              <a:off x="11167745" y="3525520"/>
              <a:ext cx="1905" cy="1270"/>
            </a:xfrm>
            <a:custGeom>
              <a:avLst/>
              <a:gdLst/>
              <a:ahLst/>
              <a:cxnLst/>
              <a:rect l="0" t="0" r="1905" b="1270"/>
              <a:pathLst>
                <a:path w="1905" h="1270">
                  <a:moveTo>
                    <a:pt x="635" y="1270"/>
                  </a:moveTo>
                  <a:lnTo>
                    <a:pt x="1905" y="0"/>
                  </a:lnTo>
                  <a:lnTo>
                    <a:pt x="0" y="0"/>
                  </a:lnTo>
                  <a:lnTo>
                    <a:pt x="63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kQAAJ4VAACzRAAAtRUAAAAAAAAmAAAACAAAAP//////////"/>
                </a:ext>
              </a:extLst>
            </p:cNvSpPr>
            <p:nvPr/>
          </p:nvSpPr>
          <p:spPr>
            <a:xfrm>
              <a:off x="11126470" y="3514090"/>
              <a:ext cx="41275" cy="14605"/>
            </a:xfrm>
            <a:custGeom>
              <a:avLst/>
              <a:gdLst/>
              <a:ahLst/>
              <a:cxnLst/>
              <a:rect l="0" t="0" r="41275" b="14605"/>
              <a:pathLst>
                <a:path w="41275" h="14605">
                  <a:moveTo>
                    <a:pt x="0" y="14605"/>
                  </a:moveTo>
                  <a:cubicBezTo>
                    <a:pt x="17945" y="9450"/>
                    <a:pt x="28114" y="10309"/>
                    <a:pt x="41275" y="11168"/>
                  </a:cubicBezTo>
                  <a:lnTo>
                    <a:pt x="27516" y="0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oAAF0VAACDTgAAwRUAAAAAAAAmAAAACAAAAP//////////"/>
                </a:ext>
              </a:extLst>
            </p:cNvSpPr>
            <p:nvPr/>
          </p:nvSpPr>
          <p:spPr>
            <a:xfrm>
              <a:off x="6888480" y="3472815"/>
              <a:ext cx="5874385" cy="63500"/>
            </a:xfrm>
            <a:custGeom>
              <a:avLst/>
              <a:gdLst/>
              <a:ahLst/>
              <a:cxnLst/>
              <a:rect l="0" t="0" r="5874385" b="63500"/>
              <a:pathLst>
                <a:path w="5874385" h="63500">
                  <a:moveTo>
                    <a:pt x="1446047" y="10160"/>
                  </a:moveTo>
                  <a:lnTo>
                    <a:pt x="1453661" y="11007"/>
                  </a:lnTo>
                  <a:cubicBezTo>
                    <a:pt x="1436676" y="12700"/>
                    <a:pt x="1441362" y="11007"/>
                    <a:pt x="1446047" y="10160"/>
                  </a:cubicBezTo>
                  <a:close/>
                  <a:moveTo>
                    <a:pt x="5596186" y="21167"/>
                  </a:moveTo>
                  <a:cubicBezTo>
                    <a:pt x="5600286" y="20320"/>
                    <a:pt x="5599700" y="19473"/>
                    <a:pt x="5598529" y="19473"/>
                  </a:cubicBezTo>
                  <a:cubicBezTo>
                    <a:pt x="5595600" y="20320"/>
                    <a:pt x="5586815" y="20320"/>
                    <a:pt x="5576858" y="20320"/>
                  </a:cubicBezTo>
                  <a:cubicBezTo>
                    <a:pt x="5579787" y="21167"/>
                    <a:pt x="5585058" y="22013"/>
                    <a:pt x="5596186" y="21167"/>
                  </a:cubicBezTo>
                  <a:close/>
                  <a:moveTo>
                    <a:pt x="5557531" y="19473"/>
                  </a:moveTo>
                  <a:lnTo>
                    <a:pt x="5556945" y="19473"/>
                  </a:lnTo>
                  <a:cubicBezTo>
                    <a:pt x="5538203" y="17780"/>
                    <a:pt x="5544646" y="18627"/>
                    <a:pt x="5557531" y="19473"/>
                  </a:cubicBezTo>
                  <a:close/>
                  <a:moveTo>
                    <a:pt x="3734304" y="42333"/>
                  </a:moveTo>
                  <a:cubicBezTo>
                    <a:pt x="3727862" y="44027"/>
                    <a:pt x="3718491" y="43180"/>
                    <a:pt x="3707363" y="41487"/>
                  </a:cubicBezTo>
                  <a:cubicBezTo>
                    <a:pt x="3715563" y="41487"/>
                    <a:pt x="3724348" y="41487"/>
                    <a:pt x="3734304" y="42333"/>
                  </a:cubicBezTo>
                  <a:close/>
                  <a:moveTo>
                    <a:pt x="3079513" y="50800"/>
                  </a:moveTo>
                  <a:cubicBezTo>
                    <a:pt x="3071313" y="51647"/>
                    <a:pt x="3054914" y="54187"/>
                    <a:pt x="3048471" y="51647"/>
                  </a:cubicBezTo>
                  <a:cubicBezTo>
                    <a:pt x="3058428" y="46567"/>
                    <a:pt x="3065456" y="49107"/>
                    <a:pt x="3079513" y="50800"/>
                  </a:cubicBezTo>
                  <a:close/>
                  <a:moveTo>
                    <a:pt x="2649037" y="51647"/>
                  </a:moveTo>
                  <a:lnTo>
                    <a:pt x="2677735" y="55033"/>
                  </a:lnTo>
                  <a:cubicBezTo>
                    <a:pt x="2643180" y="60113"/>
                    <a:pt x="2617996" y="58420"/>
                    <a:pt x="2644937" y="63500"/>
                  </a:cubicBezTo>
                  <a:cubicBezTo>
                    <a:pt x="2649037" y="51647"/>
                    <a:pt x="2756802" y="62653"/>
                    <a:pt x="2760902" y="50800"/>
                  </a:cubicBezTo>
                  <a:lnTo>
                    <a:pt x="2780229" y="53340"/>
                  </a:lnTo>
                  <a:cubicBezTo>
                    <a:pt x="2774373" y="53340"/>
                    <a:pt x="2773787" y="54187"/>
                    <a:pt x="2768516" y="54187"/>
                  </a:cubicBezTo>
                  <a:cubicBezTo>
                    <a:pt x="2805414" y="59267"/>
                    <a:pt x="2796043" y="45720"/>
                    <a:pt x="2843483" y="47413"/>
                  </a:cubicBezTo>
                  <a:cubicBezTo>
                    <a:pt x="2859882" y="48260"/>
                    <a:pt x="2871596" y="49953"/>
                    <a:pt x="2860468" y="51647"/>
                  </a:cubicBezTo>
                  <a:lnTo>
                    <a:pt x="2897366" y="48260"/>
                  </a:lnTo>
                  <a:cubicBezTo>
                    <a:pt x="2907908" y="49107"/>
                    <a:pt x="2905565" y="50800"/>
                    <a:pt x="2894437" y="50800"/>
                  </a:cubicBezTo>
                  <a:lnTo>
                    <a:pt x="2951248" y="49953"/>
                  </a:lnTo>
                  <a:lnTo>
                    <a:pt x="2950663" y="49953"/>
                  </a:lnTo>
                  <a:cubicBezTo>
                    <a:pt x="2958862" y="48260"/>
                    <a:pt x="2977018" y="45720"/>
                    <a:pt x="2985804" y="44027"/>
                  </a:cubicBezTo>
                  <a:cubicBezTo>
                    <a:pt x="2999860" y="45720"/>
                    <a:pt x="2978775" y="45720"/>
                    <a:pt x="2982289" y="47413"/>
                  </a:cubicBezTo>
                  <a:lnTo>
                    <a:pt x="3013331" y="44027"/>
                  </a:lnTo>
                  <a:cubicBezTo>
                    <a:pt x="3026216" y="47413"/>
                    <a:pt x="3000446" y="49953"/>
                    <a:pt x="2978775" y="49953"/>
                  </a:cubicBezTo>
                  <a:cubicBezTo>
                    <a:pt x="3008059" y="61807"/>
                    <a:pt x="3004545" y="46567"/>
                    <a:pt x="3067799" y="54187"/>
                  </a:cubicBezTo>
                  <a:lnTo>
                    <a:pt x="3037929" y="55033"/>
                  </a:lnTo>
                  <a:cubicBezTo>
                    <a:pt x="3057257" y="61807"/>
                    <a:pt x="3080098" y="59267"/>
                    <a:pt x="3113482" y="63500"/>
                  </a:cubicBezTo>
                  <a:cubicBezTo>
                    <a:pt x="3105283" y="61807"/>
                    <a:pt x="3046714" y="53340"/>
                    <a:pt x="3080684" y="50800"/>
                  </a:cubicBezTo>
                  <a:cubicBezTo>
                    <a:pt x="3090055" y="51647"/>
                    <a:pt x="3102940" y="51647"/>
                    <a:pt x="3121096" y="49953"/>
                  </a:cubicBezTo>
                  <a:cubicBezTo>
                    <a:pt x="3121096" y="53340"/>
                    <a:pt x="3138666" y="52493"/>
                    <a:pt x="3161508" y="52493"/>
                  </a:cubicBezTo>
                  <a:lnTo>
                    <a:pt x="3159751" y="58420"/>
                  </a:lnTo>
                  <a:cubicBezTo>
                    <a:pt x="3183764" y="56727"/>
                    <a:pt x="3182007" y="54187"/>
                    <a:pt x="3196063" y="51647"/>
                  </a:cubicBezTo>
                  <a:cubicBezTo>
                    <a:pt x="3223005" y="51647"/>
                    <a:pt x="3228861" y="55880"/>
                    <a:pt x="3234718" y="60113"/>
                  </a:cubicBezTo>
                  <a:cubicBezTo>
                    <a:pt x="3278059" y="60960"/>
                    <a:pt x="3205434" y="53340"/>
                    <a:pt x="3256388" y="52493"/>
                  </a:cubicBezTo>
                  <a:cubicBezTo>
                    <a:pt x="3292115" y="54187"/>
                    <a:pt x="3317299" y="52493"/>
                    <a:pt x="3360054" y="49107"/>
                  </a:cubicBezTo>
                  <a:cubicBezTo>
                    <a:pt x="3385238" y="50800"/>
                    <a:pt x="3355954" y="52493"/>
                    <a:pt x="3364739" y="54187"/>
                  </a:cubicBezTo>
                  <a:lnTo>
                    <a:pt x="3386995" y="49953"/>
                  </a:lnTo>
                  <a:cubicBezTo>
                    <a:pt x="3392266" y="49953"/>
                    <a:pt x="3390509" y="50800"/>
                    <a:pt x="3389924" y="51647"/>
                  </a:cubicBezTo>
                  <a:cubicBezTo>
                    <a:pt x="3408666" y="49953"/>
                    <a:pt x="3391095" y="46567"/>
                    <a:pt x="3420965" y="44873"/>
                  </a:cubicBezTo>
                  <a:cubicBezTo>
                    <a:pt x="3428579" y="38947"/>
                    <a:pt x="3481290" y="54187"/>
                    <a:pt x="3517602" y="47413"/>
                  </a:cubicBezTo>
                  <a:cubicBezTo>
                    <a:pt x="3526388" y="49107"/>
                    <a:pt x="3513503" y="50800"/>
                    <a:pt x="3515845" y="52493"/>
                  </a:cubicBezTo>
                  <a:cubicBezTo>
                    <a:pt x="3566214" y="48260"/>
                    <a:pt x="3559186" y="49953"/>
                    <a:pt x="3600183" y="44027"/>
                  </a:cubicBezTo>
                  <a:lnTo>
                    <a:pt x="3634739" y="47413"/>
                  </a:lnTo>
                  <a:cubicBezTo>
                    <a:pt x="3609554" y="43180"/>
                    <a:pt x="3642352" y="38100"/>
                    <a:pt x="3671051" y="34713"/>
                  </a:cubicBezTo>
                  <a:cubicBezTo>
                    <a:pt x="3661680" y="32173"/>
                    <a:pt x="3654066" y="30480"/>
                    <a:pt x="3648795" y="29633"/>
                  </a:cubicBezTo>
                  <a:lnTo>
                    <a:pt x="3694478" y="27093"/>
                  </a:lnTo>
                  <a:cubicBezTo>
                    <a:pt x="3700335" y="27940"/>
                    <a:pt x="3695649" y="29633"/>
                    <a:pt x="3688036" y="32173"/>
                  </a:cubicBezTo>
                  <a:lnTo>
                    <a:pt x="3696235" y="30480"/>
                  </a:lnTo>
                  <a:cubicBezTo>
                    <a:pt x="3712634" y="33020"/>
                    <a:pt x="3704435" y="36407"/>
                    <a:pt x="3692721" y="38947"/>
                  </a:cubicBezTo>
                  <a:lnTo>
                    <a:pt x="3676322" y="35560"/>
                  </a:lnTo>
                  <a:cubicBezTo>
                    <a:pt x="3664608" y="38947"/>
                    <a:pt x="3654066" y="42333"/>
                    <a:pt x="3656409" y="45720"/>
                  </a:cubicBezTo>
                  <a:cubicBezTo>
                    <a:pt x="3659337" y="44873"/>
                    <a:pt x="3665194" y="44873"/>
                    <a:pt x="3671637" y="44027"/>
                  </a:cubicBezTo>
                  <a:cubicBezTo>
                    <a:pt x="3668708" y="44873"/>
                    <a:pt x="3666951" y="45720"/>
                    <a:pt x="3668122" y="46567"/>
                  </a:cubicBezTo>
                  <a:cubicBezTo>
                    <a:pt x="3669880" y="47413"/>
                    <a:pt x="3674565" y="45720"/>
                    <a:pt x="3682179" y="44873"/>
                  </a:cubicBezTo>
                  <a:lnTo>
                    <a:pt x="3692135" y="50800"/>
                  </a:lnTo>
                  <a:lnTo>
                    <a:pt x="3695064" y="48260"/>
                  </a:lnTo>
                  <a:lnTo>
                    <a:pt x="3754803" y="52493"/>
                  </a:lnTo>
                  <a:cubicBezTo>
                    <a:pt x="3798144" y="46567"/>
                    <a:pt x="3835042" y="37253"/>
                    <a:pt x="3903566" y="34713"/>
                  </a:cubicBezTo>
                  <a:cubicBezTo>
                    <a:pt x="3886582" y="39793"/>
                    <a:pt x="3900052" y="42333"/>
                    <a:pt x="3898881" y="47413"/>
                  </a:cubicBezTo>
                  <a:cubicBezTo>
                    <a:pt x="3880139" y="42333"/>
                    <a:pt x="3846170" y="49953"/>
                    <a:pt x="3811029" y="49107"/>
                  </a:cubicBezTo>
                  <a:cubicBezTo>
                    <a:pt x="3829185" y="49107"/>
                    <a:pt x="3825085" y="51647"/>
                    <a:pt x="3820400" y="52493"/>
                  </a:cubicBezTo>
                  <a:lnTo>
                    <a:pt x="3883653" y="48260"/>
                  </a:lnTo>
                  <a:cubicBezTo>
                    <a:pt x="3881896" y="52493"/>
                    <a:pt x="3897124" y="50800"/>
                    <a:pt x="3913523" y="53340"/>
                  </a:cubicBezTo>
                  <a:cubicBezTo>
                    <a:pt x="3900638" y="44027"/>
                    <a:pt x="3960378" y="47413"/>
                    <a:pt x="3986147" y="44873"/>
                  </a:cubicBezTo>
                  <a:cubicBezTo>
                    <a:pt x="3987319" y="47413"/>
                    <a:pt x="3981462" y="50800"/>
                    <a:pt x="3949835" y="49953"/>
                  </a:cubicBezTo>
                  <a:cubicBezTo>
                    <a:pt x="3984390" y="56727"/>
                    <a:pt x="3994933" y="39793"/>
                    <a:pt x="4028902" y="45720"/>
                  </a:cubicBezTo>
                  <a:cubicBezTo>
                    <a:pt x="4020703" y="45720"/>
                    <a:pt x="4016603" y="44873"/>
                    <a:pt x="4013675" y="46567"/>
                  </a:cubicBezTo>
                  <a:cubicBezTo>
                    <a:pt x="4031831" y="44027"/>
                    <a:pt x="4075171" y="46567"/>
                    <a:pt x="4065214" y="49107"/>
                  </a:cubicBezTo>
                  <a:lnTo>
                    <a:pt x="4057601" y="49107"/>
                  </a:lnTo>
                  <a:cubicBezTo>
                    <a:pt x="4107969" y="49953"/>
                    <a:pt x="4211635" y="49107"/>
                    <a:pt x="4219249" y="42333"/>
                  </a:cubicBezTo>
                  <a:cubicBezTo>
                    <a:pt x="4219834" y="43180"/>
                    <a:pt x="4212806" y="50800"/>
                    <a:pt x="4209878" y="52493"/>
                  </a:cubicBezTo>
                  <a:lnTo>
                    <a:pt x="4300073" y="27940"/>
                  </a:lnTo>
                  <a:cubicBezTo>
                    <a:pt x="4292459" y="34713"/>
                    <a:pt x="4322914" y="49107"/>
                    <a:pt x="4280745" y="52493"/>
                  </a:cubicBezTo>
                  <a:cubicBezTo>
                    <a:pt x="4293045" y="53340"/>
                    <a:pt x="4307687" y="55033"/>
                    <a:pt x="4333457" y="52493"/>
                  </a:cubicBezTo>
                  <a:cubicBezTo>
                    <a:pt x="4325257" y="51647"/>
                    <a:pt x="4312958" y="43180"/>
                    <a:pt x="4324086" y="43180"/>
                  </a:cubicBezTo>
                  <a:cubicBezTo>
                    <a:pt x="4355127" y="49953"/>
                    <a:pt x="4345756" y="46567"/>
                    <a:pt x="4383825" y="52493"/>
                  </a:cubicBezTo>
                  <a:cubicBezTo>
                    <a:pt x="4370940" y="51647"/>
                    <a:pt x="4384997" y="41487"/>
                    <a:pt x="4404324" y="42333"/>
                  </a:cubicBezTo>
                  <a:cubicBezTo>
                    <a:pt x="4401396" y="43180"/>
                    <a:pt x="4406081" y="51647"/>
                    <a:pt x="4399053" y="52493"/>
                  </a:cubicBezTo>
                  <a:lnTo>
                    <a:pt x="4447664" y="43180"/>
                  </a:lnTo>
                  <a:cubicBezTo>
                    <a:pt x="4435365" y="44873"/>
                    <a:pt x="4445322" y="51647"/>
                    <a:pt x="4456450" y="54187"/>
                  </a:cubicBezTo>
                  <a:cubicBezTo>
                    <a:pt x="4451179" y="52493"/>
                    <a:pt x="4498033" y="54187"/>
                    <a:pt x="4510918" y="53340"/>
                  </a:cubicBezTo>
                  <a:lnTo>
                    <a:pt x="4490419" y="51647"/>
                  </a:lnTo>
                  <a:cubicBezTo>
                    <a:pt x="4545473" y="53340"/>
                    <a:pt x="4544888" y="38100"/>
                    <a:pt x="4599356" y="38947"/>
                  </a:cubicBezTo>
                  <a:cubicBezTo>
                    <a:pt x="4592913" y="40640"/>
                    <a:pt x="4582957" y="50800"/>
                    <a:pt x="4610484" y="52493"/>
                  </a:cubicBezTo>
                  <a:cubicBezTo>
                    <a:pt x="4623369" y="47413"/>
                    <a:pt x="4666709" y="28787"/>
                    <a:pt x="4714735" y="24553"/>
                  </a:cubicBezTo>
                  <a:lnTo>
                    <a:pt x="4724106" y="27940"/>
                  </a:lnTo>
                  <a:lnTo>
                    <a:pt x="4761004" y="24553"/>
                  </a:lnTo>
                  <a:cubicBezTo>
                    <a:pt x="4738162" y="32173"/>
                    <a:pt x="4673738" y="47413"/>
                    <a:pt x="4638011" y="53340"/>
                  </a:cubicBezTo>
                  <a:cubicBezTo>
                    <a:pt x="4658510" y="55880"/>
                    <a:pt x="4643868" y="56727"/>
                    <a:pt x="4674909" y="56727"/>
                  </a:cubicBezTo>
                  <a:cubicBezTo>
                    <a:pt x="4685451" y="59267"/>
                    <a:pt x="4657924" y="60960"/>
                    <a:pt x="4649139" y="60960"/>
                  </a:cubicBezTo>
                  <a:lnTo>
                    <a:pt x="4720592" y="62653"/>
                  </a:lnTo>
                  <a:cubicBezTo>
                    <a:pt x="4717078" y="56727"/>
                    <a:pt x="4775060" y="56727"/>
                    <a:pt x="4772718" y="52493"/>
                  </a:cubicBezTo>
                  <a:lnTo>
                    <a:pt x="4694822" y="57573"/>
                  </a:lnTo>
                  <a:cubicBezTo>
                    <a:pt x="4691894" y="52493"/>
                    <a:pt x="4739920" y="41487"/>
                    <a:pt x="4790288" y="43180"/>
                  </a:cubicBezTo>
                  <a:cubicBezTo>
                    <a:pt x="4803173" y="44873"/>
                    <a:pt x="4780917" y="53340"/>
                    <a:pt x="4782089" y="55033"/>
                  </a:cubicBezTo>
                  <a:cubicBezTo>
                    <a:pt x="4788531" y="53340"/>
                    <a:pt x="4830114" y="51647"/>
                    <a:pt x="4834800" y="52493"/>
                  </a:cubicBezTo>
                  <a:lnTo>
                    <a:pt x="4813130" y="55880"/>
                  </a:lnTo>
                  <a:cubicBezTo>
                    <a:pt x="4841242" y="58420"/>
                    <a:pt x="4859399" y="48260"/>
                    <a:pt x="4893368" y="54187"/>
                  </a:cubicBezTo>
                  <a:cubicBezTo>
                    <a:pt x="4905082" y="54187"/>
                    <a:pt x="4927923" y="61807"/>
                    <a:pt x="4930266" y="58420"/>
                  </a:cubicBezTo>
                  <a:cubicBezTo>
                    <a:pt x="4910939" y="51647"/>
                    <a:pt x="4907424" y="31327"/>
                    <a:pt x="4920309" y="26247"/>
                  </a:cubicBezTo>
                  <a:cubicBezTo>
                    <a:pt x="4924409" y="26247"/>
                    <a:pt x="4981220" y="32173"/>
                    <a:pt x="4994691" y="35560"/>
                  </a:cubicBezTo>
                  <a:cubicBezTo>
                    <a:pt x="5014018" y="40640"/>
                    <a:pt x="4965993" y="48260"/>
                    <a:pt x="4982392" y="52493"/>
                  </a:cubicBezTo>
                  <a:cubicBezTo>
                    <a:pt x="4982977" y="50800"/>
                    <a:pt x="4993520" y="49107"/>
                    <a:pt x="4998205" y="48260"/>
                  </a:cubicBezTo>
                  <a:cubicBezTo>
                    <a:pt x="5010504" y="49953"/>
                    <a:pt x="4992934" y="53340"/>
                    <a:pt x="5019875" y="52493"/>
                  </a:cubicBezTo>
                  <a:cubicBezTo>
                    <a:pt x="5023975" y="46567"/>
                    <a:pt x="5074344" y="53340"/>
                    <a:pt x="5032175" y="47413"/>
                  </a:cubicBezTo>
                  <a:cubicBezTo>
                    <a:pt x="5058530" y="46567"/>
                    <a:pt x="5060287" y="49107"/>
                    <a:pt x="5090743" y="49107"/>
                  </a:cubicBezTo>
                  <a:cubicBezTo>
                    <a:pt x="5080786" y="44873"/>
                    <a:pt x="5118270" y="36407"/>
                    <a:pt x="5144625" y="34713"/>
                  </a:cubicBezTo>
                  <a:cubicBezTo>
                    <a:pt x="5142868" y="35560"/>
                    <a:pt x="5148725" y="38100"/>
                    <a:pt x="5151654" y="38947"/>
                  </a:cubicBezTo>
                  <a:cubicBezTo>
                    <a:pt x="5205536" y="39793"/>
                    <a:pt x="5234235" y="42333"/>
                    <a:pt x="5284018" y="42333"/>
                  </a:cubicBezTo>
                  <a:cubicBezTo>
                    <a:pt x="5288703" y="44027"/>
                    <a:pt x="5312716" y="45720"/>
                    <a:pt x="5302759" y="48260"/>
                  </a:cubicBezTo>
                  <a:cubicBezTo>
                    <a:pt x="5309788" y="47413"/>
                    <a:pt x="5316230" y="44873"/>
                    <a:pt x="5331458" y="44873"/>
                  </a:cubicBezTo>
                  <a:cubicBezTo>
                    <a:pt x="5361328" y="49953"/>
                    <a:pt x="5297488" y="45720"/>
                    <a:pt x="5320330" y="51647"/>
                  </a:cubicBezTo>
                  <a:cubicBezTo>
                    <a:pt x="5322087" y="48260"/>
                    <a:pt x="5360156" y="47413"/>
                    <a:pt x="5381826" y="44873"/>
                  </a:cubicBezTo>
                  <a:cubicBezTo>
                    <a:pt x="5375384" y="39793"/>
                    <a:pt x="5331458" y="44027"/>
                    <a:pt x="5309202" y="45720"/>
                  </a:cubicBezTo>
                  <a:cubicBezTo>
                    <a:pt x="5309202" y="38947"/>
                    <a:pt x="5347271" y="31327"/>
                    <a:pt x="5399397" y="27940"/>
                  </a:cubicBezTo>
                  <a:cubicBezTo>
                    <a:pt x="5440980" y="26247"/>
                    <a:pt x="5417553" y="33020"/>
                    <a:pt x="5424581" y="32173"/>
                  </a:cubicBezTo>
                  <a:cubicBezTo>
                    <a:pt x="5502477" y="33020"/>
                    <a:pt x="5491349" y="19473"/>
                    <a:pt x="5555774" y="24553"/>
                  </a:cubicBezTo>
                  <a:cubicBezTo>
                    <a:pt x="5581544" y="29633"/>
                    <a:pt x="5556945" y="33867"/>
                    <a:pt x="5562802" y="37253"/>
                  </a:cubicBezTo>
                  <a:cubicBezTo>
                    <a:pt x="5528832" y="38947"/>
                    <a:pt x="5510676" y="33867"/>
                    <a:pt x="5487835" y="33867"/>
                  </a:cubicBezTo>
                  <a:lnTo>
                    <a:pt x="5515947" y="36407"/>
                  </a:lnTo>
                  <a:cubicBezTo>
                    <a:pt x="5505405" y="38100"/>
                    <a:pt x="5482564" y="38947"/>
                    <a:pt x="5470264" y="38100"/>
                  </a:cubicBezTo>
                  <a:cubicBezTo>
                    <a:pt x="5491935" y="42333"/>
                    <a:pt x="5602043" y="38947"/>
                    <a:pt x="5662368" y="43180"/>
                  </a:cubicBezTo>
                  <a:cubicBezTo>
                    <a:pt x="5672910" y="41487"/>
                    <a:pt x="5691652" y="39793"/>
                    <a:pt x="5682867" y="38100"/>
                  </a:cubicBezTo>
                  <a:lnTo>
                    <a:pt x="5663539" y="38100"/>
                  </a:lnTo>
                  <a:cubicBezTo>
                    <a:pt x="5645969" y="34713"/>
                    <a:pt x="5699851" y="33020"/>
                    <a:pt x="5675253" y="31327"/>
                  </a:cubicBezTo>
                  <a:cubicBezTo>
                    <a:pt x="5701023" y="28787"/>
                    <a:pt x="5729721" y="24553"/>
                    <a:pt x="5765448" y="27093"/>
                  </a:cubicBezTo>
                  <a:lnTo>
                    <a:pt x="5772476" y="32173"/>
                  </a:lnTo>
                  <a:cubicBezTo>
                    <a:pt x="5771305" y="30480"/>
                    <a:pt x="5749049" y="29633"/>
                    <a:pt x="5738506" y="30480"/>
                  </a:cubicBezTo>
                  <a:cubicBezTo>
                    <a:pt x="5753734" y="28787"/>
                    <a:pt x="5793560" y="38100"/>
                    <a:pt x="5809960" y="31327"/>
                  </a:cubicBezTo>
                  <a:lnTo>
                    <a:pt x="5784775" y="27093"/>
                  </a:lnTo>
                  <a:cubicBezTo>
                    <a:pt x="5810545" y="24553"/>
                    <a:pt x="5842172" y="19473"/>
                    <a:pt x="5874385" y="21167"/>
                  </a:cubicBezTo>
                  <a:cubicBezTo>
                    <a:pt x="5859742" y="16087"/>
                    <a:pt x="5866771" y="22013"/>
                    <a:pt x="5844515" y="15240"/>
                  </a:cubicBezTo>
                  <a:cubicBezTo>
                    <a:pt x="5863842" y="22860"/>
                    <a:pt x="5762519" y="15240"/>
                    <a:pt x="5794146" y="22860"/>
                  </a:cubicBezTo>
                  <a:cubicBezTo>
                    <a:pt x="5771305" y="16087"/>
                    <a:pt x="5754320" y="20320"/>
                    <a:pt x="5723864" y="13547"/>
                  </a:cubicBezTo>
                  <a:cubicBezTo>
                    <a:pt x="5724450" y="15240"/>
                    <a:pt x="5734407" y="16933"/>
                    <a:pt x="5708051" y="16087"/>
                  </a:cubicBezTo>
                  <a:cubicBezTo>
                    <a:pt x="5706294" y="16933"/>
                    <a:pt x="5703951" y="17780"/>
                    <a:pt x="5701608" y="17780"/>
                  </a:cubicBezTo>
                  <a:lnTo>
                    <a:pt x="5699851" y="17780"/>
                  </a:lnTo>
                  <a:lnTo>
                    <a:pt x="5701608" y="17780"/>
                  </a:lnTo>
                  <a:cubicBezTo>
                    <a:pt x="5700437" y="17780"/>
                    <a:pt x="5700437" y="18627"/>
                    <a:pt x="5702194" y="17780"/>
                  </a:cubicBezTo>
                  <a:cubicBezTo>
                    <a:pt x="5708637" y="18627"/>
                    <a:pt x="5713908" y="19473"/>
                    <a:pt x="5715665" y="20320"/>
                  </a:cubicBezTo>
                  <a:cubicBezTo>
                    <a:pt x="5702194" y="24553"/>
                    <a:pt x="5660025" y="24553"/>
                    <a:pt x="5645383" y="26247"/>
                  </a:cubicBezTo>
                  <a:cubicBezTo>
                    <a:pt x="5629570" y="25400"/>
                    <a:pt x="5652411" y="24553"/>
                    <a:pt x="5643626" y="22860"/>
                  </a:cubicBezTo>
                  <a:lnTo>
                    <a:pt x="5621956" y="25400"/>
                  </a:lnTo>
                  <a:cubicBezTo>
                    <a:pt x="5620199" y="22013"/>
                    <a:pt x="5579787" y="19473"/>
                    <a:pt x="5617270" y="16933"/>
                  </a:cubicBezTo>
                  <a:lnTo>
                    <a:pt x="5583886" y="16933"/>
                  </a:lnTo>
                  <a:cubicBezTo>
                    <a:pt x="5563973" y="14393"/>
                    <a:pt x="5536446" y="13547"/>
                    <a:pt x="5520047" y="15240"/>
                  </a:cubicBezTo>
                  <a:cubicBezTo>
                    <a:pt x="5504234" y="14393"/>
                    <a:pt x="5479635" y="19473"/>
                    <a:pt x="5493692" y="16087"/>
                  </a:cubicBezTo>
                  <a:lnTo>
                    <a:pt x="5440980" y="18627"/>
                  </a:lnTo>
                  <a:lnTo>
                    <a:pt x="5440395" y="17780"/>
                  </a:lnTo>
                  <a:cubicBezTo>
                    <a:pt x="5388269" y="16933"/>
                    <a:pt x="5333215" y="23707"/>
                    <a:pt x="5273475" y="16933"/>
                  </a:cubicBezTo>
                  <a:cubicBezTo>
                    <a:pt x="5255905" y="17780"/>
                    <a:pt x="5238334" y="18627"/>
                    <a:pt x="5208465" y="17780"/>
                  </a:cubicBezTo>
                  <a:lnTo>
                    <a:pt x="5203194" y="14393"/>
                  </a:lnTo>
                  <a:cubicBezTo>
                    <a:pt x="5180352" y="15240"/>
                    <a:pt x="5135255" y="11007"/>
                    <a:pt x="5125884" y="14393"/>
                  </a:cubicBezTo>
                  <a:cubicBezTo>
                    <a:pt x="5101285" y="5927"/>
                    <a:pt x="5016361" y="11853"/>
                    <a:pt x="4977121" y="10160"/>
                  </a:cubicBezTo>
                  <a:lnTo>
                    <a:pt x="4975363" y="14393"/>
                  </a:lnTo>
                  <a:cubicBezTo>
                    <a:pt x="4948422" y="14393"/>
                    <a:pt x="4922066" y="15240"/>
                    <a:pt x="4888097" y="16933"/>
                  </a:cubicBezTo>
                  <a:lnTo>
                    <a:pt x="4890440" y="21167"/>
                  </a:lnTo>
                  <a:cubicBezTo>
                    <a:pt x="4861156" y="23707"/>
                    <a:pt x="4815472" y="17780"/>
                    <a:pt x="4769204" y="18627"/>
                  </a:cubicBezTo>
                  <a:cubicBezTo>
                    <a:pt x="4772718" y="16933"/>
                    <a:pt x="4784431" y="16933"/>
                    <a:pt x="4792631" y="17780"/>
                  </a:cubicBezTo>
                  <a:cubicBezTo>
                    <a:pt x="4737577" y="9313"/>
                    <a:pt x="4676080" y="23707"/>
                    <a:pt x="4626297" y="17780"/>
                  </a:cubicBezTo>
                  <a:cubicBezTo>
                    <a:pt x="4613998" y="18627"/>
                    <a:pt x="4604627" y="18627"/>
                    <a:pt x="4596428" y="17780"/>
                  </a:cubicBezTo>
                  <a:cubicBezTo>
                    <a:pt x="4597599" y="17780"/>
                    <a:pt x="4598185" y="17780"/>
                    <a:pt x="4599356" y="16933"/>
                  </a:cubicBezTo>
                  <a:lnTo>
                    <a:pt x="4594085" y="16933"/>
                  </a:lnTo>
                  <a:lnTo>
                    <a:pt x="4577100" y="15240"/>
                  </a:lnTo>
                  <a:cubicBezTo>
                    <a:pt x="4581786" y="16087"/>
                    <a:pt x="4587057" y="16933"/>
                    <a:pt x="4591156" y="16933"/>
                  </a:cubicBezTo>
                  <a:cubicBezTo>
                    <a:pt x="4581786" y="16933"/>
                    <a:pt x="4567143" y="17780"/>
                    <a:pt x="4553087" y="18627"/>
                  </a:cubicBezTo>
                  <a:lnTo>
                    <a:pt x="4546645" y="14393"/>
                  </a:lnTo>
                  <a:lnTo>
                    <a:pt x="4543716" y="14393"/>
                  </a:lnTo>
                  <a:cubicBezTo>
                    <a:pt x="4529660" y="12700"/>
                    <a:pt x="4532588" y="16087"/>
                    <a:pt x="4539616" y="19473"/>
                  </a:cubicBezTo>
                  <a:cubicBezTo>
                    <a:pt x="4532588" y="20320"/>
                    <a:pt x="4526146" y="21167"/>
                    <a:pt x="4520875" y="22013"/>
                  </a:cubicBezTo>
                  <a:cubicBezTo>
                    <a:pt x="4509747" y="15240"/>
                    <a:pt x="4483391" y="24553"/>
                    <a:pt x="4468163" y="16933"/>
                  </a:cubicBezTo>
                  <a:cubicBezTo>
                    <a:pt x="4458207" y="20320"/>
                    <a:pt x="4396125" y="19473"/>
                    <a:pt x="4388511" y="27093"/>
                  </a:cubicBezTo>
                  <a:cubicBezTo>
                    <a:pt x="4387925" y="25400"/>
                    <a:pt x="4383825" y="25400"/>
                    <a:pt x="4391439" y="25400"/>
                  </a:cubicBezTo>
                  <a:cubicBezTo>
                    <a:pt x="4375626" y="24553"/>
                    <a:pt x="4359812" y="23707"/>
                    <a:pt x="4345756" y="25400"/>
                  </a:cubicBezTo>
                  <a:lnTo>
                    <a:pt x="4338728" y="20320"/>
                  </a:lnTo>
                  <a:lnTo>
                    <a:pt x="4304173" y="27093"/>
                  </a:lnTo>
                  <a:cubicBezTo>
                    <a:pt x="4283088" y="23707"/>
                    <a:pt x="4274303" y="22013"/>
                    <a:pt x="4295387" y="17780"/>
                  </a:cubicBezTo>
                  <a:cubicBezTo>
                    <a:pt x="4244433" y="23707"/>
                    <a:pt x="4253804" y="20320"/>
                    <a:pt x="4211049" y="26247"/>
                  </a:cubicBezTo>
                  <a:lnTo>
                    <a:pt x="4213392" y="22860"/>
                  </a:lnTo>
                  <a:cubicBezTo>
                    <a:pt x="4197578" y="22860"/>
                    <a:pt x="4172980" y="27093"/>
                    <a:pt x="4163609" y="24553"/>
                  </a:cubicBezTo>
                  <a:cubicBezTo>
                    <a:pt x="4129639" y="17780"/>
                    <a:pt x="3993761" y="22860"/>
                    <a:pt x="3905323" y="16933"/>
                  </a:cubicBezTo>
                  <a:cubicBezTo>
                    <a:pt x="3922308" y="27093"/>
                    <a:pt x="3864326" y="11853"/>
                    <a:pt x="3860812" y="20320"/>
                  </a:cubicBezTo>
                  <a:cubicBezTo>
                    <a:pt x="3855541" y="17780"/>
                    <a:pt x="3843241" y="16087"/>
                    <a:pt x="3857298" y="14393"/>
                  </a:cubicBezTo>
                  <a:cubicBezTo>
                    <a:pt x="3812200" y="16087"/>
                    <a:pt x="3789944" y="10160"/>
                    <a:pt x="3758903" y="16933"/>
                  </a:cubicBezTo>
                  <a:cubicBezTo>
                    <a:pt x="3753632" y="14393"/>
                    <a:pt x="3768274" y="13547"/>
                    <a:pt x="3763589" y="11853"/>
                  </a:cubicBezTo>
                  <a:cubicBezTo>
                    <a:pt x="3760074" y="11853"/>
                    <a:pt x="3749532" y="13547"/>
                    <a:pt x="3744847" y="12700"/>
                  </a:cubicBezTo>
                  <a:cubicBezTo>
                    <a:pt x="3740161" y="11007"/>
                    <a:pt x="3751289" y="10160"/>
                    <a:pt x="3758317" y="9313"/>
                  </a:cubicBezTo>
                  <a:cubicBezTo>
                    <a:pt x="3712634" y="9313"/>
                    <a:pt x="3707949" y="16933"/>
                    <a:pt x="3704435" y="23707"/>
                  </a:cubicBezTo>
                  <a:cubicBezTo>
                    <a:pt x="3681007" y="20320"/>
                    <a:pt x="3669294" y="21167"/>
                    <a:pt x="3652309" y="25400"/>
                  </a:cubicBezTo>
                  <a:cubicBezTo>
                    <a:pt x="3644695" y="22860"/>
                    <a:pt x="3630639" y="20320"/>
                    <a:pt x="3659337" y="20320"/>
                  </a:cubicBezTo>
                  <a:cubicBezTo>
                    <a:pt x="3643524" y="19473"/>
                    <a:pt x="3560943" y="16087"/>
                    <a:pt x="3559771" y="22013"/>
                  </a:cubicBezTo>
                  <a:cubicBezTo>
                    <a:pt x="3554500" y="20320"/>
                    <a:pt x="3536930" y="21167"/>
                    <a:pt x="3532830" y="22013"/>
                  </a:cubicBezTo>
                  <a:cubicBezTo>
                    <a:pt x="3496518" y="21167"/>
                    <a:pt x="3493589" y="21167"/>
                    <a:pt x="3457863" y="21167"/>
                  </a:cubicBezTo>
                  <a:lnTo>
                    <a:pt x="3467819" y="22013"/>
                  </a:lnTo>
                  <a:cubicBezTo>
                    <a:pt x="3453763" y="28787"/>
                    <a:pt x="3438535" y="23707"/>
                    <a:pt x="3409837" y="24553"/>
                  </a:cubicBezTo>
                  <a:lnTo>
                    <a:pt x="3410423" y="23707"/>
                  </a:lnTo>
                  <a:cubicBezTo>
                    <a:pt x="3344826" y="18627"/>
                    <a:pt x="3382310" y="26247"/>
                    <a:pt x="3317885" y="20320"/>
                  </a:cubicBezTo>
                  <a:lnTo>
                    <a:pt x="3321399" y="24553"/>
                  </a:lnTo>
                  <a:cubicBezTo>
                    <a:pt x="3314957" y="33020"/>
                    <a:pt x="3264002" y="18627"/>
                    <a:pt x="3226519" y="22013"/>
                  </a:cubicBezTo>
                  <a:lnTo>
                    <a:pt x="3239989" y="24553"/>
                  </a:lnTo>
                  <a:cubicBezTo>
                    <a:pt x="3219490" y="27940"/>
                    <a:pt x="3182593" y="12700"/>
                    <a:pt x="3162094" y="11007"/>
                  </a:cubicBezTo>
                  <a:cubicBezTo>
                    <a:pt x="3157408" y="10160"/>
                    <a:pt x="3169122" y="10160"/>
                    <a:pt x="3175564" y="9313"/>
                  </a:cubicBezTo>
                  <a:cubicBezTo>
                    <a:pt x="3121682" y="5080"/>
                    <a:pt x="3168536" y="14393"/>
                    <a:pt x="3128124" y="16087"/>
                  </a:cubicBezTo>
                  <a:cubicBezTo>
                    <a:pt x="3120510" y="12700"/>
                    <a:pt x="3137495" y="8467"/>
                    <a:pt x="3110554" y="7620"/>
                  </a:cubicBezTo>
                  <a:cubicBezTo>
                    <a:pt x="3097083" y="5927"/>
                    <a:pt x="3032072" y="16933"/>
                    <a:pt x="2995174" y="11007"/>
                  </a:cubicBezTo>
                  <a:cubicBezTo>
                    <a:pt x="3003374" y="13547"/>
                    <a:pt x="3011574" y="16087"/>
                    <a:pt x="2992832" y="17780"/>
                  </a:cubicBezTo>
                  <a:cubicBezTo>
                    <a:pt x="2964133" y="17780"/>
                    <a:pt x="2915522" y="8467"/>
                    <a:pt x="2889752" y="16087"/>
                  </a:cubicBezTo>
                  <a:cubicBezTo>
                    <a:pt x="2886238" y="15240"/>
                    <a:pt x="2884481" y="14393"/>
                    <a:pt x="2884481" y="13547"/>
                  </a:cubicBezTo>
                  <a:cubicBezTo>
                    <a:pt x="2862810" y="16087"/>
                    <a:pt x="2813613" y="16933"/>
                    <a:pt x="2800143" y="20320"/>
                  </a:cubicBezTo>
                  <a:cubicBezTo>
                    <a:pt x="2780229" y="6773"/>
                    <a:pt x="2664264" y="27093"/>
                    <a:pt x="2664850" y="13547"/>
                  </a:cubicBezTo>
                  <a:lnTo>
                    <a:pt x="2597497" y="14393"/>
                  </a:lnTo>
                  <a:lnTo>
                    <a:pt x="2599254" y="12700"/>
                  </a:lnTo>
                  <a:cubicBezTo>
                    <a:pt x="2556499" y="11853"/>
                    <a:pt x="2541271" y="15240"/>
                    <a:pt x="2526044" y="18627"/>
                  </a:cubicBezTo>
                  <a:cubicBezTo>
                    <a:pt x="2516087" y="16933"/>
                    <a:pt x="2523701" y="16087"/>
                    <a:pt x="2524287" y="15240"/>
                  </a:cubicBezTo>
                  <a:cubicBezTo>
                    <a:pt x="2461619" y="12700"/>
                    <a:pt x="2455176" y="12700"/>
                    <a:pt x="2402465" y="19473"/>
                  </a:cubicBezTo>
                  <a:lnTo>
                    <a:pt x="2397194" y="15240"/>
                  </a:lnTo>
                  <a:cubicBezTo>
                    <a:pt x="2382552" y="17780"/>
                    <a:pt x="2306413" y="8467"/>
                    <a:pt x="2244917" y="12700"/>
                  </a:cubicBezTo>
                  <a:cubicBezTo>
                    <a:pt x="2245502" y="12700"/>
                    <a:pt x="2246674" y="11853"/>
                    <a:pt x="2251359" y="11007"/>
                  </a:cubicBezTo>
                  <a:cubicBezTo>
                    <a:pt x="2182249" y="16087"/>
                    <a:pt x="2085611" y="0"/>
                    <a:pt x="2060427" y="14393"/>
                  </a:cubicBezTo>
                  <a:lnTo>
                    <a:pt x="2014158" y="17780"/>
                  </a:lnTo>
                  <a:cubicBezTo>
                    <a:pt x="2073312" y="19473"/>
                    <a:pt x="2005373" y="24553"/>
                    <a:pt x="2029971" y="27093"/>
                  </a:cubicBezTo>
                  <a:cubicBezTo>
                    <a:pt x="2006544" y="27940"/>
                    <a:pt x="1969646" y="22860"/>
                    <a:pt x="1998345" y="22013"/>
                  </a:cubicBezTo>
                  <a:lnTo>
                    <a:pt x="2003030" y="22860"/>
                  </a:lnTo>
                  <a:cubicBezTo>
                    <a:pt x="2013572" y="14393"/>
                    <a:pt x="1929234" y="19473"/>
                    <a:pt x="1930991" y="13547"/>
                  </a:cubicBezTo>
                  <a:cubicBezTo>
                    <a:pt x="1814441" y="14393"/>
                    <a:pt x="1700818" y="9313"/>
                    <a:pt x="1591882" y="8467"/>
                  </a:cubicBezTo>
                  <a:lnTo>
                    <a:pt x="1604767" y="15240"/>
                  </a:lnTo>
                  <a:lnTo>
                    <a:pt x="1566697" y="14393"/>
                  </a:lnTo>
                  <a:cubicBezTo>
                    <a:pt x="1556741" y="12700"/>
                    <a:pt x="1553227" y="9313"/>
                    <a:pt x="1580168" y="10160"/>
                  </a:cubicBezTo>
                  <a:cubicBezTo>
                    <a:pt x="1566112" y="6773"/>
                    <a:pt x="1534485" y="12700"/>
                    <a:pt x="1533899" y="14393"/>
                  </a:cubicBezTo>
                  <a:cubicBezTo>
                    <a:pt x="1480602" y="11853"/>
                    <a:pt x="1554984" y="7620"/>
                    <a:pt x="1538585" y="7620"/>
                  </a:cubicBezTo>
                  <a:lnTo>
                    <a:pt x="1516329" y="7620"/>
                  </a:lnTo>
                  <a:lnTo>
                    <a:pt x="1521014" y="7620"/>
                  </a:lnTo>
                  <a:cubicBezTo>
                    <a:pt x="1503444" y="10160"/>
                    <a:pt x="1501687" y="12700"/>
                    <a:pt x="1468889" y="12700"/>
                  </a:cubicBezTo>
                  <a:cubicBezTo>
                    <a:pt x="1448390" y="11007"/>
                    <a:pt x="1458346" y="8467"/>
                    <a:pt x="1450147" y="8467"/>
                  </a:cubicBezTo>
                  <a:cubicBezTo>
                    <a:pt x="1450732" y="8467"/>
                    <a:pt x="1447804" y="7620"/>
                    <a:pt x="1437847" y="8467"/>
                  </a:cubicBezTo>
                  <a:lnTo>
                    <a:pt x="1389822" y="7620"/>
                  </a:lnTo>
                  <a:lnTo>
                    <a:pt x="1409149" y="12700"/>
                  </a:lnTo>
                  <a:cubicBezTo>
                    <a:pt x="1388065" y="15240"/>
                    <a:pt x="1364052" y="12700"/>
                    <a:pt x="1386308" y="17780"/>
                  </a:cubicBezTo>
                  <a:cubicBezTo>
                    <a:pt x="1353509" y="9313"/>
                    <a:pt x="1207675" y="14393"/>
                    <a:pt x="1187761" y="11853"/>
                  </a:cubicBezTo>
                  <a:cubicBezTo>
                    <a:pt x="1157892" y="15240"/>
                    <a:pt x="1128608" y="15240"/>
                    <a:pt x="1091710" y="14393"/>
                  </a:cubicBezTo>
                  <a:cubicBezTo>
                    <a:pt x="1101081" y="16087"/>
                    <a:pt x="1106352" y="21167"/>
                    <a:pt x="1075311" y="20320"/>
                  </a:cubicBezTo>
                  <a:cubicBezTo>
                    <a:pt x="1086439" y="9313"/>
                    <a:pt x="1017328" y="15240"/>
                    <a:pt x="992144" y="7620"/>
                  </a:cubicBezTo>
                  <a:cubicBezTo>
                    <a:pt x="1014985" y="12700"/>
                    <a:pt x="903120" y="8467"/>
                    <a:pt x="938847" y="16087"/>
                  </a:cubicBezTo>
                  <a:cubicBezTo>
                    <a:pt x="912491" y="15240"/>
                    <a:pt x="937090" y="11853"/>
                    <a:pt x="917177" y="9313"/>
                  </a:cubicBezTo>
                  <a:cubicBezTo>
                    <a:pt x="855094" y="13547"/>
                    <a:pt x="779542" y="6773"/>
                    <a:pt x="702817" y="7620"/>
                  </a:cubicBezTo>
                  <a:cubicBezTo>
                    <a:pt x="701646" y="9313"/>
                    <a:pt x="714531" y="11007"/>
                    <a:pt x="698132" y="13547"/>
                  </a:cubicBezTo>
                  <a:lnTo>
                    <a:pt x="657134" y="6773"/>
                  </a:lnTo>
                  <a:cubicBezTo>
                    <a:pt x="641906" y="7620"/>
                    <a:pt x="643078" y="14393"/>
                    <a:pt x="615551" y="9313"/>
                  </a:cubicBezTo>
                  <a:cubicBezTo>
                    <a:pt x="619650" y="11007"/>
                    <a:pt x="625507" y="12700"/>
                    <a:pt x="614965" y="12700"/>
                  </a:cubicBezTo>
                  <a:cubicBezTo>
                    <a:pt x="463859" y="5927"/>
                    <a:pt x="306897" y="18627"/>
                    <a:pt x="153448" y="5927"/>
                  </a:cubicBezTo>
                  <a:cubicBezTo>
                    <a:pt x="173947" y="7620"/>
                    <a:pt x="160476" y="8467"/>
                    <a:pt x="144663" y="8467"/>
                  </a:cubicBezTo>
                  <a:cubicBezTo>
                    <a:pt x="154619" y="9313"/>
                    <a:pt x="144077" y="11853"/>
                    <a:pt x="146420" y="14393"/>
                  </a:cubicBezTo>
                  <a:lnTo>
                    <a:pt x="81995" y="8467"/>
                  </a:lnTo>
                  <a:cubicBezTo>
                    <a:pt x="70281" y="14393"/>
                    <a:pt x="13470" y="8467"/>
                    <a:pt x="6442" y="14393"/>
                  </a:cubicBezTo>
                  <a:lnTo>
                    <a:pt x="26941" y="12700"/>
                  </a:lnTo>
                  <a:cubicBezTo>
                    <a:pt x="0" y="19473"/>
                    <a:pt x="65010" y="27093"/>
                    <a:pt x="60910" y="35560"/>
                  </a:cubicBezTo>
                  <a:cubicBezTo>
                    <a:pt x="91366" y="27940"/>
                    <a:pt x="140563" y="46567"/>
                    <a:pt x="190346" y="36407"/>
                  </a:cubicBezTo>
                  <a:cubicBezTo>
                    <a:pt x="201474" y="38100"/>
                    <a:pt x="180975" y="38947"/>
                    <a:pt x="186832" y="40640"/>
                  </a:cubicBezTo>
                  <a:cubicBezTo>
                    <a:pt x="199131" y="37253"/>
                    <a:pt x="214359" y="36407"/>
                    <a:pt x="242472" y="38100"/>
                  </a:cubicBezTo>
                  <a:lnTo>
                    <a:pt x="239543" y="38947"/>
                  </a:lnTo>
                  <a:cubicBezTo>
                    <a:pt x="318610" y="38100"/>
                    <a:pt x="352580" y="41487"/>
                    <a:pt x="441603" y="44027"/>
                  </a:cubicBezTo>
                  <a:lnTo>
                    <a:pt x="434575" y="39793"/>
                  </a:lnTo>
                  <a:cubicBezTo>
                    <a:pt x="453903" y="40640"/>
                    <a:pt x="458002" y="41487"/>
                    <a:pt x="466788" y="42333"/>
                  </a:cubicBezTo>
                  <a:cubicBezTo>
                    <a:pt x="489044" y="36407"/>
                    <a:pt x="413491" y="42333"/>
                    <a:pt x="433404" y="35560"/>
                  </a:cubicBezTo>
                  <a:cubicBezTo>
                    <a:pt x="458588" y="44027"/>
                    <a:pt x="568111" y="35560"/>
                    <a:pt x="585095" y="44873"/>
                  </a:cubicBezTo>
                  <a:cubicBezTo>
                    <a:pt x="614379" y="45720"/>
                    <a:pt x="576310" y="40640"/>
                    <a:pt x="605594" y="40640"/>
                  </a:cubicBezTo>
                  <a:lnTo>
                    <a:pt x="613794" y="43180"/>
                  </a:lnTo>
                  <a:lnTo>
                    <a:pt x="620822" y="39793"/>
                  </a:lnTo>
                  <a:cubicBezTo>
                    <a:pt x="640149" y="40640"/>
                    <a:pt x="650106" y="44027"/>
                    <a:pt x="650692" y="45720"/>
                  </a:cubicBezTo>
                  <a:cubicBezTo>
                    <a:pt x="646006" y="45720"/>
                    <a:pt x="637221" y="46567"/>
                    <a:pt x="632535" y="46567"/>
                  </a:cubicBezTo>
                  <a:cubicBezTo>
                    <a:pt x="657134" y="49953"/>
                    <a:pt x="702817" y="45720"/>
                    <a:pt x="711602" y="46567"/>
                  </a:cubicBezTo>
                  <a:lnTo>
                    <a:pt x="682904" y="44873"/>
                  </a:lnTo>
                  <a:cubicBezTo>
                    <a:pt x="763142" y="42333"/>
                    <a:pt x="860951" y="46567"/>
                    <a:pt x="938847" y="41487"/>
                  </a:cubicBezTo>
                  <a:lnTo>
                    <a:pt x="932990" y="38947"/>
                  </a:lnTo>
                  <a:cubicBezTo>
                    <a:pt x="992144" y="35560"/>
                    <a:pt x="980430" y="41487"/>
                    <a:pt x="1044855" y="39793"/>
                  </a:cubicBezTo>
                  <a:lnTo>
                    <a:pt x="1042512" y="40640"/>
                  </a:lnTo>
                  <a:cubicBezTo>
                    <a:pt x="1055983" y="38100"/>
                    <a:pt x="1072968" y="37253"/>
                    <a:pt x="1091124" y="38100"/>
                  </a:cubicBezTo>
                  <a:cubicBezTo>
                    <a:pt x="1074725" y="39793"/>
                    <a:pt x="1121579" y="42333"/>
                    <a:pt x="1100495" y="44873"/>
                  </a:cubicBezTo>
                  <a:cubicBezTo>
                    <a:pt x="1164334" y="40640"/>
                    <a:pt x="1132122" y="41487"/>
                    <a:pt x="1174291" y="34713"/>
                  </a:cubicBezTo>
                  <a:lnTo>
                    <a:pt x="1184247" y="38100"/>
                  </a:lnTo>
                  <a:cubicBezTo>
                    <a:pt x="1198304" y="34713"/>
                    <a:pt x="1199475" y="33867"/>
                    <a:pt x="1232273" y="33020"/>
                  </a:cubicBezTo>
                  <a:cubicBezTo>
                    <a:pt x="1205332" y="35560"/>
                    <a:pt x="1252772" y="37253"/>
                    <a:pt x="1222902" y="41487"/>
                  </a:cubicBezTo>
                  <a:cubicBezTo>
                    <a:pt x="1291427" y="48260"/>
                    <a:pt x="1324225" y="34713"/>
                    <a:pt x="1355266" y="44873"/>
                  </a:cubicBezTo>
                  <a:cubicBezTo>
                    <a:pt x="1386893" y="35560"/>
                    <a:pt x="1296698" y="39793"/>
                    <a:pt x="1314269" y="38100"/>
                  </a:cubicBezTo>
                  <a:cubicBezTo>
                    <a:pt x="1299627" y="34713"/>
                    <a:pt x="1340039" y="31327"/>
                    <a:pt x="1361123" y="32173"/>
                  </a:cubicBezTo>
                  <a:cubicBezTo>
                    <a:pt x="1382793" y="32173"/>
                    <a:pt x="1398021" y="43180"/>
                    <a:pt x="1453075" y="43180"/>
                  </a:cubicBezTo>
                  <a:cubicBezTo>
                    <a:pt x="1447218" y="43180"/>
                    <a:pt x="1447218" y="44027"/>
                    <a:pt x="1441362" y="44027"/>
                  </a:cubicBezTo>
                  <a:cubicBezTo>
                    <a:pt x="1461860" y="46567"/>
                    <a:pt x="1481774" y="40640"/>
                    <a:pt x="1506958" y="44873"/>
                  </a:cubicBezTo>
                  <a:cubicBezTo>
                    <a:pt x="1521014" y="39793"/>
                    <a:pt x="1539170" y="44873"/>
                    <a:pt x="1543270" y="38100"/>
                  </a:cubicBezTo>
                  <a:lnTo>
                    <a:pt x="1493487" y="39793"/>
                  </a:lnTo>
                  <a:cubicBezTo>
                    <a:pt x="1521600" y="38100"/>
                    <a:pt x="1548541" y="30480"/>
                    <a:pt x="1595396" y="33867"/>
                  </a:cubicBezTo>
                  <a:cubicBezTo>
                    <a:pt x="1591882" y="35560"/>
                    <a:pt x="1577825" y="37253"/>
                    <a:pt x="1567869" y="38100"/>
                  </a:cubicBezTo>
                  <a:cubicBezTo>
                    <a:pt x="1581925" y="40640"/>
                    <a:pt x="1594224" y="37253"/>
                    <a:pt x="1608866" y="38947"/>
                  </a:cubicBezTo>
                  <a:cubicBezTo>
                    <a:pt x="1604767" y="45720"/>
                    <a:pt x="1547956" y="40640"/>
                    <a:pt x="1517500" y="45720"/>
                  </a:cubicBezTo>
                  <a:cubicBezTo>
                    <a:pt x="1532142" y="48260"/>
                    <a:pt x="1574897" y="40640"/>
                    <a:pt x="1559669" y="48260"/>
                  </a:cubicBezTo>
                  <a:cubicBezTo>
                    <a:pt x="1581339" y="38947"/>
                    <a:pt x="1613552" y="49107"/>
                    <a:pt x="1650450" y="42333"/>
                  </a:cubicBezTo>
                  <a:lnTo>
                    <a:pt x="1648107" y="46567"/>
                  </a:lnTo>
                  <a:cubicBezTo>
                    <a:pt x="1653964" y="45720"/>
                    <a:pt x="1666263" y="44027"/>
                    <a:pt x="1676806" y="44027"/>
                  </a:cubicBezTo>
                  <a:lnTo>
                    <a:pt x="1657478" y="49107"/>
                  </a:lnTo>
                  <a:cubicBezTo>
                    <a:pt x="1687348" y="44873"/>
                    <a:pt x="1714875" y="53340"/>
                    <a:pt x="1743573" y="50800"/>
                  </a:cubicBezTo>
                  <a:cubicBezTo>
                    <a:pt x="1683834" y="50800"/>
                    <a:pt x="1730103" y="45720"/>
                    <a:pt x="1704918" y="43180"/>
                  </a:cubicBezTo>
                  <a:cubicBezTo>
                    <a:pt x="1779300" y="38100"/>
                    <a:pt x="1747673" y="54187"/>
                    <a:pt x="1830840" y="52493"/>
                  </a:cubicBezTo>
                  <a:cubicBezTo>
                    <a:pt x="1819712" y="52493"/>
                    <a:pt x="1788671" y="49107"/>
                    <a:pt x="1806241" y="47413"/>
                  </a:cubicBezTo>
                  <a:cubicBezTo>
                    <a:pt x="1822055" y="48260"/>
                    <a:pt x="1842553" y="49953"/>
                    <a:pt x="1852510" y="52493"/>
                  </a:cubicBezTo>
                  <a:cubicBezTo>
                    <a:pt x="1907564" y="51647"/>
                    <a:pt x="1844310" y="48260"/>
                    <a:pt x="1867738" y="45720"/>
                  </a:cubicBezTo>
                  <a:cubicBezTo>
                    <a:pt x="1886479" y="50800"/>
                    <a:pt x="1894679" y="44027"/>
                    <a:pt x="1918692" y="42333"/>
                  </a:cubicBezTo>
                  <a:lnTo>
                    <a:pt x="1918692" y="46567"/>
                  </a:lnTo>
                  <a:cubicBezTo>
                    <a:pt x="1981946" y="49107"/>
                    <a:pt x="1935677" y="38100"/>
                    <a:pt x="1991902" y="41487"/>
                  </a:cubicBezTo>
                  <a:lnTo>
                    <a:pt x="1968475" y="46567"/>
                  </a:lnTo>
                  <a:lnTo>
                    <a:pt x="1997759" y="45720"/>
                  </a:lnTo>
                  <a:lnTo>
                    <a:pt x="1991316" y="49953"/>
                  </a:lnTo>
                  <a:cubicBezTo>
                    <a:pt x="2023529" y="46567"/>
                    <a:pt x="2033486" y="47413"/>
                    <a:pt x="2065112" y="49107"/>
                  </a:cubicBezTo>
                  <a:cubicBezTo>
                    <a:pt x="2057498" y="45720"/>
                    <a:pt x="2069212" y="41487"/>
                    <a:pt x="2096739" y="41487"/>
                  </a:cubicBezTo>
                  <a:cubicBezTo>
                    <a:pt x="2116067" y="44027"/>
                    <a:pt x="2086197" y="45720"/>
                    <a:pt x="2126023" y="44873"/>
                  </a:cubicBezTo>
                  <a:cubicBezTo>
                    <a:pt x="2116652" y="47413"/>
                    <a:pt x="2107281" y="50800"/>
                    <a:pt x="2089711" y="46567"/>
                  </a:cubicBezTo>
                  <a:cubicBezTo>
                    <a:pt x="2087954" y="48260"/>
                    <a:pt x="2080926" y="49107"/>
                    <a:pt x="2079169" y="50800"/>
                  </a:cubicBezTo>
                  <a:cubicBezTo>
                    <a:pt x="2099668" y="53340"/>
                    <a:pt x="2130709" y="51647"/>
                    <a:pt x="2144765" y="51647"/>
                  </a:cubicBezTo>
                  <a:cubicBezTo>
                    <a:pt x="2139494" y="51647"/>
                    <a:pt x="2133051" y="50800"/>
                    <a:pt x="2129537" y="50800"/>
                  </a:cubicBezTo>
                  <a:lnTo>
                    <a:pt x="2186934" y="44873"/>
                  </a:lnTo>
                  <a:cubicBezTo>
                    <a:pt x="2195719" y="46567"/>
                    <a:pt x="2188691" y="47413"/>
                    <a:pt x="2181663" y="49107"/>
                  </a:cubicBezTo>
                  <a:cubicBezTo>
                    <a:pt x="2192791" y="48260"/>
                    <a:pt x="2200990" y="46567"/>
                    <a:pt x="2217975" y="46567"/>
                  </a:cubicBezTo>
                  <a:cubicBezTo>
                    <a:pt x="2213875" y="49953"/>
                    <a:pt x="2214461" y="53340"/>
                    <a:pt x="2190448" y="55033"/>
                  </a:cubicBezTo>
                  <a:lnTo>
                    <a:pt x="2244917" y="50800"/>
                  </a:lnTo>
                  <a:cubicBezTo>
                    <a:pt x="2248431" y="52493"/>
                    <a:pt x="2273029" y="55033"/>
                    <a:pt x="2266001" y="56727"/>
                  </a:cubicBezTo>
                  <a:cubicBezTo>
                    <a:pt x="2295871" y="58420"/>
                    <a:pt x="2339797" y="49953"/>
                    <a:pt x="2380209" y="52493"/>
                  </a:cubicBezTo>
                  <a:cubicBezTo>
                    <a:pt x="2381966" y="52493"/>
                    <a:pt x="2386066" y="51647"/>
                    <a:pt x="2394851" y="50800"/>
                  </a:cubicBezTo>
                  <a:cubicBezTo>
                    <a:pt x="2432335" y="52493"/>
                    <a:pt x="2465718" y="56727"/>
                    <a:pt x="2510230" y="51647"/>
                  </a:cubicBezTo>
                  <a:lnTo>
                    <a:pt x="2535415" y="57573"/>
                  </a:lnTo>
                  <a:cubicBezTo>
                    <a:pt x="2570555" y="56727"/>
                    <a:pt x="2501445" y="49953"/>
                    <a:pt x="2559427" y="48260"/>
                  </a:cubicBezTo>
                  <a:cubicBezTo>
                    <a:pt x="2600425" y="46567"/>
                    <a:pt x="2574655" y="53340"/>
                    <a:pt x="2589297" y="55033"/>
                  </a:cubicBezTo>
                  <a:cubicBezTo>
                    <a:pt x="2609796" y="52493"/>
                    <a:pt x="2645523" y="45720"/>
                    <a:pt x="2683006" y="50800"/>
                  </a:cubicBezTo>
                  <a:cubicBezTo>
                    <a:pt x="2670707" y="52493"/>
                    <a:pt x="2660750" y="50800"/>
                    <a:pt x="2649037" y="51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UAAAKQVAADjQAAAqhUAAAAAAAAmAAAACAAAAP//////////"/>
                </a:ext>
              </a:extLst>
            </p:cNvSpPr>
            <p:nvPr/>
          </p:nvSpPr>
          <p:spPr>
            <a:xfrm>
              <a:off x="10541635" y="3517900"/>
              <a:ext cx="6350" cy="3810"/>
            </a:xfrm>
            <a:custGeom>
              <a:avLst/>
              <a:gdLst/>
              <a:ahLst/>
              <a:cxnLst/>
              <a:rect l="0" t="0" r="6350" b="3810"/>
              <a:pathLst>
                <a:path w="6350" h="3810">
                  <a:moveTo>
                    <a:pt x="6350" y="3810"/>
                  </a:moveTo>
                  <a:cubicBezTo>
                    <a:pt x="4233" y="2540"/>
                    <a:pt x="3704" y="1270"/>
                    <a:pt x="3175" y="0"/>
                  </a:cubicBezTo>
                  <a:cubicBezTo>
                    <a:pt x="529" y="1270"/>
                    <a:pt x="0" y="2540"/>
                    <a:pt x="635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jkAALAVAAAGOQAAshUAAAAAAAAmAAAACAAAAP//////////"/>
                </a:ext>
              </a:extLst>
            </p:cNvSpPr>
            <p:nvPr/>
          </p:nvSpPr>
          <p:spPr>
            <a:xfrm>
              <a:off x="9267190" y="3525520"/>
              <a:ext cx="2540" cy="1270"/>
            </a:xfrm>
            <a:custGeom>
              <a:avLst/>
              <a:gdLst/>
              <a:ahLst/>
              <a:cxnLst/>
              <a:rect l="0" t="0" r="2540" b="1270"/>
              <a:pathLst>
                <a:path w="2540" h="1270">
                  <a:moveTo>
                    <a:pt x="2540" y="1270"/>
                  </a:moveTo>
                  <a:lnTo>
                    <a:pt x="1524" y="0"/>
                  </a:lnTo>
                  <a:cubicBezTo>
                    <a:pt x="508" y="1270"/>
                    <a:pt x="508" y="1270"/>
                    <a:pt x="0" y="1270"/>
                  </a:cubicBezTo>
                  <a:lnTo>
                    <a:pt x="2540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kkAALAVAAAeSQAAtBUAAAAAAAAmAAAACAAAAP//////////"/>
                </a:ext>
              </a:extLst>
            </p:cNvSpPr>
            <p:nvPr/>
          </p:nvSpPr>
          <p:spPr>
            <a:xfrm>
              <a:off x="11870690" y="3525520"/>
              <a:ext cx="15240" cy="2540"/>
            </a:xfrm>
            <a:custGeom>
              <a:avLst/>
              <a:gdLst/>
              <a:ahLst/>
              <a:cxnLst/>
              <a:rect l="0" t="0" r="15240" b="2540"/>
              <a:pathLst>
                <a:path w="15240" h="2540">
                  <a:moveTo>
                    <a:pt x="15240" y="2540"/>
                  </a:moveTo>
                  <a:cubicBezTo>
                    <a:pt x="7338" y="1693"/>
                    <a:pt x="3387" y="847"/>
                    <a:pt x="564" y="0"/>
                  </a:cubicBezTo>
                  <a:cubicBezTo>
                    <a:pt x="0" y="847"/>
                    <a:pt x="3387" y="1693"/>
                    <a:pt x="1524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U0AAHQVAAAQTgAAeBUAAAAAAAAmAAAACAAAAP//////////"/>
                </a:ext>
              </a:extLst>
            </p:cNvSpPr>
            <p:nvPr/>
          </p:nvSpPr>
          <p:spPr>
            <a:xfrm>
              <a:off x="12665075" y="3487420"/>
              <a:ext cx="24765" cy="2540"/>
            </a:xfrm>
            <a:custGeom>
              <a:avLst/>
              <a:gdLst/>
              <a:ahLst/>
              <a:cxnLst/>
              <a:rect l="0" t="0" r="24765" b="2540"/>
              <a:pathLst>
                <a:path w="24765" h="2540">
                  <a:moveTo>
                    <a:pt x="24765" y="0"/>
                  </a:moveTo>
                  <a:lnTo>
                    <a:pt x="0" y="847"/>
                  </a:lnTo>
                  <a:cubicBezTo>
                    <a:pt x="11792" y="847"/>
                    <a:pt x="15920" y="1693"/>
                    <a:pt x="22406" y="2540"/>
                  </a:cubicBezTo>
                  <a:cubicBezTo>
                    <a:pt x="21816" y="1693"/>
                    <a:pt x="17099" y="0"/>
                    <a:pt x="24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U8AAJkVAAB0TwAAnBUAAAAAAAAmAAAACAAAAP//////////"/>
                </a:ext>
              </a:extLst>
            </p:cNvSpPr>
            <p:nvPr/>
          </p:nvSpPr>
          <p:spPr>
            <a:xfrm>
              <a:off x="12888595" y="3510915"/>
              <a:ext cx="27305" cy="1905"/>
            </a:xfrm>
            <a:custGeom>
              <a:avLst/>
              <a:gdLst/>
              <a:ahLst/>
              <a:cxnLst/>
              <a:rect l="0" t="0" r="27305" b="1905"/>
              <a:pathLst>
                <a:path w="27305" h="1905">
                  <a:moveTo>
                    <a:pt x="16026" y="1905"/>
                  </a:moveTo>
                  <a:cubicBezTo>
                    <a:pt x="19588" y="1270"/>
                    <a:pt x="23743" y="1905"/>
                    <a:pt x="27305" y="1270"/>
                  </a:cubicBezTo>
                  <a:lnTo>
                    <a:pt x="26117" y="0"/>
                  </a:lnTo>
                  <a:cubicBezTo>
                    <a:pt x="10684" y="0"/>
                    <a:pt x="0" y="1270"/>
                    <a:pt x="16026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04AAIUVAABtTgAAjxUAAAAAAAAmAAAACAAAAP//////////"/>
                </a:ext>
              </a:extLst>
            </p:cNvSpPr>
            <p:nvPr/>
          </p:nvSpPr>
          <p:spPr>
            <a:xfrm>
              <a:off x="12712065" y="3498215"/>
              <a:ext cx="36830" cy="6350"/>
            </a:xfrm>
            <a:custGeom>
              <a:avLst/>
              <a:gdLst/>
              <a:ahLst/>
              <a:cxnLst/>
              <a:rect l="0" t="0" r="36830" b="6350"/>
              <a:pathLst>
                <a:path w="36830" h="6350">
                  <a:moveTo>
                    <a:pt x="0" y="2721"/>
                  </a:moveTo>
                  <a:cubicBezTo>
                    <a:pt x="1754" y="6350"/>
                    <a:pt x="17538" y="5443"/>
                    <a:pt x="35076" y="4536"/>
                  </a:cubicBezTo>
                  <a:lnTo>
                    <a:pt x="31569" y="4536"/>
                  </a:lnTo>
                  <a:cubicBezTo>
                    <a:pt x="36830" y="0"/>
                    <a:pt x="18123" y="907"/>
                    <a:pt x="0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4AAIkVAACMTgAAixUAAAAAAAAmAAAACAAAAP//////////"/>
                </a:ext>
              </a:extLst>
            </p:cNvSpPr>
            <p:nvPr/>
          </p:nvSpPr>
          <p:spPr>
            <a:xfrm>
              <a:off x="12750800" y="3500755"/>
              <a:ext cx="17780" cy="1270"/>
            </a:xfrm>
            <a:custGeom>
              <a:avLst/>
              <a:gdLst/>
              <a:ahLst/>
              <a:cxnLst/>
              <a:rect l="0" t="0" r="17780" b="1270"/>
              <a:pathLst>
                <a:path w="17780" h="1270">
                  <a:moveTo>
                    <a:pt x="0" y="1270"/>
                  </a:moveTo>
                  <a:cubicBezTo>
                    <a:pt x="5735" y="1270"/>
                    <a:pt x="10897" y="1270"/>
                    <a:pt x="16059" y="1270"/>
                  </a:cubicBezTo>
                  <a:cubicBezTo>
                    <a:pt x="17780" y="0"/>
                    <a:pt x="9750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0wAAG4VAAA3TQAAfhUAAAAAAAAmAAAACAAAAP//////////"/>
                </a:ext>
              </a:extLst>
            </p:cNvSpPr>
            <p:nvPr/>
          </p:nvSpPr>
          <p:spPr>
            <a:xfrm>
              <a:off x="12488545" y="3483610"/>
              <a:ext cx="63500" cy="10160"/>
            </a:xfrm>
            <a:custGeom>
              <a:avLst/>
              <a:gdLst/>
              <a:ahLst/>
              <a:cxnLst/>
              <a:rect l="0" t="0" r="63500" b="10160"/>
              <a:pathLst>
                <a:path w="63500" h="10160">
                  <a:moveTo>
                    <a:pt x="44858" y="7620"/>
                  </a:moveTo>
                  <a:cubicBezTo>
                    <a:pt x="53014" y="8467"/>
                    <a:pt x="50101" y="3387"/>
                    <a:pt x="54761" y="5080"/>
                  </a:cubicBezTo>
                  <a:cubicBezTo>
                    <a:pt x="63500" y="0"/>
                    <a:pt x="0" y="10160"/>
                    <a:pt x="44858" y="7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E4AAJUVAABKTgAAnBUAAAAAAAAmAAAACAAAAP//////////"/>
                </a:ext>
              </a:extLst>
            </p:cNvSpPr>
            <p:nvPr/>
          </p:nvSpPr>
          <p:spPr>
            <a:xfrm>
              <a:off x="12710160" y="3508375"/>
              <a:ext cx="16510" cy="4445"/>
            </a:xfrm>
            <a:custGeom>
              <a:avLst/>
              <a:gdLst/>
              <a:ahLst/>
              <a:cxnLst/>
              <a:rect l="0" t="0" r="16510" b="4445"/>
              <a:pathLst>
                <a:path w="16510" h="4445">
                  <a:moveTo>
                    <a:pt x="16510" y="4445"/>
                  </a:moveTo>
                  <a:lnTo>
                    <a:pt x="9784" y="0"/>
                  </a:lnTo>
                  <a:lnTo>
                    <a:pt x="0" y="3556"/>
                  </a:lnTo>
                  <a:lnTo>
                    <a:pt x="1651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0AAJMVAACpTQAAlxUAAAAAAAAmAAAACAAAAP//////////"/>
                </a:ext>
              </a:extLst>
            </p:cNvSpPr>
            <p:nvPr/>
          </p:nvSpPr>
          <p:spPr>
            <a:xfrm>
              <a:off x="12588240" y="3507105"/>
              <a:ext cx="36195" cy="2540"/>
            </a:xfrm>
            <a:custGeom>
              <a:avLst/>
              <a:gdLst/>
              <a:ahLst/>
              <a:cxnLst/>
              <a:rect l="0" t="0" r="36195" b="2540"/>
              <a:pathLst>
                <a:path w="36195" h="2540">
                  <a:moveTo>
                    <a:pt x="593" y="1693"/>
                  </a:moveTo>
                  <a:lnTo>
                    <a:pt x="29074" y="2540"/>
                  </a:lnTo>
                  <a:cubicBezTo>
                    <a:pt x="28481" y="1693"/>
                    <a:pt x="32041" y="1693"/>
                    <a:pt x="36195" y="1693"/>
                  </a:cubicBezTo>
                  <a:cubicBezTo>
                    <a:pt x="18987" y="847"/>
                    <a:pt x="0" y="0"/>
                    <a:pt x="593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U0AAJUVAADMTQAAlxUAAAAAAAAmAAAACAAAAP//////////"/>
                </a:ext>
              </a:extLst>
            </p:cNvSpPr>
            <p:nvPr/>
          </p:nvSpPr>
          <p:spPr>
            <a:xfrm>
              <a:off x="12624435" y="3508375"/>
              <a:ext cx="22225" cy="1270"/>
            </a:xfrm>
            <a:custGeom>
              <a:avLst/>
              <a:gdLst/>
              <a:ahLst/>
              <a:cxnLst/>
              <a:rect l="0" t="0" r="22225" b="1270"/>
              <a:pathLst>
                <a:path w="22225" h="1270">
                  <a:moveTo>
                    <a:pt x="0" y="1270"/>
                  </a:moveTo>
                  <a:cubicBezTo>
                    <a:pt x="8773" y="1270"/>
                    <a:pt x="17546" y="1270"/>
                    <a:pt x="22225" y="0"/>
                  </a:cubicBezTo>
                  <a:cubicBezTo>
                    <a:pt x="17546" y="0"/>
                    <a:pt x="701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k0AAJwVAAAOTgAAnBUAAAAAAAAmAAAACAAAAP//////////"/>
                </a:ext>
              </a:extLst>
            </p:cNvSpPr>
            <p:nvPr/>
          </p:nvSpPr>
          <p:spPr>
            <a:xfrm>
              <a:off x="12660630" y="3512820"/>
              <a:ext cx="27940" cy="0"/>
            </a:xfrm>
            <a:custGeom>
              <a:avLst/>
              <a:gdLst/>
              <a:ahLst/>
              <a:cxnLst/>
              <a:rect l="0" t="0" r="27940" b="0"/>
              <a:pathLst>
                <a:path w="27940">
                  <a:moveTo>
                    <a:pt x="27940" y="0"/>
                  </a:moveTo>
                  <a:lnTo>
                    <a:pt x="19617" y="0"/>
                  </a:lnTo>
                  <a:lnTo>
                    <a:pt x="0" y="0"/>
                  </a:lnTo>
                  <a:lnTo>
                    <a:pt x="279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UsAAJMVAAClSwAAmRUAAAAAAAAmAAAACAAAAP//////////"/>
                </a:ext>
              </a:extLst>
            </p:cNvSpPr>
            <p:nvPr/>
          </p:nvSpPr>
          <p:spPr>
            <a:xfrm>
              <a:off x="12258675" y="3507105"/>
              <a:ext cx="38100" cy="3810"/>
            </a:xfrm>
            <a:custGeom>
              <a:avLst/>
              <a:gdLst/>
              <a:ahLst/>
              <a:cxnLst/>
              <a:rect l="0" t="0" r="38100" b="3810"/>
              <a:pathLst>
                <a:path w="38100" h="3810">
                  <a:moveTo>
                    <a:pt x="33411" y="0"/>
                  </a:moveTo>
                  <a:lnTo>
                    <a:pt x="2931" y="953"/>
                  </a:lnTo>
                  <a:cubicBezTo>
                    <a:pt x="0" y="2858"/>
                    <a:pt x="8206" y="3810"/>
                    <a:pt x="19343" y="3810"/>
                  </a:cubicBezTo>
                  <a:cubicBezTo>
                    <a:pt x="26377" y="1905"/>
                    <a:pt x="38100" y="1905"/>
                    <a:pt x="33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wAAKAVAAAtTAAAqhUAAAAAAAAmAAAACAAAAP//////////"/>
                </a:ext>
              </a:extLst>
            </p:cNvSpPr>
            <p:nvPr/>
          </p:nvSpPr>
          <p:spPr>
            <a:xfrm>
              <a:off x="12368530" y="3515360"/>
              <a:ext cx="14605" cy="6350"/>
            </a:xfrm>
            <a:custGeom>
              <a:avLst/>
              <a:gdLst/>
              <a:ahLst/>
              <a:cxnLst/>
              <a:rect l="0" t="0" r="14605" b="6350"/>
              <a:pathLst>
                <a:path w="14605" h="6350">
                  <a:moveTo>
                    <a:pt x="14605" y="3629"/>
                  </a:moveTo>
                  <a:cubicBezTo>
                    <a:pt x="6426" y="2721"/>
                    <a:pt x="5842" y="1814"/>
                    <a:pt x="1168" y="0"/>
                  </a:cubicBezTo>
                  <a:lnTo>
                    <a:pt x="0" y="6350"/>
                  </a:lnTo>
                  <a:lnTo>
                    <a:pt x="14605" y="3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UsAAKoVAADOSwAArhUAAAAAAAAmAAAACAAAAP//////////"/>
                </a:ext>
              </a:extLst>
            </p:cNvSpPr>
            <p:nvPr/>
          </p:nvSpPr>
          <p:spPr>
            <a:xfrm>
              <a:off x="12251055" y="3521710"/>
              <a:ext cx="71755" cy="2540"/>
            </a:xfrm>
            <a:custGeom>
              <a:avLst/>
              <a:gdLst/>
              <a:ahLst/>
              <a:cxnLst/>
              <a:rect l="0" t="0" r="71755" b="2540"/>
              <a:pathLst>
                <a:path w="71755" h="2540">
                  <a:moveTo>
                    <a:pt x="43753" y="0"/>
                  </a:moveTo>
                  <a:cubicBezTo>
                    <a:pt x="40836" y="635"/>
                    <a:pt x="0" y="2540"/>
                    <a:pt x="38502" y="2540"/>
                  </a:cubicBezTo>
                  <a:cubicBezTo>
                    <a:pt x="41419" y="1270"/>
                    <a:pt x="71755" y="635"/>
                    <a:pt x="43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UgAAI8VAADfSAAAnBUAAAAAAAAmAAAACAAAAP//////////"/>
                </a:ext>
              </a:extLst>
            </p:cNvSpPr>
            <p:nvPr/>
          </p:nvSpPr>
          <p:spPr>
            <a:xfrm>
              <a:off x="11839575" y="3504565"/>
              <a:ext cx="6350" cy="8255"/>
            </a:xfrm>
            <a:custGeom>
              <a:avLst/>
              <a:gdLst/>
              <a:ahLst/>
              <a:cxnLst/>
              <a:rect l="0" t="0" r="6350" b="8255"/>
              <a:pathLst>
                <a:path w="6350" h="8255">
                  <a:moveTo>
                    <a:pt x="0" y="8255"/>
                  </a:moveTo>
                  <a:lnTo>
                    <a:pt x="6350" y="8255"/>
                  </a:lnTo>
                  <a:lnTo>
                    <a:pt x="5862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UYAALIVAACqRgAAvxUAAAAAAAAmAAAACAAAAP//////////"/>
                </a:ext>
              </a:extLst>
            </p:cNvSpPr>
            <p:nvPr/>
          </p:nvSpPr>
          <p:spPr>
            <a:xfrm>
              <a:off x="11428095" y="3526790"/>
              <a:ext cx="59055" cy="8255"/>
            </a:xfrm>
            <a:custGeom>
              <a:avLst/>
              <a:gdLst/>
              <a:ahLst/>
              <a:cxnLst/>
              <a:rect l="0" t="0" r="59055" b="8255"/>
              <a:pathLst>
                <a:path w="59055" h="8255">
                  <a:moveTo>
                    <a:pt x="9355" y="6604"/>
                  </a:moveTo>
                  <a:cubicBezTo>
                    <a:pt x="45606" y="8255"/>
                    <a:pt x="18125" y="825"/>
                    <a:pt x="50284" y="3302"/>
                  </a:cubicBezTo>
                  <a:cubicBezTo>
                    <a:pt x="59055" y="1651"/>
                    <a:pt x="23972" y="1651"/>
                    <a:pt x="32743" y="0"/>
                  </a:cubicBezTo>
                  <a:cubicBezTo>
                    <a:pt x="11109" y="1651"/>
                    <a:pt x="0" y="825"/>
                    <a:pt x="9355" y="66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UYAAK4VAACSRgAAshUAAAAAAAAmAAAACAAAAP//////////"/>
                </a:ext>
              </a:extLst>
            </p:cNvSpPr>
            <p:nvPr/>
          </p:nvSpPr>
          <p:spPr>
            <a:xfrm>
              <a:off x="11461115" y="3524250"/>
              <a:ext cx="10795" cy="2540"/>
            </a:xfrm>
            <a:custGeom>
              <a:avLst/>
              <a:gdLst/>
              <a:ahLst/>
              <a:cxnLst/>
              <a:rect l="0" t="0" r="10795" b="2540"/>
              <a:pathLst>
                <a:path w="10795" h="2540">
                  <a:moveTo>
                    <a:pt x="0" y="2540"/>
                  </a:moveTo>
                  <a:lnTo>
                    <a:pt x="10795" y="0"/>
                  </a:lnTo>
                  <a:cubicBezTo>
                    <a:pt x="4545" y="1270"/>
                    <a:pt x="1704" y="1270"/>
                    <a:pt x="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SoAAGEVAACeKgAAZxUAAAAAAAAmAAAACAAAAP//////////"/>
                </a:ext>
              </a:extLst>
            </p:cNvSpPr>
            <p:nvPr/>
          </p:nvSpPr>
          <p:spPr>
            <a:xfrm>
              <a:off x="6904355" y="3475355"/>
              <a:ext cx="23495" cy="3810"/>
            </a:xfrm>
            <a:custGeom>
              <a:avLst/>
              <a:gdLst/>
              <a:ahLst/>
              <a:cxnLst/>
              <a:rect l="0" t="0" r="23495" b="3810"/>
              <a:pathLst>
                <a:path w="23495" h="3810">
                  <a:moveTo>
                    <a:pt x="23495" y="1905"/>
                  </a:moveTo>
                  <a:lnTo>
                    <a:pt x="0" y="0"/>
                  </a:lnTo>
                  <a:lnTo>
                    <a:pt x="15060" y="3810"/>
                  </a:lnTo>
                  <a:lnTo>
                    <a:pt x="23495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oAAGUVAABXKgAAbBUAAAAAAAAmAAAACAAAAP//////////"/>
                </a:ext>
              </a:extLst>
            </p:cNvSpPr>
            <p:nvPr/>
          </p:nvSpPr>
          <p:spPr>
            <a:xfrm>
              <a:off x="6864350" y="3477895"/>
              <a:ext cx="18415" cy="4445"/>
            </a:xfrm>
            <a:custGeom>
              <a:avLst/>
              <a:gdLst/>
              <a:ahLst/>
              <a:cxnLst/>
              <a:rect l="0" t="0" r="18415" b="4445"/>
              <a:pathLst>
                <a:path w="18415" h="4445">
                  <a:moveTo>
                    <a:pt x="18415" y="4445"/>
                  </a:moveTo>
                  <a:lnTo>
                    <a:pt x="13235" y="0"/>
                  </a:lnTo>
                  <a:lnTo>
                    <a:pt x="0" y="3704"/>
                  </a:lnTo>
                  <a:cubicBezTo>
                    <a:pt x="4603" y="3704"/>
                    <a:pt x="14962" y="3704"/>
                    <a:pt x="18415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j0AALkVAAC6PQAAvxUAAAAAAAAmAAAACAAAAP//////////"/>
                </a:ext>
              </a:extLst>
            </p:cNvSpPr>
            <p:nvPr/>
          </p:nvSpPr>
          <p:spPr>
            <a:xfrm>
              <a:off x="10013950" y="3531235"/>
              <a:ext cx="20320" cy="3810"/>
            </a:xfrm>
            <a:custGeom>
              <a:avLst/>
              <a:gdLst/>
              <a:ahLst/>
              <a:cxnLst/>
              <a:rect l="0" t="0" r="20320" b="3810"/>
              <a:pathLst>
                <a:path w="20320" h="3810">
                  <a:moveTo>
                    <a:pt x="18527" y="3810"/>
                  </a:moveTo>
                  <a:lnTo>
                    <a:pt x="20320" y="1905"/>
                  </a:lnTo>
                  <a:cubicBezTo>
                    <a:pt x="16734" y="953"/>
                    <a:pt x="10758" y="953"/>
                    <a:pt x="0" y="0"/>
                  </a:cubicBezTo>
                  <a:lnTo>
                    <a:pt x="18527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zsAAK4VAADSOwAAtRUAAAAAAAAmAAAACAAAAP//////////"/>
                </a:ext>
              </a:extLst>
            </p:cNvSpPr>
            <p:nvPr/>
          </p:nvSpPr>
          <p:spPr>
            <a:xfrm>
              <a:off x="9714865" y="3524250"/>
              <a:ext cx="9525" cy="4445"/>
            </a:xfrm>
            <a:custGeom>
              <a:avLst/>
              <a:gdLst/>
              <a:ahLst/>
              <a:cxnLst/>
              <a:rect l="0" t="0" r="9525" b="4445"/>
              <a:pathLst>
                <a:path w="9525" h="4445">
                  <a:moveTo>
                    <a:pt x="4482" y="4445"/>
                  </a:moveTo>
                  <a:lnTo>
                    <a:pt x="9525" y="4445"/>
                  </a:lnTo>
                  <a:lnTo>
                    <a:pt x="0" y="0"/>
                  </a:lnTo>
                  <a:lnTo>
                    <a:pt x="4482" y="44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ToAALUVAABjOgAAvxUAAAAAAAAmAAAACAAAAP//////////"/>
                </a:ext>
              </a:extLst>
            </p:cNvSpPr>
            <p:nvPr/>
          </p:nvSpPr>
          <p:spPr>
            <a:xfrm>
              <a:off x="9454515" y="3528695"/>
              <a:ext cx="36830" cy="6350"/>
            </a:xfrm>
            <a:custGeom>
              <a:avLst/>
              <a:gdLst/>
              <a:ahLst/>
              <a:cxnLst/>
              <a:rect l="0" t="0" r="36830" b="6350"/>
              <a:pathLst>
                <a:path w="36830" h="6350">
                  <a:moveTo>
                    <a:pt x="2923" y="5556"/>
                  </a:moveTo>
                  <a:cubicBezTo>
                    <a:pt x="13446" y="6350"/>
                    <a:pt x="26307" y="4763"/>
                    <a:pt x="36830" y="5556"/>
                  </a:cubicBezTo>
                  <a:cubicBezTo>
                    <a:pt x="13446" y="6350"/>
                    <a:pt x="0" y="0"/>
                    <a:pt x="2923" y="55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세로 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Q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T8AALEBAAAtSAAA/yUAABAAAAAmAAAACAAAAAOAAAAAAAAA"/>
              </a:ext>
            </a:extLst>
          </p:cNvSpPr>
          <p:nvPr>
            <p:ph type="title"/>
          </p:nvPr>
        </p:nvSpPr>
        <p:spPr>
          <a:xfrm>
            <a:off x="10361295" y="274955"/>
            <a:ext cx="1371600" cy="5901690"/>
          </a:xfrm>
        </p:spPr>
        <p:txBody>
          <a:bodyPr vert="vert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세로 텍스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Q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LYBAAD+OwAA/yUAABAAAAAmAAAACAAAAAOAAAAAAAAA"/>
              </a:ext>
            </a:extLst>
          </p:cNvSpPr>
          <p:nvPr>
            <p:ph idx="1"/>
          </p:nvPr>
        </p:nvSpPr>
        <p:spPr>
          <a:xfrm>
            <a:off x="607695" y="278130"/>
            <a:ext cx="9144635" cy="589851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>
              <a:defRPr lang="ko-kr" cap="none"/>
            </a:lvl6pPr>
            <a:lvl7pPr>
              <a:defRPr lang="ko-kr" cap="none"/>
            </a:lvl7pPr>
            <a:lvl8pPr>
              <a:defRPr lang="ko-kr" cap="none" baseline="0"/>
            </a:lvl8pPr>
            <a:lvl9pPr>
              <a:defRPr lang="ko-kr" cap="none" baseline="0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79" name="날짜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049D-D3E7-5BF2-A9B6-25A74AF85F70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80" name="바닥글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81" name="슬라이드 번호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15DB-95E7-5BE3-A9B6-63B65BF85F36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선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FYAAAAfAAAAVAAAAAAAAAAAAAAAAAAAAAAAAAAAAAAAAAAAAAAAAAAAAAAAAAAAAAAAAAAAAAAAAAAAAAAAAAAAAAAAAAAAAAAAAAAAAAAAAAAAAAAAAAAAAAAAAAAAACEAAAAYAAAAFAAAAF4JAABRCQAAY0oAALYJAAAQAAAAJgAAAAgAAAD/////AAAAAA=="/>
              </a:ext>
            </a:extLst>
          </p:cNvGrpSpPr>
          <p:nvPr/>
        </p:nvGrpSpPr>
        <p:grpSpPr>
          <a:xfrm>
            <a:off x="1522730" y="1514475"/>
            <a:ext cx="10569575" cy="64135"/>
            <a:chOff x="1522730" y="1514475"/>
            <a:chExt cx="10569575" cy="64135"/>
          </a:xfrm>
        </p:grpSpPr>
        <p:sp>
          <p:nvSpPr>
            <p:cNvPr id="76" name="자유형 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0kAAGIJAABjSgAAagkAAAAAAAAmAAAACAAAAP//////////"/>
                </a:ext>
              </a:extLst>
            </p:cNvSpPr>
            <p:nvPr/>
          </p:nvSpPr>
          <p:spPr>
            <a:xfrm>
              <a:off x="12028805" y="1525270"/>
              <a:ext cx="63500" cy="5080"/>
            </a:xfrm>
            <a:custGeom>
              <a:avLst/>
              <a:gdLst/>
              <a:ahLst/>
              <a:cxnLst/>
              <a:rect l="0" t="0" r="63500" b="5080"/>
              <a:pathLst>
                <a:path w="63500" h="5080">
                  <a:moveTo>
                    <a:pt x="28433" y="5080"/>
                  </a:moveTo>
                  <a:lnTo>
                    <a:pt x="63500" y="2540"/>
                  </a:lnTo>
                  <a:cubicBezTo>
                    <a:pt x="56866" y="1693"/>
                    <a:pt x="24642" y="847"/>
                    <a:pt x="36963" y="0"/>
                  </a:cubicBezTo>
                  <a:cubicBezTo>
                    <a:pt x="0" y="847"/>
                    <a:pt x="7582" y="2540"/>
                    <a:pt x="28433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5" name="자유형 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9UkAAG4JAAATSgAAcAkAAAAAAAAmAAAACAAAAP//////////"/>
                </a:ext>
              </a:extLst>
            </p:cNvSpPr>
            <p:nvPr/>
          </p:nvSpPr>
          <p:spPr>
            <a:xfrm>
              <a:off x="12022455" y="153289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9050" y="635"/>
                  </a:lnTo>
                  <a:cubicBezTo>
                    <a:pt x="15240" y="0"/>
                    <a:pt x="1047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4" name="자유형 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oAAGwJAABRSgAAdgkAAAAAAAAmAAAACAAAAP//////////"/>
                </a:ext>
              </a:extLst>
            </p:cNvSpPr>
            <p:nvPr/>
          </p:nvSpPr>
          <p:spPr>
            <a:xfrm>
              <a:off x="12041505" y="1531620"/>
              <a:ext cx="39370" cy="6350"/>
            </a:xfrm>
            <a:custGeom>
              <a:avLst/>
              <a:gdLst/>
              <a:ahLst/>
              <a:cxnLst/>
              <a:rect l="0" t="0" r="39370" b="6350"/>
              <a:pathLst>
                <a:path w="39370" h="6350">
                  <a:moveTo>
                    <a:pt x="39370" y="0"/>
                  </a:moveTo>
                  <a:lnTo>
                    <a:pt x="0" y="2117"/>
                  </a:lnTo>
                  <a:cubicBezTo>
                    <a:pt x="4801" y="3175"/>
                    <a:pt x="5761" y="6350"/>
                    <a:pt x="18245" y="1058"/>
                  </a:cubicBezTo>
                  <a:cubicBezTo>
                    <a:pt x="14404" y="3175"/>
                    <a:pt x="22086" y="1058"/>
                    <a:pt x="39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3" name="자유형 1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UgAAGQJAAAMSQAAbAkAAAAAAAAmAAAACAAAAP//////////"/>
                </a:ext>
              </a:extLst>
            </p:cNvSpPr>
            <p:nvPr/>
          </p:nvSpPr>
          <p:spPr>
            <a:xfrm>
              <a:off x="11831955" y="1526540"/>
              <a:ext cx="42545" cy="5080"/>
            </a:xfrm>
            <a:custGeom>
              <a:avLst/>
              <a:gdLst/>
              <a:ahLst/>
              <a:cxnLst/>
              <a:rect l="0" t="0" r="42545" b="5080"/>
              <a:pathLst>
                <a:path w="42545" h="5080">
                  <a:moveTo>
                    <a:pt x="1890" y="0"/>
                  </a:moveTo>
                  <a:cubicBezTo>
                    <a:pt x="0" y="847"/>
                    <a:pt x="14181" y="3387"/>
                    <a:pt x="17018" y="5080"/>
                  </a:cubicBezTo>
                  <a:lnTo>
                    <a:pt x="42545" y="3387"/>
                  </a:lnTo>
                  <a:cubicBezTo>
                    <a:pt x="29308" y="2540"/>
                    <a:pt x="3781" y="1693"/>
                    <a:pt x="18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2" name="자유형 1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kgAAGwJAADnSAAAcAkAAAAAAAAmAAAACAAAAP//////////"/>
                </a:ext>
              </a:extLst>
            </p:cNvSpPr>
            <p:nvPr/>
          </p:nvSpPr>
          <p:spPr>
            <a:xfrm>
              <a:off x="11809730" y="1531620"/>
              <a:ext cx="41275" cy="2540"/>
            </a:xfrm>
            <a:custGeom>
              <a:avLst/>
              <a:gdLst/>
              <a:ahLst/>
              <a:cxnLst/>
              <a:rect l="0" t="0" r="41275" b="2540"/>
              <a:pathLst>
                <a:path w="41275" h="2540">
                  <a:moveTo>
                    <a:pt x="39398" y="0"/>
                  </a:moveTo>
                  <a:lnTo>
                    <a:pt x="0" y="2540"/>
                  </a:lnTo>
                  <a:cubicBezTo>
                    <a:pt x="34708" y="2540"/>
                    <a:pt x="41275" y="1693"/>
                    <a:pt x="39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1" name="자유형 1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0kAAHYJAABRSgAAfAkAAAAAAAAmAAAACAAAAP//////////"/>
                </a:ext>
              </a:extLst>
            </p:cNvSpPr>
            <p:nvPr/>
          </p:nvSpPr>
          <p:spPr>
            <a:xfrm>
              <a:off x="12003405" y="1537970"/>
              <a:ext cx="77470" cy="3810"/>
            </a:xfrm>
            <a:custGeom>
              <a:avLst/>
              <a:gdLst/>
              <a:ahLst/>
              <a:cxnLst/>
              <a:rect l="0" t="0" r="77470" b="3810"/>
              <a:pathLst>
                <a:path w="77470" h="3810">
                  <a:moveTo>
                    <a:pt x="13227" y="3810"/>
                  </a:moveTo>
                  <a:lnTo>
                    <a:pt x="77470" y="0"/>
                  </a:lnTo>
                  <a:lnTo>
                    <a:pt x="0" y="3810"/>
                  </a:lnTo>
                  <a:lnTo>
                    <a:pt x="13227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0" name="자유형 1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kcAAF8JAAABSAAAZgkAAAAAAAAmAAAACAAAAP//////////"/>
                </a:ext>
              </a:extLst>
            </p:cNvSpPr>
            <p:nvPr/>
          </p:nvSpPr>
          <p:spPr>
            <a:xfrm>
              <a:off x="11664950" y="1523365"/>
              <a:ext cx="40005" cy="4445"/>
            </a:xfrm>
            <a:custGeom>
              <a:avLst/>
              <a:gdLst/>
              <a:ahLst/>
              <a:cxnLst/>
              <a:rect l="0" t="0" r="40005" b="4445"/>
              <a:pathLst>
                <a:path w="40005" h="4445">
                  <a:moveTo>
                    <a:pt x="18097" y="3556"/>
                  </a:moveTo>
                  <a:lnTo>
                    <a:pt x="40005" y="0"/>
                  </a:lnTo>
                  <a:lnTo>
                    <a:pt x="0" y="4445"/>
                  </a:lnTo>
                  <a:lnTo>
                    <a:pt x="18097" y="3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9" name="자유형 1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YAAF0JAABZRwAAZAkAAAAAAAAmAAAACAAAAP//////////"/>
                </a:ext>
              </a:extLst>
            </p:cNvSpPr>
            <p:nvPr/>
          </p:nvSpPr>
          <p:spPr>
            <a:xfrm>
              <a:off x="11506200" y="1522095"/>
              <a:ext cx="92075" cy="4445"/>
            </a:xfrm>
            <a:custGeom>
              <a:avLst/>
              <a:gdLst/>
              <a:ahLst/>
              <a:cxnLst/>
              <a:rect l="0" t="0" r="92075" b="4445"/>
              <a:pathLst>
                <a:path w="92075" h="4445">
                  <a:moveTo>
                    <a:pt x="76102" y="4445"/>
                  </a:moveTo>
                  <a:cubicBezTo>
                    <a:pt x="92075" y="2222"/>
                    <a:pt x="53553" y="740"/>
                    <a:pt x="70465" y="0"/>
                  </a:cubicBezTo>
                  <a:cubicBezTo>
                    <a:pt x="44158" y="0"/>
                    <a:pt x="20669" y="1481"/>
                    <a:pt x="0" y="3704"/>
                  </a:cubicBezTo>
                  <a:cubicBezTo>
                    <a:pt x="22548" y="2222"/>
                    <a:pt x="46037" y="2963"/>
                    <a:pt x="76102" y="4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8" name="자유형 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YAAGIJAADIRgAAaAkAAAAAAAAmAAAACAAAAP//////////"/>
                </a:ext>
              </a:extLst>
            </p:cNvSpPr>
            <p:nvPr/>
          </p:nvSpPr>
          <p:spPr>
            <a:xfrm>
              <a:off x="11471275" y="1525270"/>
              <a:ext cx="34925" cy="3810"/>
            </a:xfrm>
            <a:custGeom>
              <a:avLst/>
              <a:gdLst/>
              <a:ahLst/>
              <a:cxnLst/>
              <a:rect l="0" t="0" r="34925" b="3810"/>
              <a:pathLst>
                <a:path w="34925" h="3810">
                  <a:moveTo>
                    <a:pt x="0" y="3810"/>
                  </a:moveTo>
                  <a:cubicBezTo>
                    <a:pt x="10671" y="2540"/>
                    <a:pt x="22313" y="1270"/>
                    <a:pt x="34925" y="0"/>
                  </a:cubicBezTo>
                  <a:cubicBezTo>
                    <a:pt x="23283" y="0"/>
                    <a:pt x="11641" y="1270"/>
                    <a:pt x="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7" name="자유형 2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gAAGgJAAA6SAAAcAkAAAAAAAAmAAAACAAAAP//////////"/>
                </a:ext>
              </a:extLst>
            </p:cNvSpPr>
            <p:nvPr/>
          </p:nvSpPr>
          <p:spPr>
            <a:xfrm>
              <a:off x="11711305" y="1529080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cubicBezTo>
                    <a:pt x="27047" y="4064"/>
                    <a:pt x="21451" y="1016"/>
                    <a:pt x="0" y="0"/>
                  </a:cubicBezTo>
                  <a:lnTo>
                    <a:pt x="14922" y="5080"/>
                  </a:lnTo>
                  <a:lnTo>
                    <a:pt x="2984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6" name="자유형 2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UcAAG4JAAAkSAAAcAkAAAAAAAAmAAAACAAAAP//////////"/>
                </a:ext>
              </a:extLst>
            </p:cNvSpPr>
            <p:nvPr/>
          </p:nvSpPr>
          <p:spPr>
            <a:xfrm>
              <a:off x="11692255" y="1532890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34925" y="1270"/>
                  </a:moveTo>
                  <a:lnTo>
                    <a:pt x="33954" y="1270"/>
                  </a:lnTo>
                  <a:lnTo>
                    <a:pt x="0" y="0"/>
                  </a:lnTo>
                  <a:lnTo>
                    <a:pt x="34925" y="1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5" name="자유형 2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kgAAHAJAABCSAAAcAkAAAAAAAAmAAAACAAAAP//////////"/>
                </a:ext>
              </a:extLst>
            </p:cNvSpPr>
            <p:nvPr/>
          </p:nvSpPr>
          <p:spPr>
            <a:xfrm>
              <a:off x="11741150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5080" y="0"/>
                  </a:moveTo>
                  <a:lnTo>
                    <a:pt x="0" y="0"/>
                  </a:lnTo>
                  <a:cubicBezTo>
                    <a:pt x="2032" y="0"/>
                    <a:pt x="3048" y="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4" name="자유형 2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EgAAHYJAABISQAAhAkAAAAAAAAmAAAACAAAAP//////////"/>
                </a:ext>
              </a:extLst>
            </p:cNvSpPr>
            <p:nvPr/>
          </p:nvSpPr>
          <p:spPr>
            <a:xfrm>
              <a:off x="11841480" y="1537970"/>
              <a:ext cx="71120" cy="8890"/>
            </a:xfrm>
            <a:custGeom>
              <a:avLst/>
              <a:gdLst/>
              <a:ahLst/>
              <a:cxnLst/>
              <a:rect l="0" t="0" r="71120" b="8890"/>
              <a:pathLst>
                <a:path w="71120" h="8890">
                  <a:moveTo>
                    <a:pt x="71120" y="0"/>
                  </a:moveTo>
                  <a:cubicBezTo>
                    <a:pt x="48362" y="2963"/>
                    <a:pt x="0" y="4939"/>
                    <a:pt x="46465" y="8890"/>
                  </a:cubicBezTo>
                  <a:cubicBezTo>
                    <a:pt x="62586" y="5927"/>
                    <a:pt x="36034" y="3951"/>
                    <a:pt x="7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3" name="자유형 2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IJAACmSAAAeAkAAAAAAAAmAAAACAAAAP//////////"/>
                </a:ext>
              </a:extLst>
            </p:cNvSpPr>
            <p:nvPr/>
          </p:nvSpPr>
          <p:spPr>
            <a:xfrm>
              <a:off x="11765280" y="1535430"/>
              <a:ext cx="44450" cy="3810"/>
            </a:xfrm>
            <a:custGeom>
              <a:avLst/>
              <a:gdLst/>
              <a:ahLst/>
              <a:cxnLst/>
              <a:rect l="0" t="0" r="44450" b="3810"/>
              <a:pathLst>
                <a:path w="44450" h="3810">
                  <a:moveTo>
                    <a:pt x="0" y="2858"/>
                  </a:moveTo>
                  <a:lnTo>
                    <a:pt x="41613" y="3810"/>
                  </a:lnTo>
                  <a:cubicBezTo>
                    <a:pt x="40667" y="2858"/>
                    <a:pt x="33101" y="953"/>
                    <a:pt x="44450" y="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2" name="자유형 2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0gAAHYJAABgSAAAegkAAAAAAAAmAAAACAAAAP//////////"/>
                </a:ext>
              </a:extLst>
            </p:cNvSpPr>
            <p:nvPr/>
          </p:nvSpPr>
          <p:spPr>
            <a:xfrm>
              <a:off x="11744325" y="1537970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0" y="2540"/>
                  </a:moveTo>
                  <a:lnTo>
                    <a:pt x="20955" y="0"/>
                  </a:lnTo>
                  <a:lnTo>
                    <a:pt x="4762" y="0"/>
                  </a:lnTo>
                  <a:lnTo>
                    <a:pt x="0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1" name="자유형 2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0YAAGwJAAAqRwAAcgkAAAAAAAAmAAAACAAAAP//////////"/>
                </a:ext>
              </a:extLst>
            </p:cNvSpPr>
            <p:nvPr/>
          </p:nvSpPr>
          <p:spPr>
            <a:xfrm>
              <a:off x="11482705" y="1531620"/>
              <a:ext cx="85725" cy="3810"/>
            </a:xfrm>
            <a:custGeom>
              <a:avLst/>
              <a:gdLst/>
              <a:ahLst/>
              <a:cxnLst/>
              <a:rect l="0" t="0" r="85725" b="3810"/>
              <a:pathLst>
                <a:path w="85725" h="3810">
                  <a:moveTo>
                    <a:pt x="60007" y="0"/>
                  </a:moveTo>
                  <a:cubicBezTo>
                    <a:pt x="41910" y="1905"/>
                    <a:pt x="21907" y="1905"/>
                    <a:pt x="0" y="1905"/>
                  </a:cubicBezTo>
                  <a:cubicBezTo>
                    <a:pt x="23812" y="2858"/>
                    <a:pt x="48577" y="3810"/>
                    <a:pt x="72390" y="3810"/>
                  </a:cubicBezTo>
                  <a:cubicBezTo>
                    <a:pt x="75247" y="1905"/>
                    <a:pt x="85725" y="0"/>
                    <a:pt x="600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0" name="자유형 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kcAAG4JAACORwAAcAkAAAAAAAAmAAAACAAAAP//////////"/>
                </a:ext>
              </a:extLst>
            </p:cNvSpPr>
            <p:nvPr/>
          </p:nvSpPr>
          <p:spPr>
            <a:xfrm>
              <a:off x="11626850" y="1532890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5080" y="0"/>
                  </a:moveTo>
                  <a:lnTo>
                    <a:pt x="0" y="1270"/>
                  </a:lnTo>
                  <a:cubicBezTo>
                    <a:pt x="3048" y="1270"/>
                    <a:pt x="5080" y="1270"/>
                    <a:pt x="5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9" name="자유형 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0UAAHAJAABPRQAAcAkAAAAAAAAmAAAACAAAAP//////////"/>
                </a:ext>
              </a:extLst>
            </p:cNvSpPr>
            <p:nvPr/>
          </p:nvSpPr>
          <p:spPr>
            <a:xfrm>
              <a:off x="11261725" y="1534160"/>
              <a:ext cx="5080" cy="0"/>
            </a:xfrm>
            <a:custGeom>
              <a:avLst/>
              <a:gdLst/>
              <a:ahLst/>
              <a:cxnLst/>
              <a:rect l="0" t="0" r="5080" b="0"/>
              <a:pathLst>
                <a:path w="5080">
                  <a:moveTo>
                    <a:pt x="0" y="0"/>
                  </a:moveTo>
                  <a:lnTo>
                    <a:pt x="4064" y="0"/>
                  </a:lnTo>
                  <a:cubicBezTo>
                    <a:pt x="4064" y="0"/>
                    <a:pt x="4064" y="0"/>
                    <a:pt x="50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8" name="자유형 3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0cAAHAJAABZRwAAdAkAAAAAAAAmAAAACAAAAP//////////"/>
                </a:ext>
              </a:extLst>
            </p:cNvSpPr>
            <p:nvPr/>
          </p:nvSpPr>
          <p:spPr>
            <a:xfrm>
              <a:off x="11553825" y="1534160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5674" y="2540"/>
                  </a:moveTo>
                  <a:cubicBezTo>
                    <a:pt x="23644" y="2540"/>
                    <a:pt x="34047" y="1270"/>
                    <a:pt x="44450" y="0"/>
                  </a:cubicBezTo>
                  <a:cubicBezTo>
                    <a:pt x="31210" y="0"/>
                    <a:pt x="17023" y="1270"/>
                    <a:pt x="1891" y="1270"/>
                  </a:cubicBezTo>
                  <a:cubicBezTo>
                    <a:pt x="0" y="1270"/>
                    <a:pt x="0" y="2540"/>
                    <a:pt x="5674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7" name="자유형 3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EYAAGgJAABiRgAAbAkAAAAAAAAmAAAACAAAAP//////////"/>
                </a:ext>
              </a:extLst>
            </p:cNvSpPr>
            <p:nvPr/>
          </p:nvSpPr>
          <p:spPr>
            <a:xfrm>
              <a:off x="11409680" y="1529080"/>
              <a:ext cx="31750" cy="2540"/>
            </a:xfrm>
            <a:custGeom>
              <a:avLst/>
              <a:gdLst/>
              <a:ahLst/>
              <a:cxnLst/>
              <a:rect l="0" t="0" r="31750" b="2540"/>
              <a:pathLst>
                <a:path w="31750" h="2540">
                  <a:moveTo>
                    <a:pt x="0" y="847"/>
                  </a:moveTo>
                  <a:cubicBezTo>
                    <a:pt x="9621" y="1693"/>
                    <a:pt x="20205" y="2540"/>
                    <a:pt x="31750" y="2540"/>
                  </a:cubicBezTo>
                  <a:cubicBezTo>
                    <a:pt x="22129" y="1693"/>
                    <a:pt x="2886" y="0"/>
                    <a:pt x="0" y="8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6" name="자유형 3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kcAAGwJAACERwAAbAkAAAAAAAAmAAAACAAAAP//////////"/>
                </a:ext>
              </a:extLst>
            </p:cNvSpPr>
            <p:nvPr/>
          </p:nvSpPr>
          <p:spPr>
            <a:xfrm>
              <a:off x="11619230" y="1531620"/>
              <a:ext cx="6350" cy="0"/>
            </a:xfrm>
            <a:custGeom>
              <a:avLst/>
              <a:gdLst/>
              <a:ahLst/>
              <a:cxnLst/>
              <a:rect l="0" t="0" r="6350" b="0"/>
              <a:pathLst>
                <a:path w="6350">
                  <a:moveTo>
                    <a:pt x="3175" y="0"/>
                  </a:moveTo>
                  <a:lnTo>
                    <a:pt x="6350" y="0"/>
                  </a:lnTo>
                  <a:cubicBezTo>
                    <a:pt x="0" y="0"/>
                    <a:pt x="0" y="0"/>
                    <a:pt x="3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5" name="자유형 3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UcAAGwJAACGRwAAcAkAAAAAAAAmAAAACAAAAP//////////"/>
                </a:ext>
              </a:extLst>
            </p:cNvSpPr>
            <p:nvPr/>
          </p:nvSpPr>
          <p:spPr>
            <a:xfrm>
              <a:off x="11598275" y="1531620"/>
              <a:ext cx="28575" cy="2540"/>
            </a:xfrm>
            <a:custGeom>
              <a:avLst/>
              <a:gdLst/>
              <a:ahLst/>
              <a:cxnLst/>
              <a:rect l="0" t="0" r="28575" b="2540"/>
              <a:pathLst>
                <a:path w="28575" h="2540">
                  <a:moveTo>
                    <a:pt x="23044" y="0"/>
                  </a:moveTo>
                  <a:cubicBezTo>
                    <a:pt x="13826" y="847"/>
                    <a:pt x="7374" y="1693"/>
                    <a:pt x="0" y="2540"/>
                  </a:cubicBezTo>
                  <a:cubicBezTo>
                    <a:pt x="10139" y="2540"/>
                    <a:pt x="20279" y="1693"/>
                    <a:pt x="28575" y="1693"/>
                  </a:cubicBezTo>
                  <a:cubicBezTo>
                    <a:pt x="26731" y="847"/>
                    <a:pt x="24887" y="847"/>
                    <a:pt x="23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4" name="자유형 3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QAAHAJAACuRQAAlQkAAAAAAAAmAAAACAAAAP//////////"/>
                </a:ext>
              </a:extLst>
            </p:cNvSpPr>
            <p:nvPr/>
          </p:nvSpPr>
          <p:spPr>
            <a:xfrm>
              <a:off x="11137900" y="1534160"/>
              <a:ext cx="189230" cy="23495"/>
            </a:xfrm>
            <a:custGeom>
              <a:avLst/>
              <a:gdLst/>
              <a:ahLst/>
              <a:cxnLst/>
              <a:rect l="0" t="0" r="189230" b="23495"/>
              <a:pathLst>
                <a:path w="189230" h="23495">
                  <a:moveTo>
                    <a:pt x="57342" y="23495"/>
                  </a:moveTo>
                  <a:cubicBezTo>
                    <a:pt x="60210" y="20014"/>
                    <a:pt x="107995" y="16533"/>
                    <a:pt x="149090" y="20884"/>
                  </a:cubicBezTo>
                  <a:cubicBezTo>
                    <a:pt x="189230" y="18273"/>
                    <a:pt x="163426" y="6091"/>
                    <a:pt x="128065" y="0"/>
                  </a:cubicBezTo>
                  <a:cubicBezTo>
                    <a:pt x="127109" y="1740"/>
                    <a:pt x="127109" y="2610"/>
                    <a:pt x="85058" y="5221"/>
                  </a:cubicBezTo>
                  <a:cubicBezTo>
                    <a:pt x="99394" y="6961"/>
                    <a:pt x="177762" y="9572"/>
                    <a:pt x="142400" y="12182"/>
                  </a:cubicBezTo>
                  <a:cubicBezTo>
                    <a:pt x="86969" y="13922"/>
                    <a:pt x="97482" y="11312"/>
                    <a:pt x="70722" y="9572"/>
                  </a:cubicBezTo>
                  <a:cubicBezTo>
                    <a:pt x="92704" y="13922"/>
                    <a:pt x="0" y="15663"/>
                    <a:pt x="12424" y="21754"/>
                  </a:cubicBezTo>
                  <a:lnTo>
                    <a:pt x="60210" y="20014"/>
                  </a:lnTo>
                  <a:cubicBezTo>
                    <a:pt x="61165" y="20884"/>
                    <a:pt x="43963" y="22624"/>
                    <a:pt x="57342" y="234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3" name="자유형 3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0UAAGgJAADlRQAAcAkAAAAAAAAmAAAACAAAAP//////////"/>
                </a:ext>
              </a:extLst>
            </p:cNvSpPr>
            <p:nvPr/>
          </p:nvSpPr>
          <p:spPr>
            <a:xfrm>
              <a:off x="11266805" y="1529080"/>
              <a:ext cx="95250" cy="5080"/>
            </a:xfrm>
            <a:custGeom>
              <a:avLst/>
              <a:gdLst/>
              <a:ahLst/>
              <a:cxnLst/>
              <a:rect l="0" t="0" r="95250" b="5080"/>
              <a:pathLst>
                <a:path w="95250" h="5080">
                  <a:moveTo>
                    <a:pt x="78105" y="5080"/>
                  </a:moveTo>
                  <a:lnTo>
                    <a:pt x="95250" y="5080"/>
                  </a:lnTo>
                  <a:cubicBezTo>
                    <a:pt x="75248" y="4233"/>
                    <a:pt x="61913" y="3387"/>
                    <a:pt x="36195" y="0"/>
                  </a:cubicBezTo>
                  <a:cubicBezTo>
                    <a:pt x="7620" y="1693"/>
                    <a:pt x="1905" y="3387"/>
                    <a:pt x="0" y="4233"/>
                  </a:cubicBezTo>
                  <a:lnTo>
                    <a:pt x="83820" y="5080"/>
                  </a:lnTo>
                  <a:lnTo>
                    <a:pt x="781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2" name="자유형 3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UUAAGwJAAC5RgAAgAkAAAAAAAAmAAAACAAAAP//////////"/>
                </a:ext>
              </a:extLst>
            </p:cNvSpPr>
            <p:nvPr/>
          </p:nvSpPr>
          <p:spPr>
            <a:xfrm>
              <a:off x="11362055" y="1531620"/>
              <a:ext cx="134620" cy="12700"/>
            </a:xfrm>
            <a:custGeom>
              <a:avLst/>
              <a:gdLst/>
              <a:ahLst/>
              <a:cxnLst/>
              <a:rect l="0" t="0" r="134620" b="12700"/>
              <a:pathLst>
                <a:path w="134620" h="12700">
                  <a:moveTo>
                    <a:pt x="75842" y="2721"/>
                  </a:moveTo>
                  <a:cubicBezTo>
                    <a:pt x="62570" y="6350"/>
                    <a:pt x="21805" y="8164"/>
                    <a:pt x="46453" y="12700"/>
                  </a:cubicBezTo>
                  <a:cubicBezTo>
                    <a:pt x="96699" y="12700"/>
                    <a:pt x="81530" y="9071"/>
                    <a:pt x="111867" y="7257"/>
                  </a:cubicBezTo>
                  <a:cubicBezTo>
                    <a:pt x="31285" y="8164"/>
                    <a:pt x="134620" y="5443"/>
                    <a:pt x="76790" y="2721"/>
                  </a:cubicBezTo>
                  <a:cubicBezTo>
                    <a:pt x="91959" y="2721"/>
                    <a:pt x="106179" y="1814"/>
                    <a:pt x="120400" y="1814"/>
                  </a:cubicBezTo>
                  <a:cubicBezTo>
                    <a:pt x="105231" y="1814"/>
                    <a:pt x="91959" y="907"/>
                    <a:pt x="78686" y="0"/>
                  </a:cubicBezTo>
                  <a:lnTo>
                    <a:pt x="80582" y="907"/>
                  </a:lnTo>
                  <a:cubicBezTo>
                    <a:pt x="80582" y="907"/>
                    <a:pt x="80582" y="907"/>
                    <a:pt x="80582" y="907"/>
                  </a:cubicBezTo>
                  <a:cubicBezTo>
                    <a:pt x="84375" y="907"/>
                    <a:pt x="85323" y="907"/>
                    <a:pt x="81530" y="907"/>
                  </a:cubicBezTo>
                  <a:lnTo>
                    <a:pt x="79634" y="907"/>
                  </a:lnTo>
                  <a:cubicBezTo>
                    <a:pt x="78686" y="1814"/>
                    <a:pt x="77738" y="1814"/>
                    <a:pt x="75842" y="2721"/>
                  </a:cubicBezTo>
                  <a:cubicBezTo>
                    <a:pt x="53090" y="1814"/>
                    <a:pt x="72050" y="1814"/>
                    <a:pt x="79634" y="907"/>
                  </a:cubicBezTo>
                  <a:cubicBezTo>
                    <a:pt x="79634" y="907"/>
                    <a:pt x="80582" y="907"/>
                    <a:pt x="80582" y="907"/>
                  </a:cubicBezTo>
                  <a:lnTo>
                    <a:pt x="0" y="2721"/>
                  </a:lnTo>
                  <a:cubicBezTo>
                    <a:pt x="17065" y="2721"/>
                    <a:pt x="37921" y="2721"/>
                    <a:pt x="75842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1" name="자유형 3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kgAAI0JAADdSAAAjwkAAAAAAAAmAAAACAAAAP//////////"/>
                </a:ext>
              </a:extLst>
            </p:cNvSpPr>
            <p:nvPr/>
          </p:nvSpPr>
          <p:spPr>
            <a:xfrm>
              <a:off x="11835130" y="15525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9525" y="1270"/>
                  </a:moveTo>
                  <a:cubicBezTo>
                    <a:pt x="6927" y="1270"/>
                    <a:pt x="6927" y="1270"/>
                    <a:pt x="6927" y="0"/>
                  </a:cubicBezTo>
                  <a:cubicBezTo>
                    <a:pt x="1731" y="1270"/>
                    <a:pt x="0" y="1270"/>
                    <a:pt x="952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0" name="자유형 3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EgAAH4JAAAZSQAAjQkAAAAAAAAmAAAACAAAAP//////////"/>
                </a:ext>
              </a:extLst>
            </p:cNvSpPr>
            <p:nvPr/>
          </p:nvSpPr>
          <p:spPr>
            <a:xfrm>
              <a:off x="11765280" y="1543050"/>
              <a:ext cx="117475" cy="9525"/>
            </a:xfrm>
            <a:custGeom>
              <a:avLst/>
              <a:gdLst/>
              <a:ahLst/>
              <a:cxnLst/>
              <a:rect l="0" t="0" r="117475" b="9525"/>
              <a:pathLst>
                <a:path w="117475" h="9525">
                  <a:moveTo>
                    <a:pt x="46219" y="8731"/>
                  </a:moveTo>
                  <a:cubicBezTo>
                    <a:pt x="51997" y="7937"/>
                    <a:pt x="56811" y="6350"/>
                    <a:pt x="76069" y="7143"/>
                  </a:cubicBezTo>
                  <a:cubicBezTo>
                    <a:pt x="92439" y="7937"/>
                    <a:pt x="76069" y="8731"/>
                    <a:pt x="77032" y="9525"/>
                  </a:cubicBezTo>
                  <a:cubicBezTo>
                    <a:pt x="88587" y="8731"/>
                    <a:pt x="117475" y="7143"/>
                    <a:pt x="80884" y="5556"/>
                  </a:cubicBezTo>
                  <a:lnTo>
                    <a:pt x="75106" y="6350"/>
                  </a:lnTo>
                  <a:cubicBezTo>
                    <a:pt x="42368" y="4762"/>
                    <a:pt x="0" y="793"/>
                    <a:pt x="5777" y="0"/>
                  </a:cubicBezTo>
                  <a:cubicBezTo>
                    <a:pt x="15406" y="3175"/>
                    <a:pt x="24072" y="5556"/>
                    <a:pt x="46219" y="87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9" name="자유형 3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cAAIAJAACERwAAhwkAAAAAAAAmAAAACAAAAP//////////"/>
                </a:ext>
              </a:extLst>
            </p:cNvSpPr>
            <p:nvPr/>
          </p:nvSpPr>
          <p:spPr>
            <a:xfrm>
              <a:off x="11555730" y="1544320"/>
              <a:ext cx="69850" cy="4445"/>
            </a:xfrm>
            <a:custGeom>
              <a:avLst/>
              <a:gdLst/>
              <a:ahLst/>
              <a:cxnLst/>
              <a:rect l="0" t="0" r="69850" b="4445"/>
              <a:pathLst>
                <a:path w="69850" h="4445">
                  <a:moveTo>
                    <a:pt x="66074" y="0"/>
                  </a:moveTo>
                  <a:lnTo>
                    <a:pt x="0" y="1481"/>
                  </a:lnTo>
                  <a:lnTo>
                    <a:pt x="33981" y="4445"/>
                  </a:lnTo>
                  <a:lnTo>
                    <a:pt x="32093" y="2963"/>
                  </a:lnTo>
                  <a:cubicBezTo>
                    <a:pt x="69850" y="2963"/>
                    <a:pt x="61355" y="1481"/>
                    <a:pt x="66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8" name="자유형 4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0UAAGYJAABHRQAAcAkAAAAAAAAmAAAACAAAAP//////////"/>
                </a:ext>
              </a:extLst>
            </p:cNvSpPr>
            <p:nvPr/>
          </p:nvSpPr>
          <p:spPr>
            <a:xfrm>
              <a:off x="11223625" y="1527810"/>
              <a:ext cx="38100" cy="6350"/>
            </a:xfrm>
            <a:custGeom>
              <a:avLst/>
              <a:gdLst/>
              <a:ahLst/>
              <a:cxnLst/>
              <a:rect l="0" t="0" r="38100" b="6350"/>
              <a:pathLst>
                <a:path w="38100" h="6350">
                  <a:moveTo>
                    <a:pt x="29528" y="4536"/>
                  </a:moveTo>
                  <a:lnTo>
                    <a:pt x="38100" y="0"/>
                  </a:lnTo>
                  <a:lnTo>
                    <a:pt x="0" y="6350"/>
                  </a:lnTo>
                  <a:lnTo>
                    <a:pt x="29528" y="4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7" name="자유형 4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UQAAGgJAAC0RAAAbAkAAAAAAAAmAAAACAAAAP//////////"/>
                </a:ext>
              </a:extLst>
            </p:cNvSpPr>
            <p:nvPr/>
          </p:nvSpPr>
          <p:spPr>
            <a:xfrm>
              <a:off x="11146155" y="1529080"/>
              <a:ext cx="22225" cy="2540"/>
            </a:xfrm>
            <a:custGeom>
              <a:avLst/>
              <a:gdLst/>
              <a:ahLst/>
              <a:cxnLst/>
              <a:rect l="0" t="0" r="22225" b="2540"/>
              <a:pathLst>
                <a:path w="22225" h="2540">
                  <a:moveTo>
                    <a:pt x="19446" y="2540"/>
                  </a:moveTo>
                  <a:lnTo>
                    <a:pt x="22225" y="0"/>
                  </a:lnTo>
                  <a:lnTo>
                    <a:pt x="0" y="1905"/>
                  </a:lnTo>
                  <a:lnTo>
                    <a:pt x="19446" y="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6" name="자유형 4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CYAAKMJAABBJgAApQkAAAAAAAAmAAAACAAAAP//////////"/>
                </a:ext>
              </a:extLst>
            </p:cNvSpPr>
            <p:nvPr/>
          </p:nvSpPr>
          <p:spPr>
            <a:xfrm>
              <a:off x="6197600" y="1566545"/>
              <a:ext cx="20955" cy="1270"/>
            </a:xfrm>
            <a:custGeom>
              <a:avLst/>
              <a:gdLst/>
              <a:ahLst/>
              <a:cxnLst/>
              <a:rect l="0" t="0" r="20955" b="1270"/>
              <a:pathLst>
                <a:path w="20955" h="1270">
                  <a:moveTo>
                    <a:pt x="20955" y="0"/>
                  </a:moveTo>
                  <a:lnTo>
                    <a:pt x="0" y="1270"/>
                  </a:lnTo>
                  <a:cubicBezTo>
                    <a:pt x="9978" y="0"/>
                    <a:pt x="15965" y="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5" name="자유형 4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icAAKEJAAApJwAAowkAAAAAAAAmAAAACAAAAP//////////"/>
                </a:ext>
              </a:extLst>
            </p:cNvSpPr>
            <p:nvPr/>
          </p:nvSpPr>
          <p:spPr>
            <a:xfrm>
              <a:off x="6356350" y="1565275"/>
              <a:ext cx="9525" cy="1270"/>
            </a:xfrm>
            <a:custGeom>
              <a:avLst/>
              <a:gdLst/>
              <a:ahLst/>
              <a:cxnLst/>
              <a:rect l="0" t="0" r="9525" b="1270"/>
              <a:pathLst>
                <a:path w="9525" h="1270">
                  <a:moveTo>
                    <a:pt x="5715" y="1270"/>
                  </a:moveTo>
                  <a:lnTo>
                    <a:pt x="9525" y="0"/>
                  </a:lnTo>
                  <a:cubicBezTo>
                    <a:pt x="2857" y="635"/>
                    <a:pt x="0" y="1270"/>
                    <a:pt x="5715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4" name="자유형 4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zcAAF0JAABxNwAAaAkAAAAAAAAmAAAACAAAAP//////////"/>
                </a:ext>
              </a:extLst>
            </p:cNvSpPr>
            <p:nvPr/>
          </p:nvSpPr>
          <p:spPr>
            <a:xfrm>
              <a:off x="8950325" y="1522095"/>
              <a:ext cx="62230" cy="6985"/>
            </a:xfrm>
            <a:custGeom>
              <a:avLst/>
              <a:gdLst/>
              <a:ahLst/>
              <a:cxnLst/>
              <a:rect l="0" t="0" r="62230" b="6985"/>
              <a:pathLst>
                <a:path w="62230" h="6985">
                  <a:moveTo>
                    <a:pt x="62230" y="6985"/>
                  </a:moveTo>
                  <a:cubicBezTo>
                    <a:pt x="32551" y="3880"/>
                    <a:pt x="0" y="0"/>
                    <a:pt x="3830" y="3104"/>
                  </a:cubicBezTo>
                  <a:lnTo>
                    <a:pt x="12446" y="6208"/>
                  </a:lnTo>
                  <a:cubicBezTo>
                    <a:pt x="33508" y="5432"/>
                    <a:pt x="48827" y="6208"/>
                    <a:pt x="62230" y="6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3" name="자유형 4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i4AAIQJAACLLgAAiQkAAAAAAAAmAAAACAAAAP//////////"/>
                </a:ext>
              </a:extLst>
            </p:cNvSpPr>
            <p:nvPr/>
          </p:nvSpPr>
          <p:spPr>
            <a:xfrm>
              <a:off x="7537450" y="1546860"/>
              <a:ext cx="28575" cy="3175"/>
            </a:xfrm>
            <a:custGeom>
              <a:avLst/>
              <a:gdLst/>
              <a:ahLst/>
              <a:cxnLst/>
              <a:rect l="0" t="0" r="28575" b="3175"/>
              <a:pathLst>
                <a:path w="28575" h="3175">
                  <a:moveTo>
                    <a:pt x="0" y="2381"/>
                  </a:moveTo>
                  <a:lnTo>
                    <a:pt x="8868" y="3175"/>
                  </a:lnTo>
                  <a:lnTo>
                    <a:pt x="28575" y="0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2" name="자유형 4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i4AAJ0JAAA+LgAAoQkAAAAAAAAmAAAACAAAAP//////////"/>
                </a:ext>
              </a:extLst>
            </p:cNvSpPr>
            <p:nvPr/>
          </p:nvSpPr>
          <p:spPr>
            <a:xfrm>
              <a:off x="7479030" y="1562735"/>
              <a:ext cx="38100" cy="2540"/>
            </a:xfrm>
            <a:custGeom>
              <a:avLst/>
              <a:gdLst/>
              <a:ahLst/>
              <a:cxnLst/>
              <a:rect l="0" t="0" r="38100" b="2540"/>
              <a:pathLst>
                <a:path w="38100" h="2540">
                  <a:moveTo>
                    <a:pt x="38100" y="2540"/>
                  </a:moveTo>
                  <a:lnTo>
                    <a:pt x="0" y="0"/>
                  </a:lnTo>
                  <a:cubicBezTo>
                    <a:pt x="8573" y="847"/>
                    <a:pt x="20955" y="1693"/>
                    <a:pt x="3810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1" name="자유형 4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CEAAKYJAACCIQAArAkAAAAAAAAmAAAACAAAAP//////////"/>
                </a:ext>
              </a:extLst>
            </p:cNvSpPr>
            <p:nvPr/>
          </p:nvSpPr>
          <p:spPr>
            <a:xfrm>
              <a:off x="5410200" y="1568450"/>
              <a:ext cx="36830" cy="3810"/>
            </a:xfrm>
            <a:custGeom>
              <a:avLst/>
              <a:gdLst/>
              <a:ahLst/>
              <a:cxnLst/>
              <a:rect l="0" t="0" r="36830" b="3810"/>
              <a:pathLst>
                <a:path w="36830" h="3810">
                  <a:moveTo>
                    <a:pt x="23261" y="0"/>
                  </a:moveTo>
                  <a:lnTo>
                    <a:pt x="0" y="3810"/>
                  </a:lnTo>
                  <a:cubicBezTo>
                    <a:pt x="36830" y="3810"/>
                    <a:pt x="20353" y="2286"/>
                    <a:pt x="2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0" name="자유형 4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T4AAGoJAAAqPwAAcgkAAAAAAAAmAAAACAAAAP//////////"/>
                </a:ext>
              </a:extLst>
            </p:cNvSpPr>
            <p:nvPr/>
          </p:nvSpPr>
          <p:spPr>
            <a:xfrm>
              <a:off x="10206355" y="1530350"/>
              <a:ext cx="61595" cy="5080"/>
            </a:xfrm>
            <a:custGeom>
              <a:avLst/>
              <a:gdLst/>
              <a:ahLst/>
              <a:cxnLst/>
              <a:rect l="0" t="0" r="61595" b="5080"/>
              <a:pathLst>
                <a:path w="61595" h="5080">
                  <a:moveTo>
                    <a:pt x="61595" y="2540"/>
                  </a:moveTo>
                  <a:cubicBezTo>
                    <a:pt x="36957" y="847"/>
                    <a:pt x="17057" y="0"/>
                    <a:pt x="0" y="0"/>
                  </a:cubicBezTo>
                  <a:cubicBezTo>
                    <a:pt x="30323" y="1693"/>
                    <a:pt x="54014" y="5080"/>
                    <a:pt x="61595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9" name="자유형 4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yYAAGIJAACdJgAAZgkAAAAAAAAmAAAACAAAAP//////////"/>
                </a:ext>
              </a:extLst>
            </p:cNvSpPr>
            <p:nvPr/>
          </p:nvSpPr>
          <p:spPr>
            <a:xfrm>
              <a:off x="6257925" y="1525270"/>
              <a:ext cx="19050" cy="2540"/>
            </a:xfrm>
            <a:custGeom>
              <a:avLst/>
              <a:gdLst/>
              <a:ahLst/>
              <a:cxnLst/>
              <a:rect l="0" t="0" r="19050" b="2540"/>
              <a:pathLst>
                <a:path w="19050" h="2540">
                  <a:moveTo>
                    <a:pt x="16329" y="0"/>
                  </a:moveTo>
                  <a:cubicBezTo>
                    <a:pt x="4536" y="1270"/>
                    <a:pt x="0" y="2540"/>
                    <a:pt x="0" y="2540"/>
                  </a:cubicBezTo>
                  <a:cubicBezTo>
                    <a:pt x="11793" y="2540"/>
                    <a:pt x="19050" y="1270"/>
                    <a:pt x="16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8" name="자유형 5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D4AAGYJAADJPgAAbAkAAAAAAAAmAAAACAAAAP//////////"/>
                </a:ext>
              </a:extLst>
            </p:cNvSpPr>
            <p:nvPr/>
          </p:nvSpPr>
          <p:spPr>
            <a:xfrm>
              <a:off x="10134600" y="1527810"/>
              <a:ext cx="71755" cy="3810"/>
            </a:xfrm>
            <a:custGeom>
              <a:avLst/>
              <a:gdLst/>
              <a:ahLst/>
              <a:cxnLst/>
              <a:rect l="0" t="0" r="71755" b="3810"/>
              <a:pathLst>
                <a:path w="71755" h="3810">
                  <a:moveTo>
                    <a:pt x="0" y="2858"/>
                  </a:moveTo>
                  <a:lnTo>
                    <a:pt x="12437" y="3810"/>
                  </a:lnTo>
                  <a:cubicBezTo>
                    <a:pt x="30615" y="2858"/>
                    <a:pt x="49750" y="1905"/>
                    <a:pt x="71755" y="2858"/>
                  </a:cubicBezTo>
                  <a:cubicBezTo>
                    <a:pt x="49750" y="953"/>
                    <a:pt x="23918" y="0"/>
                    <a:pt x="0" y="2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7" name="자유형 5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8AAJkJAADwDwAAmwkAAAAAAAAmAAAACAAAAP//////////"/>
                </a:ext>
              </a:extLst>
            </p:cNvSpPr>
            <p:nvPr/>
          </p:nvSpPr>
          <p:spPr>
            <a:xfrm>
              <a:off x="2583180" y="1560195"/>
              <a:ext cx="7620" cy="1270"/>
            </a:xfrm>
            <a:custGeom>
              <a:avLst/>
              <a:gdLst/>
              <a:ahLst/>
              <a:cxnLst/>
              <a:rect l="0" t="0" r="7620" b="1270"/>
              <a:pathLst>
                <a:path w="7620" h="1270">
                  <a:moveTo>
                    <a:pt x="7620" y="1270"/>
                  </a:moveTo>
                  <a:lnTo>
                    <a:pt x="953" y="0"/>
                  </a:lnTo>
                  <a:cubicBezTo>
                    <a:pt x="0" y="1270"/>
                    <a:pt x="2858" y="1270"/>
                    <a:pt x="762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6" name="자유형 5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oAAF0JAAAOCwAAXwkAAAAAAAAmAAAACAAAAP//////////"/>
                </a:ext>
              </a:extLst>
            </p:cNvSpPr>
            <p:nvPr/>
          </p:nvSpPr>
          <p:spPr>
            <a:xfrm>
              <a:off x="1762125" y="1522095"/>
              <a:ext cx="34925" cy="1270"/>
            </a:xfrm>
            <a:custGeom>
              <a:avLst/>
              <a:gdLst/>
              <a:ahLst/>
              <a:cxnLst/>
              <a:rect l="0" t="0" r="34925" b="1270"/>
              <a:pathLst>
                <a:path w="34925" h="1270">
                  <a:moveTo>
                    <a:pt x="0" y="1270"/>
                  </a:moveTo>
                  <a:cubicBezTo>
                    <a:pt x="8731" y="1270"/>
                    <a:pt x="22313" y="1270"/>
                    <a:pt x="34925" y="1270"/>
                  </a:cubicBezTo>
                  <a:cubicBezTo>
                    <a:pt x="28134" y="0"/>
                    <a:pt x="18432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5" name="자유형 5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EIAAGgJAACiQgAAagkAAAAAAAAmAAAACAAAAP//////////"/>
                </a:ext>
              </a:extLst>
            </p:cNvSpPr>
            <p:nvPr/>
          </p:nvSpPr>
          <p:spPr>
            <a:xfrm>
              <a:off x="10812780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cubicBezTo>
                    <a:pt x="19050" y="1270"/>
                    <a:pt x="2858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4" name="자유형 5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EMAAIIJAAAVQwAAhQkAAAAAAAAmAAAACAAAAP//////////"/>
                </a:ext>
              </a:extLst>
            </p:cNvSpPr>
            <p:nvPr/>
          </p:nvSpPr>
          <p:spPr>
            <a:xfrm>
              <a:off x="10896600" y="1545590"/>
              <a:ext cx="8255" cy="1905"/>
            </a:xfrm>
            <a:custGeom>
              <a:avLst/>
              <a:gdLst/>
              <a:ahLst/>
              <a:cxnLst/>
              <a:rect l="0" t="0" r="8255" b="1905"/>
              <a:pathLst>
                <a:path w="8255" h="1905">
                  <a:moveTo>
                    <a:pt x="8255" y="0"/>
                  </a:moveTo>
                  <a:cubicBezTo>
                    <a:pt x="4127" y="635"/>
                    <a:pt x="1031" y="1270"/>
                    <a:pt x="0" y="1905"/>
                  </a:cubicBezTo>
                  <a:cubicBezTo>
                    <a:pt x="2063" y="1270"/>
                    <a:pt x="4127" y="635"/>
                    <a:pt x="8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3" name="자유형 5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0AAI8JAAA5PQAAkQkAAAAAAAAmAAAACAAAAP//////////"/>
                </a:ext>
              </a:extLst>
            </p:cNvSpPr>
            <p:nvPr/>
          </p:nvSpPr>
          <p:spPr>
            <a:xfrm>
              <a:off x="9947275" y="1553845"/>
              <a:ext cx="5080" cy="1270"/>
            </a:xfrm>
            <a:custGeom>
              <a:avLst/>
              <a:gdLst/>
              <a:ahLst/>
              <a:cxnLst/>
              <a:rect l="0" t="0" r="5080" b="1270"/>
              <a:pathLst>
                <a:path w="5080" h="1270">
                  <a:moveTo>
                    <a:pt x="1016" y="0"/>
                  </a:moveTo>
                  <a:lnTo>
                    <a:pt x="0" y="0"/>
                  </a:lnTo>
                  <a:cubicBezTo>
                    <a:pt x="5080" y="1270"/>
                    <a:pt x="4064" y="0"/>
                    <a:pt x="1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2" name="자유형 5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i0IAAGwJAACxQgAAbAkAAAAAAAAmAAAACAAAAP//////////"/>
                </a:ext>
              </a:extLst>
            </p:cNvSpPr>
            <p:nvPr/>
          </p:nvSpPr>
          <p:spPr>
            <a:xfrm>
              <a:off x="10817225" y="1531620"/>
              <a:ext cx="24130" cy="0"/>
            </a:xfrm>
            <a:custGeom>
              <a:avLst/>
              <a:gdLst/>
              <a:ahLst/>
              <a:cxnLst/>
              <a:rect l="0" t="0" r="24130" b="0"/>
              <a:pathLst>
                <a:path w="24130">
                  <a:moveTo>
                    <a:pt x="24130" y="0"/>
                  </a:moveTo>
                  <a:cubicBezTo>
                    <a:pt x="17374" y="0"/>
                    <a:pt x="9652" y="0"/>
                    <a:pt x="0" y="0"/>
                  </a:cubicBezTo>
                  <a:cubicBezTo>
                    <a:pt x="4826" y="0"/>
                    <a:pt x="11582" y="0"/>
                    <a:pt x="24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1" name="자유형 5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UIAAGgJAADHQgAAagkAAAAAAAAmAAAACAAAAP//////////"/>
                </a:ext>
              </a:extLst>
            </p:cNvSpPr>
            <p:nvPr/>
          </p:nvSpPr>
          <p:spPr>
            <a:xfrm>
              <a:off x="10836275" y="1529080"/>
              <a:ext cx="19050" cy="1270"/>
            </a:xfrm>
            <a:custGeom>
              <a:avLst/>
              <a:gdLst/>
              <a:ahLst/>
              <a:cxnLst/>
              <a:rect l="0" t="0" r="19050" b="1270"/>
              <a:pathLst>
                <a:path w="19050" h="1270">
                  <a:moveTo>
                    <a:pt x="0" y="1270"/>
                  </a:moveTo>
                  <a:lnTo>
                    <a:pt x="17145" y="1270"/>
                  </a:lnTo>
                  <a:cubicBezTo>
                    <a:pt x="19050" y="1270"/>
                    <a:pt x="17145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0" name="자유형 5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EIAAGoJAACLQgAAbAkAAAAAAAAmAAAACAAAAP//////////"/>
                </a:ext>
              </a:extLst>
            </p:cNvSpPr>
            <p:nvPr/>
          </p:nvSpPr>
          <p:spPr>
            <a:xfrm>
              <a:off x="10787380" y="1530350"/>
              <a:ext cx="29845" cy="1270"/>
            </a:xfrm>
            <a:custGeom>
              <a:avLst/>
              <a:gdLst/>
              <a:ahLst/>
              <a:cxnLst/>
              <a:rect l="0" t="0" r="29845" b="1270"/>
              <a:pathLst>
                <a:path w="29845" h="1270">
                  <a:moveTo>
                    <a:pt x="0" y="0"/>
                  </a:moveTo>
                  <a:cubicBezTo>
                    <a:pt x="10590" y="0"/>
                    <a:pt x="20217" y="0"/>
                    <a:pt x="29845" y="1270"/>
                  </a:cubicBezTo>
                  <a:cubicBezTo>
                    <a:pt x="26956" y="0"/>
                    <a:pt x="25031" y="0"/>
                    <a:pt x="2599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9" name="자유형 5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RkAAI0JAABOGQAAkQkAAAAAAAAmAAAACAAAAP//////////"/>
                </a:ext>
              </a:extLst>
            </p:cNvSpPr>
            <p:nvPr/>
          </p:nvSpPr>
          <p:spPr>
            <a:xfrm>
              <a:off x="4092575" y="1552575"/>
              <a:ext cx="20955" cy="2540"/>
            </a:xfrm>
            <a:custGeom>
              <a:avLst/>
              <a:gdLst/>
              <a:ahLst/>
              <a:cxnLst/>
              <a:rect l="0" t="0" r="20955" b="2540"/>
              <a:pathLst>
                <a:path w="20955" h="2540">
                  <a:moveTo>
                    <a:pt x="20955" y="0"/>
                  </a:moveTo>
                  <a:lnTo>
                    <a:pt x="17310" y="0"/>
                  </a:lnTo>
                  <a:cubicBezTo>
                    <a:pt x="0" y="2540"/>
                    <a:pt x="7288" y="1270"/>
                    <a:pt x="20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8" name="자유형 6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jQAAKUJAAB7NAAApgkAAAAAAAAmAAAACAAAAP//////////"/>
                </a:ext>
              </a:extLst>
            </p:cNvSpPr>
            <p:nvPr/>
          </p:nvSpPr>
          <p:spPr>
            <a:xfrm>
              <a:off x="8528050" y="1567815"/>
              <a:ext cx="3175" cy="635"/>
            </a:xfrm>
            <a:custGeom>
              <a:avLst/>
              <a:gdLst/>
              <a:ahLst/>
              <a:cxnLst/>
              <a:rect l="0" t="0" r="3175" b="635"/>
              <a:pathLst>
                <a:path w="3175" h="635">
                  <a:moveTo>
                    <a:pt x="1058" y="635"/>
                  </a:moveTo>
                  <a:lnTo>
                    <a:pt x="3175" y="0"/>
                  </a:lnTo>
                  <a:lnTo>
                    <a:pt x="0" y="0"/>
                  </a:lnTo>
                  <a:lnTo>
                    <a:pt x="1058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7" name="자유형 6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TQAAJMJAAB2NAAAqgkAAAAAAAAmAAAACAAAAP//////////"/>
                </a:ext>
              </a:extLst>
            </p:cNvSpPr>
            <p:nvPr/>
          </p:nvSpPr>
          <p:spPr>
            <a:xfrm>
              <a:off x="8461375" y="1556385"/>
              <a:ext cx="66675" cy="14605"/>
            </a:xfrm>
            <a:custGeom>
              <a:avLst/>
              <a:gdLst/>
              <a:ahLst/>
              <a:cxnLst/>
              <a:rect l="0" t="0" r="66675" b="14605"/>
              <a:pathLst>
                <a:path w="66675" h="14605">
                  <a:moveTo>
                    <a:pt x="0" y="14605"/>
                  </a:moveTo>
                  <a:cubicBezTo>
                    <a:pt x="28989" y="9450"/>
                    <a:pt x="45416" y="10309"/>
                    <a:pt x="66675" y="11168"/>
                  </a:cubicBezTo>
                  <a:lnTo>
                    <a:pt x="44450" y="0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6" name="자유형 6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kAAFEJAABwRAAAtgkAAAAAAAAmAAAACAAAAP//////////"/>
                </a:ext>
              </a:extLst>
            </p:cNvSpPr>
            <p:nvPr/>
          </p:nvSpPr>
          <p:spPr>
            <a:xfrm>
              <a:off x="1562100" y="1514475"/>
              <a:ext cx="9563100" cy="64135"/>
            </a:xfrm>
            <a:custGeom>
              <a:avLst/>
              <a:gdLst/>
              <a:ahLst/>
              <a:cxnLst/>
              <a:rect l="0" t="0" r="9563100" b="64135"/>
              <a:pathLst>
                <a:path w="9563100" h="64135">
                  <a:moveTo>
                    <a:pt x="2354067" y="10261"/>
                  </a:moveTo>
                  <a:lnTo>
                    <a:pt x="2366462" y="11116"/>
                  </a:lnTo>
                  <a:cubicBezTo>
                    <a:pt x="2338812" y="12827"/>
                    <a:pt x="2346440" y="11116"/>
                    <a:pt x="2354067" y="10261"/>
                  </a:cubicBezTo>
                  <a:close/>
                  <a:moveTo>
                    <a:pt x="9110211" y="21378"/>
                  </a:moveTo>
                  <a:cubicBezTo>
                    <a:pt x="9116886" y="20523"/>
                    <a:pt x="9115932" y="19668"/>
                    <a:pt x="9114025" y="19668"/>
                  </a:cubicBezTo>
                  <a:cubicBezTo>
                    <a:pt x="9109258" y="20523"/>
                    <a:pt x="9094956" y="20523"/>
                    <a:pt x="9078748" y="20523"/>
                  </a:cubicBezTo>
                  <a:cubicBezTo>
                    <a:pt x="9083515" y="21378"/>
                    <a:pt x="9092096" y="22233"/>
                    <a:pt x="9110211" y="21378"/>
                  </a:cubicBezTo>
                  <a:close/>
                  <a:moveTo>
                    <a:pt x="9047284" y="19668"/>
                  </a:moveTo>
                  <a:lnTo>
                    <a:pt x="9046330" y="19668"/>
                  </a:lnTo>
                  <a:cubicBezTo>
                    <a:pt x="9015820" y="17957"/>
                    <a:pt x="9026308" y="18812"/>
                    <a:pt x="9047284" y="19668"/>
                  </a:cubicBezTo>
                  <a:close/>
                  <a:moveTo>
                    <a:pt x="6079195" y="42756"/>
                  </a:moveTo>
                  <a:cubicBezTo>
                    <a:pt x="6068707" y="44466"/>
                    <a:pt x="6053452" y="43611"/>
                    <a:pt x="6035336" y="41901"/>
                  </a:cubicBezTo>
                  <a:cubicBezTo>
                    <a:pt x="6048685" y="41901"/>
                    <a:pt x="6062986" y="41901"/>
                    <a:pt x="6079195" y="42756"/>
                  </a:cubicBezTo>
                  <a:close/>
                  <a:moveTo>
                    <a:pt x="5013238" y="51308"/>
                  </a:moveTo>
                  <a:cubicBezTo>
                    <a:pt x="4999890" y="52163"/>
                    <a:pt x="4973193" y="54728"/>
                    <a:pt x="4962705" y="52163"/>
                  </a:cubicBezTo>
                  <a:cubicBezTo>
                    <a:pt x="4978914" y="47032"/>
                    <a:pt x="4990355" y="49597"/>
                    <a:pt x="5013238" y="51308"/>
                  </a:cubicBezTo>
                  <a:close/>
                  <a:moveTo>
                    <a:pt x="4312453" y="52163"/>
                  </a:moveTo>
                  <a:lnTo>
                    <a:pt x="4359172" y="55583"/>
                  </a:lnTo>
                  <a:cubicBezTo>
                    <a:pt x="4302918" y="60714"/>
                    <a:pt x="4261920" y="59004"/>
                    <a:pt x="4305779" y="64135"/>
                  </a:cubicBezTo>
                  <a:cubicBezTo>
                    <a:pt x="4312453" y="52163"/>
                    <a:pt x="4487888" y="63279"/>
                    <a:pt x="4494562" y="51308"/>
                  </a:cubicBezTo>
                  <a:lnTo>
                    <a:pt x="4526025" y="53873"/>
                  </a:lnTo>
                  <a:cubicBezTo>
                    <a:pt x="4516491" y="53873"/>
                    <a:pt x="4515538" y="54728"/>
                    <a:pt x="4506957" y="54728"/>
                  </a:cubicBezTo>
                  <a:cubicBezTo>
                    <a:pt x="4567024" y="59859"/>
                    <a:pt x="4551769" y="46177"/>
                    <a:pt x="4628998" y="47887"/>
                  </a:cubicBezTo>
                  <a:cubicBezTo>
                    <a:pt x="4655695" y="48742"/>
                    <a:pt x="4674764" y="50452"/>
                    <a:pt x="4656648" y="52163"/>
                  </a:cubicBezTo>
                  <a:lnTo>
                    <a:pt x="4716715" y="48742"/>
                  </a:lnTo>
                  <a:cubicBezTo>
                    <a:pt x="4733878" y="49597"/>
                    <a:pt x="4730064" y="51308"/>
                    <a:pt x="4711948" y="51308"/>
                  </a:cubicBezTo>
                  <a:lnTo>
                    <a:pt x="4804433" y="51308"/>
                  </a:lnTo>
                  <a:lnTo>
                    <a:pt x="4803479" y="50452"/>
                  </a:lnTo>
                  <a:cubicBezTo>
                    <a:pt x="4816828" y="48742"/>
                    <a:pt x="4846385" y="46177"/>
                    <a:pt x="4860686" y="44466"/>
                  </a:cubicBezTo>
                  <a:cubicBezTo>
                    <a:pt x="4883569" y="46177"/>
                    <a:pt x="4849245" y="46177"/>
                    <a:pt x="4854966" y="47887"/>
                  </a:cubicBezTo>
                  <a:lnTo>
                    <a:pt x="4905498" y="44466"/>
                  </a:lnTo>
                  <a:cubicBezTo>
                    <a:pt x="4926474" y="47887"/>
                    <a:pt x="4884523" y="50452"/>
                    <a:pt x="4849245" y="50452"/>
                  </a:cubicBezTo>
                  <a:cubicBezTo>
                    <a:pt x="4896917" y="62424"/>
                    <a:pt x="4891197" y="47032"/>
                    <a:pt x="4994169" y="54728"/>
                  </a:cubicBezTo>
                  <a:lnTo>
                    <a:pt x="4945543" y="55583"/>
                  </a:lnTo>
                  <a:cubicBezTo>
                    <a:pt x="4977007" y="62424"/>
                    <a:pt x="5014192" y="59859"/>
                    <a:pt x="5068538" y="64135"/>
                  </a:cubicBezTo>
                  <a:cubicBezTo>
                    <a:pt x="5055190" y="62424"/>
                    <a:pt x="4959845" y="53873"/>
                    <a:pt x="5015145" y="51308"/>
                  </a:cubicBezTo>
                  <a:cubicBezTo>
                    <a:pt x="5030400" y="52163"/>
                    <a:pt x="5051376" y="52163"/>
                    <a:pt x="5080933" y="50452"/>
                  </a:cubicBezTo>
                  <a:cubicBezTo>
                    <a:pt x="5080933" y="53873"/>
                    <a:pt x="5109537" y="53018"/>
                    <a:pt x="5146721" y="53018"/>
                  </a:cubicBezTo>
                  <a:lnTo>
                    <a:pt x="5143861" y="59004"/>
                  </a:lnTo>
                  <a:cubicBezTo>
                    <a:pt x="5182952" y="57293"/>
                    <a:pt x="5180092" y="54728"/>
                    <a:pt x="5202975" y="52163"/>
                  </a:cubicBezTo>
                  <a:cubicBezTo>
                    <a:pt x="5246833" y="52163"/>
                    <a:pt x="5256368" y="56438"/>
                    <a:pt x="5265902" y="60714"/>
                  </a:cubicBezTo>
                  <a:cubicBezTo>
                    <a:pt x="5336458" y="61569"/>
                    <a:pt x="5218230" y="53873"/>
                    <a:pt x="5301180" y="53018"/>
                  </a:cubicBezTo>
                  <a:cubicBezTo>
                    <a:pt x="5359340" y="54728"/>
                    <a:pt x="5400339" y="53018"/>
                    <a:pt x="5469941" y="49597"/>
                  </a:cubicBezTo>
                  <a:cubicBezTo>
                    <a:pt x="5510939" y="51308"/>
                    <a:pt x="5463267" y="53018"/>
                    <a:pt x="5477568" y="54728"/>
                  </a:cubicBezTo>
                  <a:lnTo>
                    <a:pt x="5513799" y="50452"/>
                  </a:lnTo>
                  <a:cubicBezTo>
                    <a:pt x="5522380" y="50452"/>
                    <a:pt x="5519520" y="51308"/>
                    <a:pt x="5518567" y="52163"/>
                  </a:cubicBezTo>
                  <a:cubicBezTo>
                    <a:pt x="5549077" y="50452"/>
                    <a:pt x="5520473" y="47032"/>
                    <a:pt x="5569099" y="45322"/>
                  </a:cubicBezTo>
                  <a:cubicBezTo>
                    <a:pt x="5581494" y="39336"/>
                    <a:pt x="5667305" y="54728"/>
                    <a:pt x="5726419" y="47887"/>
                  </a:cubicBezTo>
                  <a:cubicBezTo>
                    <a:pt x="5740720" y="49597"/>
                    <a:pt x="5719744" y="51308"/>
                    <a:pt x="5723558" y="53018"/>
                  </a:cubicBezTo>
                  <a:cubicBezTo>
                    <a:pt x="5805555" y="48742"/>
                    <a:pt x="5794114" y="50452"/>
                    <a:pt x="5860855" y="44466"/>
                  </a:cubicBezTo>
                  <a:lnTo>
                    <a:pt x="5917109" y="47887"/>
                  </a:lnTo>
                  <a:cubicBezTo>
                    <a:pt x="5876110" y="43611"/>
                    <a:pt x="5929503" y="38481"/>
                    <a:pt x="5976222" y="35060"/>
                  </a:cubicBezTo>
                  <a:cubicBezTo>
                    <a:pt x="5960967" y="32495"/>
                    <a:pt x="5948572" y="30784"/>
                    <a:pt x="5939991" y="29929"/>
                  </a:cubicBezTo>
                  <a:lnTo>
                    <a:pt x="6014360" y="27364"/>
                  </a:lnTo>
                  <a:cubicBezTo>
                    <a:pt x="6023895" y="28219"/>
                    <a:pt x="6016267" y="29929"/>
                    <a:pt x="6003872" y="32495"/>
                  </a:cubicBezTo>
                  <a:lnTo>
                    <a:pt x="6017221" y="30784"/>
                  </a:lnTo>
                  <a:cubicBezTo>
                    <a:pt x="6043917" y="33350"/>
                    <a:pt x="6030569" y="36770"/>
                    <a:pt x="6011500" y="39336"/>
                  </a:cubicBezTo>
                  <a:lnTo>
                    <a:pt x="5984803" y="35915"/>
                  </a:lnTo>
                  <a:cubicBezTo>
                    <a:pt x="5965734" y="39336"/>
                    <a:pt x="5948572" y="42756"/>
                    <a:pt x="5952386" y="46177"/>
                  </a:cubicBezTo>
                  <a:cubicBezTo>
                    <a:pt x="5957153" y="45322"/>
                    <a:pt x="5966688" y="45322"/>
                    <a:pt x="5977176" y="44466"/>
                  </a:cubicBezTo>
                  <a:cubicBezTo>
                    <a:pt x="5972409" y="45322"/>
                    <a:pt x="5969548" y="46177"/>
                    <a:pt x="5971455" y="47032"/>
                  </a:cubicBezTo>
                  <a:cubicBezTo>
                    <a:pt x="5974316" y="47887"/>
                    <a:pt x="5981943" y="46177"/>
                    <a:pt x="5994338" y="45322"/>
                  </a:cubicBezTo>
                  <a:lnTo>
                    <a:pt x="6010547" y="51308"/>
                  </a:lnTo>
                  <a:lnTo>
                    <a:pt x="6015314" y="48742"/>
                  </a:lnTo>
                  <a:lnTo>
                    <a:pt x="6112566" y="53018"/>
                  </a:lnTo>
                  <a:cubicBezTo>
                    <a:pt x="6183121" y="47032"/>
                    <a:pt x="6243188" y="37625"/>
                    <a:pt x="6354742" y="35060"/>
                  </a:cubicBezTo>
                  <a:cubicBezTo>
                    <a:pt x="6327092" y="40191"/>
                    <a:pt x="6349021" y="42756"/>
                    <a:pt x="6347114" y="47887"/>
                  </a:cubicBezTo>
                  <a:cubicBezTo>
                    <a:pt x="6316604" y="42756"/>
                    <a:pt x="6261304" y="50452"/>
                    <a:pt x="6204097" y="49597"/>
                  </a:cubicBezTo>
                  <a:cubicBezTo>
                    <a:pt x="6233654" y="49597"/>
                    <a:pt x="6226980" y="52163"/>
                    <a:pt x="6219352" y="53018"/>
                  </a:cubicBezTo>
                  <a:lnTo>
                    <a:pt x="6322325" y="48742"/>
                  </a:lnTo>
                  <a:cubicBezTo>
                    <a:pt x="6319464" y="53018"/>
                    <a:pt x="6344254" y="51308"/>
                    <a:pt x="6370951" y="53873"/>
                  </a:cubicBezTo>
                  <a:cubicBezTo>
                    <a:pt x="6349975" y="44466"/>
                    <a:pt x="6447227" y="47887"/>
                    <a:pt x="6489178" y="45322"/>
                  </a:cubicBezTo>
                  <a:cubicBezTo>
                    <a:pt x="6491085" y="47887"/>
                    <a:pt x="6481551" y="51308"/>
                    <a:pt x="6430064" y="50452"/>
                  </a:cubicBezTo>
                  <a:cubicBezTo>
                    <a:pt x="6486318" y="57293"/>
                    <a:pt x="6503480" y="40191"/>
                    <a:pt x="6558780" y="46177"/>
                  </a:cubicBezTo>
                  <a:cubicBezTo>
                    <a:pt x="6545432" y="46177"/>
                    <a:pt x="6538758" y="45322"/>
                    <a:pt x="6533990" y="47032"/>
                  </a:cubicBezTo>
                  <a:cubicBezTo>
                    <a:pt x="6563547" y="44466"/>
                    <a:pt x="6634103" y="47032"/>
                    <a:pt x="6617894" y="49597"/>
                  </a:cubicBezTo>
                  <a:lnTo>
                    <a:pt x="6605499" y="49597"/>
                  </a:lnTo>
                  <a:cubicBezTo>
                    <a:pt x="6687496" y="50452"/>
                    <a:pt x="6856256" y="49597"/>
                    <a:pt x="6868651" y="42756"/>
                  </a:cubicBezTo>
                  <a:cubicBezTo>
                    <a:pt x="6869605" y="43611"/>
                    <a:pt x="6858163" y="51308"/>
                    <a:pt x="6853396" y="53018"/>
                  </a:cubicBezTo>
                  <a:lnTo>
                    <a:pt x="7000227" y="28219"/>
                  </a:lnTo>
                  <a:cubicBezTo>
                    <a:pt x="6987832" y="35060"/>
                    <a:pt x="7037412" y="49597"/>
                    <a:pt x="6968763" y="53018"/>
                  </a:cubicBezTo>
                  <a:cubicBezTo>
                    <a:pt x="6988786" y="53873"/>
                    <a:pt x="7012622" y="55583"/>
                    <a:pt x="7054574" y="53018"/>
                  </a:cubicBezTo>
                  <a:cubicBezTo>
                    <a:pt x="7041226" y="52163"/>
                    <a:pt x="7021203" y="43611"/>
                    <a:pt x="7039319" y="43611"/>
                  </a:cubicBezTo>
                  <a:cubicBezTo>
                    <a:pt x="7089852" y="50452"/>
                    <a:pt x="7074596" y="47032"/>
                    <a:pt x="7136571" y="53018"/>
                  </a:cubicBezTo>
                  <a:cubicBezTo>
                    <a:pt x="7115595" y="52163"/>
                    <a:pt x="7138478" y="41901"/>
                    <a:pt x="7169941" y="42756"/>
                  </a:cubicBezTo>
                  <a:cubicBezTo>
                    <a:pt x="7165174" y="43611"/>
                    <a:pt x="7172802" y="52163"/>
                    <a:pt x="7161360" y="53018"/>
                  </a:cubicBezTo>
                  <a:lnTo>
                    <a:pt x="7240497" y="43611"/>
                  </a:lnTo>
                  <a:cubicBezTo>
                    <a:pt x="7220474" y="45322"/>
                    <a:pt x="7236683" y="52163"/>
                    <a:pt x="7254798" y="54728"/>
                  </a:cubicBezTo>
                  <a:cubicBezTo>
                    <a:pt x="7246217" y="53018"/>
                    <a:pt x="7322493" y="54728"/>
                    <a:pt x="7343469" y="53873"/>
                  </a:cubicBezTo>
                  <a:lnTo>
                    <a:pt x="7310098" y="52163"/>
                  </a:lnTo>
                  <a:cubicBezTo>
                    <a:pt x="7399723" y="53873"/>
                    <a:pt x="7398769" y="38481"/>
                    <a:pt x="7487440" y="39336"/>
                  </a:cubicBezTo>
                  <a:cubicBezTo>
                    <a:pt x="7476952" y="41046"/>
                    <a:pt x="7460744" y="51308"/>
                    <a:pt x="7505556" y="53018"/>
                  </a:cubicBezTo>
                  <a:cubicBezTo>
                    <a:pt x="7526532" y="47887"/>
                    <a:pt x="7597087" y="29074"/>
                    <a:pt x="7675270" y="24798"/>
                  </a:cubicBezTo>
                  <a:lnTo>
                    <a:pt x="7690525" y="28219"/>
                  </a:lnTo>
                  <a:lnTo>
                    <a:pt x="7750592" y="24798"/>
                  </a:lnTo>
                  <a:cubicBezTo>
                    <a:pt x="7713408" y="32495"/>
                    <a:pt x="7608528" y="47887"/>
                    <a:pt x="7550368" y="53873"/>
                  </a:cubicBezTo>
                  <a:cubicBezTo>
                    <a:pt x="7583739" y="56438"/>
                    <a:pt x="7559902" y="57293"/>
                    <a:pt x="7610435" y="57293"/>
                  </a:cubicBezTo>
                  <a:cubicBezTo>
                    <a:pt x="7627597" y="59859"/>
                    <a:pt x="7582785" y="61569"/>
                    <a:pt x="7568483" y="61569"/>
                  </a:cubicBezTo>
                  <a:lnTo>
                    <a:pt x="7684804" y="63279"/>
                  </a:lnTo>
                  <a:cubicBezTo>
                    <a:pt x="7679083" y="57293"/>
                    <a:pt x="7773475" y="57293"/>
                    <a:pt x="7769661" y="53018"/>
                  </a:cubicBezTo>
                  <a:lnTo>
                    <a:pt x="7642852" y="58149"/>
                  </a:lnTo>
                  <a:cubicBezTo>
                    <a:pt x="7638085" y="53018"/>
                    <a:pt x="7716268" y="41901"/>
                    <a:pt x="7798265" y="43611"/>
                  </a:cubicBezTo>
                  <a:cubicBezTo>
                    <a:pt x="7819241" y="45322"/>
                    <a:pt x="7783010" y="53873"/>
                    <a:pt x="7784916" y="55583"/>
                  </a:cubicBezTo>
                  <a:cubicBezTo>
                    <a:pt x="7795404" y="53873"/>
                    <a:pt x="7863099" y="52163"/>
                    <a:pt x="7870727" y="53018"/>
                  </a:cubicBezTo>
                  <a:lnTo>
                    <a:pt x="7835449" y="56438"/>
                  </a:lnTo>
                  <a:cubicBezTo>
                    <a:pt x="7881215" y="59004"/>
                    <a:pt x="7910772" y="48742"/>
                    <a:pt x="7966072" y="54728"/>
                  </a:cubicBezTo>
                  <a:cubicBezTo>
                    <a:pt x="7985141" y="54728"/>
                    <a:pt x="8022325" y="62424"/>
                    <a:pt x="8026139" y="59004"/>
                  </a:cubicBezTo>
                  <a:cubicBezTo>
                    <a:pt x="7994675" y="52163"/>
                    <a:pt x="7988955" y="31639"/>
                    <a:pt x="8009931" y="26509"/>
                  </a:cubicBezTo>
                  <a:cubicBezTo>
                    <a:pt x="8016605" y="26509"/>
                    <a:pt x="8109089" y="32495"/>
                    <a:pt x="8131019" y="35915"/>
                  </a:cubicBezTo>
                  <a:cubicBezTo>
                    <a:pt x="8162482" y="41046"/>
                    <a:pt x="8084300" y="48742"/>
                    <a:pt x="8110996" y="53018"/>
                  </a:cubicBezTo>
                  <a:cubicBezTo>
                    <a:pt x="8111950" y="51308"/>
                    <a:pt x="8129112" y="49597"/>
                    <a:pt x="8136739" y="48742"/>
                  </a:cubicBezTo>
                  <a:cubicBezTo>
                    <a:pt x="8156762" y="50452"/>
                    <a:pt x="8128158" y="53873"/>
                    <a:pt x="8172017" y="53018"/>
                  </a:cubicBezTo>
                  <a:cubicBezTo>
                    <a:pt x="8178691" y="47032"/>
                    <a:pt x="8260688" y="53873"/>
                    <a:pt x="8192039" y="47887"/>
                  </a:cubicBezTo>
                  <a:cubicBezTo>
                    <a:pt x="8234945" y="47032"/>
                    <a:pt x="8237805" y="49597"/>
                    <a:pt x="8287384" y="49597"/>
                  </a:cubicBezTo>
                  <a:cubicBezTo>
                    <a:pt x="8271176" y="45322"/>
                    <a:pt x="8332197" y="36770"/>
                    <a:pt x="8375102" y="35060"/>
                  </a:cubicBezTo>
                  <a:cubicBezTo>
                    <a:pt x="8372241" y="35915"/>
                    <a:pt x="8381776" y="38481"/>
                    <a:pt x="8386543" y="39336"/>
                  </a:cubicBezTo>
                  <a:cubicBezTo>
                    <a:pt x="8474260" y="40191"/>
                    <a:pt x="8520980" y="42756"/>
                    <a:pt x="8602023" y="42756"/>
                  </a:cubicBezTo>
                  <a:cubicBezTo>
                    <a:pt x="8609650" y="44466"/>
                    <a:pt x="8648742" y="46177"/>
                    <a:pt x="8632533" y="48742"/>
                  </a:cubicBezTo>
                  <a:cubicBezTo>
                    <a:pt x="8643975" y="47887"/>
                    <a:pt x="8654462" y="45322"/>
                    <a:pt x="8679252" y="45322"/>
                  </a:cubicBezTo>
                  <a:cubicBezTo>
                    <a:pt x="8727878" y="50452"/>
                    <a:pt x="8623952" y="46177"/>
                    <a:pt x="8661137" y="52163"/>
                  </a:cubicBezTo>
                  <a:cubicBezTo>
                    <a:pt x="8663997" y="48742"/>
                    <a:pt x="8725971" y="47887"/>
                    <a:pt x="8761249" y="45322"/>
                  </a:cubicBezTo>
                  <a:cubicBezTo>
                    <a:pt x="8750761" y="40191"/>
                    <a:pt x="8679252" y="44466"/>
                    <a:pt x="8643021" y="46177"/>
                  </a:cubicBezTo>
                  <a:cubicBezTo>
                    <a:pt x="8643021" y="39336"/>
                    <a:pt x="8704995" y="31639"/>
                    <a:pt x="8789852" y="28219"/>
                  </a:cubicBezTo>
                  <a:cubicBezTo>
                    <a:pt x="8857547" y="26509"/>
                    <a:pt x="8819409" y="33350"/>
                    <a:pt x="8830851" y="32495"/>
                  </a:cubicBezTo>
                  <a:cubicBezTo>
                    <a:pt x="8957659" y="33350"/>
                    <a:pt x="8939544" y="19668"/>
                    <a:pt x="9044423" y="24798"/>
                  </a:cubicBezTo>
                  <a:cubicBezTo>
                    <a:pt x="9086375" y="29929"/>
                    <a:pt x="9046330" y="34205"/>
                    <a:pt x="9055865" y="37625"/>
                  </a:cubicBezTo>
                  <a:cubicBezTo>
                    <a:pt x="9000565" y="39336"/>
                    <a:pt x="8971008" y="34205"/>
                    <a:pt x="8933823" y="34205"/>
                  </a:cubicBezTo>
                  <a:lnTo>
                    <a:pt x="8979589" y="36770"/>
                  </a:lnTo>
                  <a:cubicBezTo>
                    <a:pt x="8962427" y="38481"/>
                    <a:pt x="8925242" y="39336"/>
                    <a:pt x="8905220" y="38481"/>
                  </a:cubicBezTo>
                  <a:cubicBezTo>
                    <a:pt x="8940497" y="42756"/>
                    <a:pt x="9119746" y="39336"/>
                    <a:pt x="9217951" y="43611"/>
                  </a:cubicBezTo>
                  <a:cubicBezTo>
                    <a:pt x="9235113" y="41901"/>
                    <a:pt x="9265624" y="40191"/>
                    <a:pt x="9251322" y="38481"/>
                  </a:cubicBezTo>
                  <a:lnTo>
                    <a:pt x="9219858" y="38481"/>
                  </a:lnTo>
                  <a:cubicBezTo>
                    <a:pt x="9191255" y="35060"/>
                    <a:pt x="9278972" y="33350"/>
                    <a:pt x="9238927" y="31639"/>
                  </a:cubicBezTo>
                  <a:cubicBezTo>
                    <a:pt x="9280879" y="29074"/>
                    <a:pt x="9327598" y="24798"/>
                    <a:pt x="9385758" y="27364"/>
                  </a:cubicBezTo>
                  <a:lnTo>
                    <a:pt x="9397200" y="32495"/>
                  </a:lnTo>
                  <a:cubicBezTo>
                    <a:pt x="9395293" y="30784"/>
                    <a:pt x="9359062" y="29929"/>
                    <a:pt x="9341900" y="30784"/>
                  </a:cubicBezTo>
                  <a:cubicBezTo>
                    <a:pt x="9366689" y="29074"/>
                    <a:pt x="9431524" y="38481"/>
                    <a:pt x="9458221" y="31639"/>
                  </a:cubicBezTo>
                  <a:lnTo>
                    <a:pt x="9417222" y="27364"/>
                  </a:lnTo>
                  <a:cubicBezTo>
                    <a:pt x="9459174" y="24798"/>
                    <a:pt x="9510660" y="19668"/>
                    <a:pt x="9563100" y="21378"/>
                  </a:cubicBezTo>
                  <a:cubicBezTo>
                    <a:pt x="9539264" y="16247"/>
                    <a:pt x="9550705" y="22233"/>
                    <a:pt x="9514474" y="15392"/>
                  </a:cubicBezTo>
                  <a:cubicBezTo>
                    <a:pt x="9545938" y="23088"/>
                    <a:pt x="9380991" y="15392"/>
                    <a:pt x="9432477" y="23088"/>
                  </a:cubicBezTo>
                  <a:cubicBezTo>
                    <a:pt x="9395293" y="16247"/>
                    <a:pt x="9367643" y="20523"/>
                    <a:pt x="9318063" y="13682"/>
                  </a:cubicBezTo>
                  <a:cubicBezTo>
                    <a:pt x="9319017" y="15392"/>
                    <a:pt x="9335226" y="17102"/>
                    <a:pt x="9292320" y="16247"/>
                  </a:cubicBezTo>
                  <a:cubicBezTo>
                    <a:pt x="9289460" y="17102"/>
                    <a:pt x="9285646" y="17957"/>
                    <a:pt x="9281832" y="17957"/>
                  </a:cubicBezTo>
                  <a:lnTo>
                    <a:pt x="9278972" y="17957"/>
                  </a:lnTo>
                  <a:lnTo>
                    <a:pt x="9281832" y="17957"/>
                  </a:lnTo>
                  <a:cubicBezTo>
                    <a:pt x="9279925" y="17957"/>
                    <a:pt x="9279925" y="18812"/>
                    <a:pt x="9282786" y="17957"/>
                  </a:cubicBezTo>
                  <a:cubicBezTo>
                    <a:pt x="9293274" y="18812"/>
                    <a:pt x="9301855" y="19668"/>
                    <a:pt x="9304715" y="20523"/>
                  </a:cubicBezTo>
                  <a:cubicBezTo>
                    <a:pt x="9282786" y="24798"/>
                    <a:pt x="9214137" y="24798"/>
                    <a:pt x="9190301" y="26509"/>
                  </a:cubicBezTo>
                  <a:cubicBezTo>
                    <a:pt x="9164558" y="25654"/>
                    <a:pt x="9201743" y="24798"/>
                    <a:pt x="9187441" y="23088"/>
                  </a:cubicBezTo>
                  <a:lnTo>
                    <a:pt x="9152163" y="25654"/>
                  </a:lnTo>
                  <a:cubicBezTo>
                    <a:pt x="9149303" y="22233"/>
                    <a:pt x="9083515" y="19668"/>
                    <a:pt x="9144536" y="17102"/>
                  </a:cubicBezTo>
                  <a:lnTo>
                    <a:pt x="9090189" y="17102"/>
                  </a:lnTo>
                  <a:cubicBezTo>
                    <a:pt x="9057772" y="14537"/>
                    <a:pt x="9012960" y="13682"/>
                    <a:pt x="8986263" y="15392"/>
                  </a:cubicBezTo>
                  <a:cubicBezTo>
                    <a:pt x="8960520" y="14537"/>
                    <a:pt x="8920475" y="19668"/>
                    <a:pt x="8943358" y="16247"/>
                  </a:cubicBezTo>
                  <a:lnTo>
                    <a:pt x="8857547" y="18812"/>
                  </a:lnTo>
                  <a:lnTo>
                    <a:pt x="8856594" y="17957"/>
                  </a:lnTo>
                  <a:cubicBezTo>
                    <a:pt x="8771737" y="17102"/>
                    <a:pt x="8682113" y="23943"/>
                    <a:pt x="8584861" y="17102"/>
                  </a:cubicBezTo>
                  <a:cubicBezTo>
                    <a:pt x="8556257" y="17957"/>
                    <a:pt x="8527654" y="18812"/>
                    <a:pt x="8479028" y="17957"/>
                  </a:cubicBezTo>
                  <a:lnTo>
                    <a:pt x="8470447" y="14537"/>
                  </a:lnTo>
                  <a:cubicBezTo>
                    <a:pt x="8433262" y="15392"/>
                    <a:pt x="8359847" y="11116"/>
                    <a:pt x="8344591" y="14537"/>
                  </a:cubicBezTo>
                  <a:cubicBezTo>
                    <a:pt x="8304546" y="5985"/>
                    <a:pt x="8166296" y="11971"/>
                    <a:pt x="8102415" y="10261"/>
                  </a:cubicBezTo>
                  <a:lnTo>
                    <a:pt x="8099555" y="14537"/>
                  </a:lnTo>
                  <a:cubicBezTo>
                    <a:pt x="8055696" y="14537"/>
                    <a:pt x="8012791" y="15392"/>
                    <a:pt x="7957491" y="17102"/>
                  </a:cubicBezTo>
                  <a:lnTo>
                    <a:pt x="7961305" y="21378"/>
                  </a:lnTo>
                  <a:cubicBezTo>
                    <a:pt x="7913632" y="23943"/>
                    <a:pt x="7839263" y="17957"/>
                    <a:pt x="7763941" y="18812"/>
                  </a:cubicBezTo>
                  <a:cubicBezTo>
                    <a:pt x="7769661" y="17102"/>
                    <a:pt x="7788730" y="17102"/>
                    <a:pt x="7802078" y="17957"/>
                  </a:cubicBezTo>
                  <a:cubicBezTo>
                    <a:pt x="7712454" y="9406"/>
                    <a:pt x="7612342" y="23943"/>
                    <a:pt x="7531299" y="17957"/>
                  </a:cubicBezTo>
                  <a:cubicBezTo>
                    <a:pt x="7511276" y="18812"/>
                    <a:pt x="7496021" y="18812"/>
                    <a:pt x="7482673" y="17957"/>
                  </a:cubicBezTo>
                  <a:cubicBezTo>
                    <a:pt x="7484580" y="17957"/>
                    <a:pt x="7485533" y="17957"/>
                    <a:pt x="7487440" y="17102"/>
                  </a:cubicBezTo>
                  <a:lnTo>
                    <a:pt x="7478859" y="17102"/>
                  </a:lnTo>
                  <a:lnTo>
                    <a:pt x="7451209" y="15392"/>
                  </a:lnTo>
                  <a:cubicBezTo>
                    <a:pt x="7458837" y="16247"/>
                    <a:pt x="7467418" y="17102"/>
                    <a:pt x="7474092" y="17102"/>
                  </a:cubicBezTo>
                  <a:cubicBezTo>
                    <a:pt x="7458837" y="17102"/>
                    <a:pt x="7435000" y="17957"/>
                    <a:pt x="7412118" y="18812"/>
                  </a:cubicBezTo>
                  <a:lnTo>
                    <a:pt x="7401630" y="14537"/>
                  </a:lnTo>
                  <a:lnTo>
                    <a:pt x="7396862" y="14537"/>
                  </a:lnTo>
                  <a:cubicBezTo>
                    <a:pt x="7373980" y="12827"/>
                    <a:pt x="7378747" y="16247"/>
                    <a:pt x="7390188" y="19668"/>
                  </a:cubicBezTo>
                  <a:cubicBezTo>
                    <a:pt x="7378747" y="20523"/>
                    <a:pt x="7368259" y="21378"/>
                    <a:pt x="7359678" y="22233"/>
                  </a:cubicBezTo>
                  <a:cubicBezTo>
                    <a:pt x="7341562" y="15392"/>
                    <a:pt x="7298657" y="24798"/>
                    <a:pt x="7273867" y="17102"/>
                  </a:cubicBezTo>
                  <a:cubicBezTo>
                    <a:pt x="7257659" y="20523"/>
                    <a:pt x="7156593" y="19668"/>
                    <a:pt x="7144198" y="27364"/>
                  </a:cubicBezTo>
                  <a:cubicBezTo>
                    <a:pt x="7143245" y="25654"/>
                    <a:pt x="7136571" y="25654"/>
                    <a:pt x="7148965" y="25654"/>
                  </a:cubicBezTo>
                  <a:cubicBezTo>
                    <a:pt x="7123222" y="24798"/>
                    <a:pt x="7097479" y="23943"/>
                    <a:pt x="7074596" y="25654"/>
                  </a:cubicBezTo>
                  <a:lnTo>
                    <a:pt x="7063155" y="20523"/>
                  </a:lnTo>
                  <a:lnTo>
                    <a:pt x="7006901" y="27364"/>
                  </a:lnTo>
                  <a:cubicBezTo>
                    <a:pt x="6972577" y="23943"/>
                    <a:pt x="6958276" y="22233"/>
                    <a:pt x="6992600" y="17957"/>
                  </a:cubicBezTo>
                  <a:cubicBezTo>
                    <a:pt x="6909650" y="23943"/>
                    <a:pt x="6924905" y="20523"/>
                    <a:pt x="6855303" y="26509"/>
                  </a:cubicBezTo>
                  <a:lnTo>
                    <a:pt x="6859117" y="23088"/>
                  </a:lnTo>
                  <a:cubicBezTo>
                    <a:pt x="6833374" y="23088"/>
                    <a:pt x="6793329" y="27364"/>
                    <a:pt x="6778074" y="24798"/>
                  </a:cubicBezTo>
                  <a:cubicBezTo>
                    <a:pt x="6722773" y="17957"/>
                    <a:pt x="6501573" y="23088"/>
                    <a:pt x="6357602" y="17102"/>
                  </a:cubicBezTo>
                  <a:cubicBezTo>
                    <a:pt x="6385252" y="27364"/>
                    <a:pt x="6290861" y="11971"/>
                    <a:pt x="6285140" y="20523"/>
                  </a:cubicBezTo>
                  <a:cubicBezTo>
                    <a:pt x="6276559" y="17957"/>
                    <a:pt x="6256537" y="16247"/>
                    <a:pt x="6279419" y="14537"/>
                  </a:cubicBezTo>
                  <a:cubicBezTo>
                    <a:pt x="6206004" y="16247"/>
                    <a:pt x="6169773" y="10261"/>
                    <a:pt x="6119240" y="17102"/>
                  </a:cubicBezTo>
                  <a:cubicBezTo>
                    <a:pt x="6110659" y="14537"/>
                    <a:pt x="6134495" y="13682"/>
                    <a:pt x="6126867" y="11971"/>
                  </a:cubicBezTo>
                  <a:cubicBezTo>
                    <a:pt x="6121147" y="11971"/>
                    <a:pt x="6103985" y="13682"/>
                    <a:pt x="6096357" y="12827"/>
                  </a:cubicBezTo>
                  <a:cubicBezTo>
                    <a:pt x="6088729" y="11116"/>
                    <a:pt x="6106845" y="10261"/>
                    <a:pt x="6118286" y="9406"/>
                  </a:cubicBezTo>
                  <a:cubicBezTo>
                    <a:pt x="6043917" y="9406"/>
                    <a:pt x="6036290" y="17102"/>
                    <a:pt x="6030569" y="23943"/>
                  </a:cubicBezTo>
                  <a:cubicBezTo>
                    <a:pt x="5992431" y="20523"/>
                    <a:pt x="5973362" y="21378"/>
                    <a:pt x="5945712" y="25654"/>
                  </a:cubicBezTo>
                  <a:cubicBezTo>
                    <a:pt x="5933317" y="23088"/>
                    <a:pt x="5910434" y="20523"/>
                    <a:pt x="5957153" y="20523"/>
                  </a:cubicBezTo>
                  <a:cubicBezTo>
                    <a:pt x="5931410" y="19668"/>
                    <a:pt x="5796974" y="16247"/>
                    <a:pt x="5795067" y="22233"/>
                  </a:cubicBezTo>
                  <a:cubicBezTo>
                    <a:pt x="5786486" y="20523"/>
                    <a:pt x="5757882" y="21378"/>
                    <a:pt x="5751208" y="22233"/>
                  </a:cubicBezTo>
                  <a:cubicBezTo>
                    <a:pt x="5692094" y="21378"/>
                    <a:pt x="5687327" y="21378"/>
                    <a:pt x="5629167" y="21378"/>
                  </a:cubicBezTo>
                  <a:lnTo>
                    <a:pt x="5645375" y="22233"/>
                  </a:lnTo>
                  <a:cubicBezTo>
                    <a:pt x="5622493" y="29074"/>
                    <a:pt x="5597703" y="23943"/>
                    <a:pt x="5550984" y="24798"/>
                  </a:cubicBezTo>
                  <a:lnTo>
                    <a:pt x="5551937" y="23943"/>
                  </a:lnTo>
                  <a:cubicBezTo>
                    <a:pt x="5445151" y="18812"/>
                    <a:pt x="5506172" y="26509"/>
                    <a:pt x="5401292" y="20523"/>
                  </a:cubicBezTo>
                  <a:lnTo>
                    <a:pt x="5407013" y="24798"/>
                  </a:lnTo>
                  <a:cubicBezTo>
                    <a:pt x="5396525" y="33350"/>
                    <a:pt x="5313575" y="18812"/>
                    <a:pt x="5252554" y="22233"/>
                  </a:cubicBezTo>
                  <a:lnTo>
                    <a:pt x="5274483" y="24798"/>
                  </a:lnTo>
                  <a:cubicBezTo>
                    <a:pt x="5241113" y="28219"/>
                    <a:pt x="5181045" y="12827"/>
                    <a:pt x="5147675" y="11116"/>
                  </a:cubicBezTo>
                  <a:cubicBezTo>
                    <a:pt x="5140047" y="10261"/>
                    <a:pt x="5159116" y="10261"/>
                    <a:pt x="5169604" y="9406"/>
                  </a:cubicBezTo>
                  <a:cubicBezTo>
                    <a:pt x="5081887" y="5130"/>
                    <a:pt x="5158163" y="14537"/>
                    <a:pt x="5092375" y="16247"/>
                  </a:cubicBezTo>
                  <a:cubicBezTo>
                    <a:pt x="5079980" y="12827"/>
                    <a:pt x="5107630" y="8551"/>
                    <a:pt x="5063771" y="7696"/>
                  </a:cubicBezTo>
                  <a:cubicBezTo>
                    <a:pt x="5041842" y="5985"/>
                    <a:pt x="4936009" y="17102"/>
                    <a:pt x="4875942" y="11116"/>
                  </a:cubicBezTo>
                  <a:cubicBezTo>
                    <a:pt x="4889290" y="13682"/>
                    <a:pt x="4902638" y="16247"/>
                    <a:pt x="4872128" y="17957"/>
                  </a:cubicBezTo>
                  <a:cubicBezTo>
                    <a:pt x="4825409" y="17957"/>
                    <a:pt x="4746272" y="8551"/>
                    <a:pt x="4704321" y="16247"/>
                  </a:cubicBezTo>
                  <a:cubicBezTo>
                    <a:pt x="4698600" y="15392"/>
                    <a:pt x="4695740" y="14537"/>
                    <a:pt x="4695740" y="13682"/>
                  </a:cubicBezTo>
                  <a:cubicBezTo>
                    <a:pt x="4660462" y="16247"/>
                    <a:pt x="4580372" y="17102"/>
                    <a:pt x="4558443" y="20523"/>
                  </a:cubicBezTo>
                  <a:cubicBezTo>
                    <a:pt x="4526025" y="6841"/>
                    <a:pt x="4337242" y="27364"/>
                    <a:pt x="4338196" y="13682"/>
                  </a:cubicBezTo>
                  <a:lnTo>
                    <a:pt x="4228549" y="13682"/>
                  </a:lnTo>
                  <a:lnTo>
                    <a:pt x="4231410" y="12827"/>
                  </a:lnTo>
                  <a:cubicBezTo>
                    <a:pt x="4161808" y="11971"/>
                    <a:pt x="4137018" y="15392"/>
                    <a:pt x="4112228" y="18812"/>
                  </a:cubicBezTo>
                  <a:cubicBezTo>
                    <a:pt x="4096020" y="17102"/>
                    <a:pt x="4108415" y="16247"/>
                    <a:pt x="4109368" y="15392"/>
                  </a:cubicBezTo>
                  <a:cubicBezTo>
                    <a:pt x="4007349" y="12827"/>
                    <a:pt x="3996861" y="12827"/>
                    <a:pt x="3911050" y="19668"/>
                  </a:cubicBezTo>
                  <a:lnTo>
                    <a:pt x="3902469" y="15392"/>
                  </a:lnTo>
                  <a:cubicBezTo>
                    <a:pt x="3878633" y="17957"/>
                    <a:pt x="3754685" y="8551"/>
                    <a:pt x="3654573" y="12827"/>
                  </a:cubicBezTo>
                  <a:cubicBezTo>
                    <a:pt x="3655526" y="12827"/>
                    <a:pt x="3657433" y="11971"/>
                    <a:pt x="3665060" y="11116"/>
                  </a:cubicBezTo>
                  <a:cubicBezTo>
                    <a:pt x="3552553" y="16247"/>
                    <a:pt x="3395234" y="0"/>
                    <a:pt x="3354236" y="14537"/>
                  </a:cubicBezTo>
                  <a:lnTo>
                    <a:pt x="3278913" y="17957"/>
                  </a:lnTo>
                  <a:cubicBezTo>
                    <a:pt x="3375212" y="19668"/>
                    <a:pt x="3264612" y="24798"/>
                    <a:pt x="3304656" y="27364"/>
                  </a:cubicBezTo>
                  <a:cubicBezTo>
                    <a:pt x="3266519" y="28219"/>
                    <a:pt x="3206451" y="23088"/>
                    <a:pt x="3253170" y="22233"/>
                  </a:cubicBezTo>
                  <a:lnTo>
                    <a:pt x="3260798" y="23088"/>
                  </a:lnTo>
                  <a:cubicBezTo>
                    <a:pt x="3277960" y="14537"/>
                    <a:pt x="3140663" y="19668"/>
                    <a:pt x="3143523" y="13682"/>
                  </a:cubicBezTo>
                  <a:cubicBezTo>
                    <a:pt x="2953787" y="14537"/>
                    <a:pt x="2768818" y="9406"/>
                    <a:pt x="2591476" y="8551"/>
                  </a:cubicBezTo>
                  <a:lnTo>
                    <a:pt x="2612452" y="15392"/>
                  </a:lnTo>
                  <a:lnTo>
                    <a:pt x="2550478" y="14537"/>
                  </a:lnTo>
                  <a:cubicBezTo>
                    <a:pt x="2534269" y="12827"/>
                    <a:pt x="2528548" y="9406"/>
                    <a:pt x="2572407" y="10261"/>
                  </a:cubicBezTo>
                  <a:cubicBezTo>
                    <a:pt x="2549524" y="6841"/>
                    <a:pt x="2498038" y="12827"/>
                    <a:pt x="2497085" y="14537"/>
                  </a:cubicBezTo>
                  <a:cubicBezTo>
                    <a:pt x="2410321" y="11971"/>
                    <a:pt x="2531409" y="7696"/>
                    <a:pt x="2504712" y="7696"/>
                  </a:cubicBezTo>
                  <a:lnTo>
                    <a:pt x="2468481" y="7696"/>
                  </a:lnTo>
                  <a:lnTo>
                    <a:pt x="2476109" y="7696"/>
                  </a:lnTo>
                  <a:cubicBezTo>
                    <a:pt x="2447505" y="10261"/>
                    <a:pt x="2444645" y="12827"/>
                    <a:pt x="2391252" y="12827"/>
                  </a:cubicBezTo>
                  <a:cubicBezTo>
                    <a:pt x="2357881" y="11116"/>
                    <a:pt x="2374090" y="8551"/>
                    <a:pt x="2360741" y="8551"/>
                  </a:cubicBezTo>
                  <a:cubicBezTo>
                    <a:pt x="2361695" y="8551"/>
                    <a:pt x="2356928" y="7696"/>
                    <a:pt x="2340719" y="8551"/>
                  </a:cubicBezTo>
                  <a:lnTo>
                    <a:pt x="2262536" y="7696"/>
                  </a:lnTo>
                  <a:lnTo>
                    <a:pt x="2294000" y="12827"/>
                  </a:lnTo>
                  <a:cubicBezTo>
                    <a:pt x="2259676" y="15392"/>
                    <a:pt x="2220584" y="12827"/>
                    <a:pt x="2256815" y="17957"/>
                  </a:cubicBezTo>
                  <a:cubicBezTo>
                    <a:pt x="2203422" y="9406"/>
                    <a:pt x="1966013" y="14537"/>
                    <a:pt x="1933596" y="11971"/>
                  </a:cubicBezTo>
                  <a:cubicBezTo>
                    <a:pt x="1884970" y="15392"/>
                    <a:pt x="1837297" y="15392"/>
                    <a:pt x="1777230" y="14537"/>
                  </a:cubicBezTo>
                  <a:cubicBezTo>
                    <a:pt x="1792485" y="16247"/>
                    <a:pt x="1801066" y="21378"/>
                    <a:pt x="1750534" y="20523"/>
                  </a:cubicBezTo>
                  <a:cubicBezTo>
                    <a:pt x="1768649" y="9406"/>
                    <a:pt x="1656142" y="15392"/>
                    <a:pt x="1615144" y="7696"/>
                  </a:cubicBezTo>
                  <a:cubicBezTo>
                    <a:pt x="1652328" y="12827"/>
                    <a:pt x="1470219" y="8551"/>
                    <a:pt x="1528380" y="16247"/>
                  </a:cubicBezTo>
                  <a:cubicBezTo>
                    <a:pt x="1485475" y="15392"/>
                    <a:pt x="1525519" y="11971"/>
                    <a:pt x="1493102" y="9406"/>
                  </a:cubicBezTo>
                  <a:cubicBezTo>
                    <a:pt x="1392036" y="13682"/>
                    <a:pt x="1269041" y="6841"/>
                    <a:pt x="1144140" y="7696"/>
                  </a:cubicBezTo>
                  <a:cubicBezTo>
                    <a:pt x="1142233" y="9406"/>
                    <a:pt x="1163209" y="11116"/>
                    <a:pt x="1136512" y="13682"/>
                  </a:cubicBezTo>
                  <a:lnTo>
                    <a:pt x="1069771" y="6841"/>
                  </a:lnTo>
                  <a:cubicBezTo>
                    <a:pt x="1044981" y="7696"/>
                    <a:pt x="1046888" y="14537"/>
                    <a:pt x="1002076" y="9406"/>
                  </a:cubicBezTo>
                  <a:cubicBezTo>
                    <a:pt x="1008750" y="11116"/>
                    <a:pt x="1018284" y="12827"/>
                    <a:pt x="1001122" y="12827"/>
                  </a:cubicBezTo>
                  <a:cubicBezTo>
                    <a:pt x="755132" y="5985"/>
                    <a:pt x="499608" y="18812"/>
                    <a:pt x="249804" y="5985"/>
                  </a:cubicBezTo>
                  <a:cubicBezTo>
                    <a:pt x="283175" y="7696"/>
                    <a:pt x="261245" y="8551"/>
                    <a:pt x="235502" y="8551"/>
                  </a:cubicBezTo>
                  <a:cubicBezTo>
                    <a:pt x="251711" y="9406"/>
                    <a:pt x="234549" y="11971"/>
                    <a:pt x="238362" y="14537"/>
                  </a:cubicBezTo>
                  <a:lnTo>
                    <a:pt x="133483" y="8551"/>
                  </a:lnTo>
                  <a:cubicBezTo>
                    <a:pt x="114414" y="14537"/>
                    <a:pt x="21929" y="8551"/>
                    <a:pt x="10488" y="14537"/>
                  </a:cubicBezTo>
                  <a:lnTo>
                    <a:pt x="43859" y="12827"/>
                  </a:lnTo>
                  <a:cubicBezTo>
                    <a:pt x="0" y="19668"/>
                    <a:pt x="105833" y="27364"/>
                    <a:pt x="99159" y="35915"/>
                  </a:cubicBezTo>
                  <a:cubicBezTo>
                    <a:pt x="148738" y="28219"/>
                    <a:pt x="228828" y="47032"/>
                    <a:pt x="309871" y="36770"/>
                  </a:cubicBezTo>
                  <a:cubicBezTo>
                    <a:pt x="327987" y="38481"/>
                    <a:pt x="294616" y="39336"/>
                    <a:pt x="304150" y="41046"/>
                  </a:cubicBezTo>
                  <a:cubicBezTo>
                    <a:pt x="324173" y="37625"/>
                    <a:pt x="348963" y="36770"/>
                    <a:pt x="394728" y="38481"/>
                  </a:cubicBezTo>
                  <a:lnTo>
                    <a:pt x="389961" y="39336"/>
                  </a:lnTo>
                  <a:cubicBezTo>
                    <a:pt x="518677" y="38481"/>
                    <a:pt x="573977" y="41901"/>
                    <a:pt x="718901" y="44466"/>
                  </a:cubicBezTo>
                  <a:lnTo>
                    <a:pt x="707460" y="40191"/>
                  </a:lnTo>
                  <a:cubicBezTo>
                    <a:pt x="738923" y="41046"/>
                    <a:pt x="745598" y="41901"/>
                    <a:pt x="759899" y="42756"/>
                  </a:cubicBezTo>
                  <a:cubicBezTo>
                    <a:pt x="796130" y="36770"/>
                    <a:pt x="673135" y="42756"/>
                    <a:pt x="705553" y="35915"/>
                  </a:cubicBezTo>
                  <a:cubicBezTo>
                    <a:pt x="746551" y="44466"/>
                    <a:pt x="924846" y="35915"/>
                    <a:pt x="952496" y="45322"/>
                  </a:cubicBezTo>
                  <a:cubicBezTo>
                    <a:pt x="1000169" y="46177"/>
                    <a:pt x="938194" y="41046"/>
                    <a:pt x="985867" y="41046"/>
                  </a:cubicBezTo>
                  <a:lnTo>
                    <a:pt x="999215" y="43611"/>
                  </a:lnTo>
                  <a:lnTo>
                    <a:pt x="1010657" y="40191"/>
                  </a:lnTo>
                  <a:cubicBezTo>
                    <a:pt x="1042120" y="41046"/>
                    <a:pt x="1058329" y="44466"/>
                    <a:pt x="1059283" y="46177"/>
                  </a:cubicBezTo>
                  <a:cubicBezTo>
                    <a:pt x="1051655" y="46177"/>
                    <a:pt x="1037353" y="47032"/>
                    <a:pt x="1029726" y="47032"/>
                  </a:cubicBezTo>
                  <a:cubicBezTo>
                    <a:pt x="1069771" y="50452"/>
                    <a:pt x="1144140" y="46177"/>
                    <a:pt x="1158441" y="47032"/>
                  </a:cubicBezTo>
                  <a:lnTo>
                    <a:pt x="1111722" y="45322"/>
                  </a:lnTo>
                  <a:cubicBezTo>
                    <a:pt x="1242345" y="42756"/>
                    <a:pt x="1401571" y="47032"/>
                    <a:pt x="1528380" y="41901"/>
                  </a:cubicBezTo>
                  <a:lnTo>
                    <a:pt x="1518845" y="39336"/>
                  </a:lnTo>
                  <a:cubicBezTo>
                    <a:pt x="1615144" y="35915"/>
                    <a:pt x="1596075" y="41901"/>
                    <a:pt x="1700954" y="40191"/>
                  </a:cubicBezTo>
                  <a:lnTo>
                    <a:pt x="1697140" y="41046"/>
                  </a:lnTo>
                  <a:cubicBezTo>
                    <a:pt x="1719070" y="38481"/>
                    <a:pt x="1746720" y="37625"/>
                    <a:pt x="1776277" y="38481"/>
                  </a:cubicBezTo>
                  <a:cubicBezTo>
                    <a:pt x="1749580" y="40191"/>
                    <a:pt x="1825856" y="42756"/>
                    <a:pt x="1791532" y="45322"/>
                  </a:cubicBezTo>
                  <a:cubicBezTo>
                    <a:pt x="1895458" y="41046"/>
                    <a:pt x="1843018" y="41901"/>
                    <a:pt x="1911667" y="35060"/>
                  </a:cubicBezTo>
                  <a:lnTo>
                    <a:pt x="1927875" y="38481"/>
                  </a:lnTo>
                  <a:cubicBezTo>
                    <a:pt x="1950758" y="35060"/>
                    <a:pt x="1952665" y="34205"/>
                    <a:pt x="2006058" y="33350"/>
                  </a:cubicBezTo>
                  <a:cubicBezTo>
                    <a:pt x="1962199" y="35915"/>
                    <a:pt x="2039429" y="37625"/>
                    <a:pt x="1990803" y="41901"/>
                  </a:cubicBezTo>
                  <a:cubicBezTo>
                    <a:pt x="2102356" y="48742"/>
                    <a:pt x="2155750" y="35060"/>
                    <a:pt x="2206282" y="45322"/>
                  </a:cubicBezTo>
                  <a:cubicBezTo>
                    <a:pt x="2257769" y="35915"/>
                    <a:pt x="2110938" y="40191"/>
                    <a:pt x="2139541" y="38481"/>
                  </a:cubicBezTo>
                  <a:cubicBezTo>
                    <a:pt x="2115705" y="35060"/>
                    <a:pt x="2181493" y="31639"/>
                    <a:pt x="2215817" y="32495"/>
                  </a:cubicBezTo>
                  <a:cubicBezTo>
                    <a:pt x="2251095" y="32495"/>
                    <a:pt x="2275884" y="43611"/>
                    <a:pt x="2365509" y="43611"/>
                  </a:cubicBezTo>
                  <a:cubicBezTo>
                    <a:pt x="2355974" y="43611"/>
                    <a:pt x="2355974" y="44466"/>
                    <a:pt x="2346440" y="44466"/>
                  </a:cubicBezTo>
                  <a:cubicBezTo>
                    <a:pt x="2379810" y="47032"/>
                    <a:pt x="2412228" y="41046"/>
                    <a:pt x="2453226" y="45322"/>
                  </a:cubicBezTo>
                  <a:cubicBezTo>
                    <a:pt x="2476109" y="40191"/>
                    <a:pt x="2505666" y="45322"/>
                    <a:pt x="2512340" y="38481"/>
                  </a:cubicBezTo>
                  <a:lnTo>
                    <a:pt x="2431297" y="40191"/>
                  </a:lnTo>
                  <a:cubicBezTo>
                    <a:pt x="2477062" y="38481"/>
                    <a:pt x="2520921" y="30784"/>
                    <a:pt x="2597197" y="34205"/>
                  </a:cubicBezTo>
                  <a:cubicBezTo>
                    <a:pt x="2591476" y="35915"/>
                    <a:pt x="2568593" y="37625"/>
                    <a:pt x="2552385" y="38481"/>
                  </a:cubicBezTo>
                  <a:cubicBezTo>
                    <a:pt x="2575268" y="41046"/>
                    <a:pt x="2595290" y="37625"/>
                    <a:pt x="2619126" y="39336"/>
                  </a:cubicBezTo>
                  <a:cubicBezTo>
                    <a:pt x="2612452" y="46177"/>
                    <a:pt x="2519967" y="41046"/>
                    <a:pt x="2470388" y="46177"/>
                  </a:cubicBezTo>
                  <a:cubicBezTo>
                    <a:pt x="2494224" y="48742"/>
                    <a:pt x="2563826" y="41046"/>
                    <a:pt x="2539036" y="48742"/>
                  </a:cubicBezTo>
                  <a:cubicBezTo>
                    <a:pt x="2574314" y="39336"/>
                    <a:pt x="2626754" y="49597"/>
                    <a:pt x="2686821" y="42756"/>
                  </a:cubicBezTo>
                  <a:lnTo>
                    <a:pt x="2683007" y="47032"/>
                  </a:lnTo>
                  <a:cubicBezTo>
                    <a:pt x="2692542" y="46177"/>
                    <a:pt x="2712564" y="44466"/>
                    <a:pt x="2729726" y="44466"/>
                  </a:cubicBezTo>
                  <a:lnTo>
                    <a:pt x="2698263" y="49597"/>
                  </a:lnTo>
                  <a:cubicBezTo>
                    <a:pt x="2746888" y="45322"/>
                    <a:pt x="2791701" y="53873"/>
                    <a:pt x="2838420" y="51308"/>
                  </a:cubicBezTo>
                  <a:cubicBezTo>
                    <a:pt x="2741168" y="51308"/>
                    <a:pt x="2816490" y="46177"/>
                    <a:pt x="2775492" y="43611"/>
                  </a:cubicBezTo>
                  <a:cubicBezTo>
                    <a:pt x="2896580" y="38481"/>
                    <a:pt x="2845094" y="54728"/>
                    <a:pt x="2980484" y="53018"/>
                  </a:cubicBezTo>
                  <a:cubicBezTo>
                    <a:pt x="2962368" y="53018"/>
                    <a:pt x="2911835" y="49597"/>
                    <a:pt x="2940439" y="47887"/>
                  </a:cubicBezTo>
                  <a:cubicBezTo>
                    <a:pt x="2966182" y="48742"/>
                    <a:pt x="2999553" y="50452"/>
                    <a:pt x="3015761" y="53018"/>
                  </a:cubicBezTo>
                  <a:cubicBezTo>
                    <a:pt x="3105386" y="52163"/>
                    <a:pt x="3002413" y="48742"/>
                    <a:pt x="3040551" y="46177"/>
                  </a:cubicBezTo>
                  <a:cubicBezTo>
                    <a:pt x="3071061" y="51308"/>
                    <a:pt x="3084410" y="44466"/>
                    <a:pt x="3123501" y="42756"/>
                  </a:cubicBezTo>
                  <a:lnTo>
                    <a:pt x="3123501" y="47032"/>
                  </a:lnTo>
                  <a:cubicBezTo>
                    <a:pt x="3226474" y="49597"/>
                    <a:pt x="3151151" y="38481"/>
                    <a:pt x="3242682" y="41901"/>
                  </a:cubicBezTo>
                  <a:lnTo>
                    <a:pt x="3204544" y="47032"/>
                  </a:lnTo>
                  <a:lnTo>
                    <a:pt x="3252217" y="46177"/>
                  </a:lnTo>
                  <a:lnTo>
                    <a:pt x="3241729" y="50452"/>
                  </a:lnTo>
                  <a:cubicBezTo>
                    <a:pt x="3294169" y="47032"/>
                    <a:pt x="3310377" y="47887"/>
                    <a:pt x="3361863" y="49597"/>
                  </a:cubicBezTo>
                  <a:cubicBezTo>
                    <a:pt x="3349469" y="46177"/>
                    <a:pt x="3368538" y="41901"/>
                    <a:pt x="3413350" y="41901"/>
                  </a:cubicBezTo>
                  <a:cubicBezTo>
                    <a:pt x="3444814" y="44466"/>
                    <a:pt x="3396188" y="46177"/>
                    <a:pt x="3461022" y="45322"/>
                  </a:cubicBezTo>
                  <a:cubicBezTo>
                    <a:pt x="3445767" y="47887"/>
                    <a:pt x="3430512" y="51308"/>
                    <a:pt x="3401908" y="47032"/>
                  </a:cubicBezTo>
                  <a:cubicBezTo>
                    <a:pt x="3399048" y="48742"/>
                    <a:pt x="3387607" y="49597"/>
                    <a:pt x="3384746" y="51308"/>
                  </a:cubicBezTo>
                  <a:cubicBezTo>
                    <a:pt x="3418117" y="53873"/>
                    <a:pt x="3468650" y="52163"/>
                    <a:pt x="3491533" y="52163"/>
                  </a:cubicBezTo>
                  <a:cubicBezTo>
                    <a:pt x="3482952" y="52163"/>
                    <a:pt x="3472464" y="51308"/>
                    <a:pt x="3466743" y="51308"/>
                  </a:cubicBezTo>
                  <a:lnTo>
                    <a:pt x="3560181" y="45322"/>
                  </a:lnTo>
                  <a:cubicBezTo>
                    <a:pt x="3574483" y="47032"/>
                    <a:pt x="3563041" y="47887"/>
                    <a:pt x="3551600" y="49597"/>
                  </a:cubicBezTo>
                  <a:cubicBezTo>
                    <a:pt x="3569715" y="48742"/>
                    <a:pt x="3583064" y="47032"/>
                    <a:pt x="3610714" y="47032"/>
                  </a:cubicBezTo>
                  <a:cubicBezTo>
                    <a:pt x="3604040" y="50452"/>
                    <a:pt x="3604993" y="53873"/>
                    <a:pt x="3565902" y="55583"/>
                  </a:cubicBezTo>
                  <a:lnTo>
                    <a:pt x="3654573" y="51308"/>
                  </a:lnTo>
                  <a:cubicBezTo>
                    <a:pt x="3660293" y="53018"/>
                    <a:pt x="3700338" y="55583"/>
                    <a:pt x="3688897" y="57293"/>
                  </a:cubicBezTo>
                  <a:cubicBezTo>
                    <a:pt x="3737523" y="59004"/>
                    <a:pt x="3809031" y="50452"/>
                    <a:pt x="3874819" y="53018"/>
                  </a:cubicBezTo>
                  <a:cubicBezTo>
                    <a:pt x="3877680" y="53018"/>
                    <a:pt x="3884354" y="52163"/>
                    <a:pt x="3898656" y="51308"/>
                  </a:cubicBezTo>
                  <a:cubicBezTo>
                    <a:pt x="3959676" y="53018"/>
                    <a:pt x="4014023" y="57293"/>
                    <a:pt x="4086485" y="52163"/>
                  </a:cubicBezTo>
                  <a:lnTo>
                    <a:pt x="4127484" y="58149"/>
                  </a:lnTo>
                  <a:cubicBezTo>
                    <a:pt x="4184691" y="57293"/>
                    <a:pt x="4072183" y="50452"/>
                    <a:pt x="4166575" y="48742"/>
                  </a:cubicBezTo>
                  <a:cubicBezTo>
                    <a:pt x="4233316" y="47032"/>
                    <a:pt x="4191365" y="53873"/>
                    <a:pt x="4215201" y="55583"/>
                  </a:cubicBezTo>
                  <a:cubicBezTo>
                    <a:pt x="4248572" y="53018"/>
                    <a:pt x="4306732" y="46177"/>
                    <a:pt x="4367753" y="51308"/>
                  </a:cubicBezTo>
                  <a:cubicBezTo>
                    <a:pt x="4347730" y="53018"/>
                    <a:pt x="4331522" y="51308"/>
                    <a:pt x="4312453" y="521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5" name="자유형 6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S4AAJkJAABDLgAAnwkAAAAAAAAmAAAACAAAAP//////////"/>
                </a:ext>
              </a:extLst>
            </p:cNvSpPr>
            <p:nvPr/>
          </p:nvSpPr>
          <p:spPr>
            <a:xfrm>
              <a:off x="7508875" y="1560195"/>
              <a:ext cx="11430" cy="3810"/>
            </a:xfrm>
            <a:custGeom>
              <a:avLst/>
              <a:gdLst/>
              <a:ahLst/>
              <a:cxnLst/>
              <a:rect l="0" t="0" r="11430" b="3810"/>
              <a:pathLst>
                <a:path w="11430" h="3810">
                  <a:moveTo>
                    <a:pt x="11430" y="3810"/>
                  </a:moveTo>
                  <a:cubicBezTo>
                    <a:pt x="7620" y="2540"/>
                    <a:pt x="6668" y="1270"/>
                    <a:pt x="5715" y="0"/>
                  </a:cubicBezTo>
                  <a:cubicBezTo>
                    <a:pt x="953" y="1270"/>
                    <a:pt x="0" y="2540"/>
                    <a:pt x="11430" y="3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4" name="자유형 6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iEAAKUJAAB1IQAApgkAAAAAAAAmAAAACAAAAP//////////"/>
                </a:ext>
              </a:extLst>
            </p:cNvSpPr>
            <p:nvPr/>
          </p:nvSpPr>
          <p:spPr>
            <a:xfrm>
              <a:off x="5434330" y="1567815"/>
              <a:ext cx="4445" cy="635"/>
            </a:xfrm>
            <a:custGeom>
              <a:avLst/>
              <a:gdLst/>
              <a:ahLst/>
              <a:cxnLst/>
              <a:rect l="0" t="0" r="4445" b="635"/>
              <a:pathLst>
                <a:path w="4445" h="635">
                  <a:moveTo>
                    <a:pt x="4445" y="635"/>
                  </a:moveTo>
                  <a:lnTo>
                    <a:pt x="2667" y="0"/>
                  </a:lnTo>
                  <a:cubicBezTo>
                    <a:pt x="889" y="635"/>
                    <a:pt x="889" y="635"/>
                    <a:pt x="0" y="635"/>
                  </a:cubicBezTo>
                  <a:lnTo>
                    <a:pt x="4445" y="6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3" name="자유형 6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TsAAKUJAACpOwAAqAkAAAAAAAAmAAAACAAAAP//////////"/>
                </a:ext>
              </a:extLst>
            </p:cNvSpPr>
            <p:nvPr/>
          </p:nvSpPr>
          <p:spPr>
            <a:xfrm>
              <a:off x="9672955" y="1567815"/>
              <a:ext cx="25400" cy="1905"/>
            </a:xfrm>
            <a:custGeom>
              <a:avLst/>
              <a:gdLst/>
              <a:ahLst/>
              <a:cxnLst/>
              <a:rect l="0" t="0" r="25400" b="1905"/>
              <a:pathLst>
                <a:path w="25400" h="1905">
                  <a:moveTo>
                    <a:pt x="25400" y="1905"/>
                  </a:moveTo>
                  <a:cubicBezTo>
                    <a:pt x="12230" y="1270"/>
                    <a:pt x="5644" y="635"/>
                    <a:pt x="941" y="0"/>
                  </a:cubicBezTo>
                  <a:cubicBezTo>
                    <a:pt x="0" y="635"/>
                    <a:pt x="5644" y="1270"/>
                    <a:pt x="2540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2" name="자유형 6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kMAAGgJAAC1QwAAbAkAAAAAAAAmAAAACAAAAP//////////"/>
                </a:ext>
              </a:extLst>
            </p:cNvSpPr>
            <p:nvPr/>
          </p:nvSpPr>
          <p:spPr>
            <a:xfrm>
              <a:off x="10966450" y="1529080"/>
              <a:ext cx="40005" cy="2540"/>
            </a:xfrm>
            <a:custGeom>
              <a:avLst/>
              <a:gdLst/>
              <a:ahLst/>
              <a:cxnLst/>
              <a:rect l="0" t="0" r="40005" b="2540"/>
              <a:pathLst>
                <a:path w="40005" h="2540">
                  <a:moveTo>
                    <a:pt x="40005" y="0"/>
                  </a:moveTo>
                  <a:lnTo>
                    <a:pt x="0" y="847"/>
                  </a:lnTo>
                  <a:cubicBezTo>
                    <a:pt x="19050" y="847"/>
                    <a:pt x="25717" y="1693"/>
                    <a:pt x="36195" y="2540"/>
                  </a:cubicBezTo>
                  <a:cubicBezTo>
                    <a:pt x="35242" y="1693"/>
                    <a:pt x="27622" y="0"/>
                    <a:pt x="40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1" name="자유형 6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0UAAI0JAAD5RQAAkQkAAAAAAAAmAAAACAAAAP//////////"/>
                </a:ext>
              </a:extLst>
            </p:cNvSpPr>
            <p:nvPr/>
          </p:nvSpPr>
          <p:spPr>
            <a:xfrm>
              <a:off x="11330305" y="1552575"/>
              <a:ext cx="44450" cy="2540"/>
            </a:xfrm>
            <a:custGeom>
              <a:avLst/>
              <a:gdLst/>
              <a:ahLst/>
              <a:cxnLst/>
              <a:rect l="0" t="0" r="44450" b="2540"/>
              <a:pathLst>
                <a:path w="44450" h="2540">
                  <a:moveTo>
                    <a:pt x="26090" y="2540"/>
                  </a:moveTo>
                  <a:cubicBezTo>
                    <a:pt x="31888" y="1693"/>
                    <a:pt x="38652" y="2540"/>
                    <a:pt x="44450" y="1693"/>
                  </a:cubicBezTo>
                  <a:lnTo>
                    <a:pt x="42517" y="0"/>
                  </a:lnTo>
                  <a:cubicBezTo>
                    <a:pt x="17393" y="0"/>
                    <a:pt x="0" y="1693"/>
                    <a:pt x="26090" y="2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20" name="자유형 6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kMAAHoJAABNRAAAhAkAAAAAAAAmAAAACAAAAP//////////"/>
                </a:ext>
              </a:extLst>
            </p:cNvSpPr>
            <p:nvPr/>
          </p:nvSpPr>
          <p:spPr>
            <a:xfrm>
              <a:off x="11042650" y="154051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0" y="2721"/>
                  </a:moveTo>
                  <a:cubicBezTo>
                    <a:pt x="2872" y="6350"/>
                    <a:pt x="28726" y="5443"/>
                    <a:pt x="57452" y="4536"/>
                  </a:cubicBezTo>
                  <a:lnTo>
                    <a:pt x="51707" y="4536"/>
                  </a:lnTo>
                  <a:cubicBezTo>
                    <a:pt x="60325" y="0"/>
                    <a:pt x="29683" y="907"/>
                    <a:pt x="0" y="2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9" name="자유형 6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kQAAH4JAAB/RAAAgAkAAAAAAAAmAAAACAAAAP//////////"/>
                </a:ext>
              </a:extLst>
            </p:cNvSpPr>
            <p:nvPr/>
          </p:nvSpPr>
          <p:spPr>
            <a:xfrm>
              <a:off x="11106150" y="1543050"/>
              <a:ext cx="28575" cy="1270"/>
            </a:xfrm>
            <a:custGeom>
              <a:avLst/>
              <a:gdLst/>
              <a:ahLst/>
              <a:cxnLst/>
              <a:rect l="0" t="0" r="28575" b="1270"/>
              <a:pathLst>
                <a:path w="28575" h="1270">
                  <a:moveTo>
                    <a:pt x="0" y="1270"/>
                  </a:moveTo>
                  <a:cubicBezTo>
                    <a:pt x="9217" y="1270"/>
                    <a:pt x="17513" y="1270"/>
                    <a:pt x="25809" y="1270"/>
                  </a:cubicBezTo>
                  <a:cubicBezTo>
                    <a:pt x="28575" y="0"/>
                    <a:pt x="15670" y="127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8" name="자유형 7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kEAAGIJAABUQgAAcgkAAAAAAAAmAAAACAAAAP//////////"/>
                </a:ext>
              </a:extLst>
            </p:cNvSpPr>
            <p:nvPr/>
          </p:nvSpPr>
          <p:spPr>
            <a:xfrm>
              <a:off x="10679430" y="1525270"/>
              <a:ext cx="102870" cy="10160"/>
            </a:xfrm>
            <a:custGeom>
              <a:avLst/>
              <a:gdLst/>
              <a:ahLst/>
              <a:cxnLst/>
              <a:rect l="0" t="0" r="102870" b="10160"/>
              <a:pathLst>
                <a:path w="102870" h="10160">
                  <a:moveTo>
                    <a:pt x="72670" y="7620"/>
                  </a:moveTo>
                  <a:cubicBezTo>
                    <a:pt x="85882" y="8467"/>
                    <a:pt x="81163" y="3387"/>
                    <a:pt x="88714" y="5080"/>
                  </a:cubicBezTo>
                  <a:cubicBezTo>
                    <a:pt x="102870" y="0"/>
                    <a:pt x="0" y="10160"/>
                    <a:pt x="72670" y="76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7" name="자유형 7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UMAAIkJAAAURAAAkQkAAAAAAAAmAAAACAAAAP//////////"/>
                </a:ext>
              </a:extLst>
            </p:cNvSpPr>
            <p:nvPr/>
          </p:nvSpPr>
          <p:spPr>
            <a:xfrm>
              <a:off x="11039475" y="1550035"/>
              <a:ext cx="27305" cy="5080"/>
            </a:xfrm>
            <a:custGeom>
              <a:avLst/>
              <a:gdLst/>
              <a:ahLst/>
              <a:cxnLst/>
              <a:rect l="0" t="0" r="27305" b="5080"/>
              <a:pathLst>
                <a:path w="27305" h="5080">
                  <a:moveTo>
                    <a:pt x="27305" y="5080"/>
                  </a:moveTo>
                  <a:lnTo>
                    <a:pt x="16180" y="0"/>
                  </a:lnTo>
                  <a:lnTo>
                    <a:pt x="0" y="4064"/>
                  </a:lnTo>
                  <a:lnTo>
                    <a:pt x="27305" y="5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6" name="자유형 7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UIAAIcJAAANQwAAiwkAAAAAAAAmAAAACAAAAP//////////"/>
                </a:ext>
              </a:extLst>
            </p:cNvSpPr>
            <p:nvPr/>
          </p:nvSpPr>
          <p:spPr>
            <a:xfrm>
              <a:off x="10841355" y="1548765"/>
              <a:ext cx="58420" cy="2540"/>
            </a:xfrm>
            <a:custGeom>
              <a:avLst/>
              <a:gdLst/>
              <a:ahLst/>
              <a:cxnLst/>
              <a:rect l="0" t="0" r="58420" b="2540"/>
              <a:pathLst>
                <a:path w="58420" h="2540">
                  <a:moveTo>
                    <a:pt x="958" y="1693"/>
                  </a:moveTo>
                  <a:lnTo>
                    <a:pt x="46928" y="2540"/>
                  </a:lnTo>
                  <a:cubicBezTo>
                    <a:pt x="45970" y="1693"/>
                    <a:pt x="51716" y="1693"/>
                    <a:pt x="58420" y="1693"/>
                  </a:cubicBezTo>
                  <a:cubicBezTo>
                    <a:pt x="30647" y="847"/>
                    <a:pt x="0" y="0"/>
                    <a:pt x="958" y="1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5" name="자유형 7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DUMAAIkJAABHQwAAiwkAAAAAAAAmAAAACAAAAP//////////"/>
                </a:ext>
              </a:extLst>
            </p:cNvSpPr>
            <p:nvPr/>
          </p:nvSpPr>
          <p:spPr>
            <a:xfrm>
              <a:off x="10899775" y="1550035"/>
              <a:ext cx="36830" cy="1270"/>
            </a:xfrm>
            <a:custGeom>
              <a:avLst/>
              <a:gdLst/>
              <a:ahLst/>
              <a:cxnLst/>
              <a:rect l="0" t="0" r="36830" b="1270"/>
              <a:pathLst>
                <a:path w="36830" h="1270">
                  <a:moveTo>
                    <a:pt x="0" y="1270"/>
                  </a:moveTo>
                  <a:cubicBezTo>
                    <a:pt x="14538" y="1270"/>
                    <a:pt x="29076" y="1270"/>
                    <a:pt x="36830" y="0"/>
                  </a:cubicBezTo>
                  <a:cubicBezTo>
                    <a:pt x="29076" y="0"/>
                    <a:pt x="11631" y="0"/>
                    <a:pt x="0" y="1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4" name="자유형 7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kMAAJEJAACyQwAAkQkAAAAAAAAmAAAACAAAAP//////////"/>
                </a:ext>
              </a:extLst>
            </p:cNvSpPr>
            <p:nvPr/>
          </p:nvSpPr>
          <p:spPr>
            <a:xfrm>
              <a:off x="10958830" y="1555115"/>
              <a:ext cx="45720" cy="0"/>
            </a:xfrm>
            <a:custGeom>
              <a:avLst/>
              <a:gdLst/>
              <a:ahLst/>
              <a:cxnLst/>
              <a:rect l="0" t="0" r="45720" b="0"/>
              <a:pathLst>
                <a:path w="45720">
                  <a:moveTo>
                    <a:pt x="45720" y="0"/>
                  </a:moveTo>
                  <a:lnTo>
                    <a:pt x="32101" y="0"/>
                  </a:lnTo>
                  <a:lnTo>
                    <a:pt x="0" y="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3" name="자유형 7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D8AAIcJAADFPwAAjQkAAAAAAAAmAAAACAAAAP//////////"/>
                </a:ext>
              </a:extLst>
            </p:cNvSpPr>
            <p:nvPr/>
          </p:nvSpPr>
          <p:spPr>
            <a:xfrm>
              <a:off x="10304780" y="1548765"/>
              <a:ext cx="61595" cy="3810"/>
            </a:xfrm>
            <a:custGeom>
              <a:avLst/>
              <a:gdLst/>
              <a:ahLst/>
              <a:cxnLst/>
              <a:rect l="0" t="0" r="61595" b="3810"/>
              <a:pathLst>
                <a:path w="61595" h="3810">
                  <a:moveTo>
                    <a:pt x="54014" y="0"/>
                  </a:moveTo>
                  <a:lnTo>
                    <a:pt x="4738" y="953"/>
                  </a:lnTo>
                  <a:cubicBezTo>
                    <a:pt x="0" y="2858"/>
                    <a:pt x="13266" y="3810"/>
                    <a:pt x="31271" y="3810"/>
                  </a:cubicBezTo>
                  <a:cubicBezTo>
                    <a:pt x="42642" y="1905"/>
                    <a:pt x="61595" y="1905"/>
                    <a:pt x="54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2" name="자유형 7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kAAAJUJAACkQAAAnwkAAAAAAAAmAAAACAAAAP//////////"/>
                </a:ext>
              </a:extLst>
            </p:cNvSpPr>
            <p:nvPr/>
          </p:nvSpPr>
          <p:spPr>
            <a:xfrm>
              <a:off x="10483850" y="1557655"/>
              <a:ext cx="24130" cy="6350"/>
            </a:xfrm>
            <a:custGeom>
              <a:avLst/>
              <a:gdLst/>
              <a:ahLst/>
              <a:cxnLst/>
              <a:rect l="0" t="0" r="24130" b="6350"/>
              <a:pathLst>
                <a:path w="24130" h="6350">
                  <a:moveTo>
                    <a:pt x="24130" y="3629"/>
                  </a:moveTo>
                  <a:cubicBezTo>
                    <a:pt x="10617" y="2721"/>
                    <a:pt x="9652" y="1814"/>
                    <a:pt x="1930" y="0"/>
                  </a:cubicBezTo>
                  <a:lnTo>
                    <a:pt x="0" y="6350"/>
                  </a:lnTo>
                  <a:lnTo>
                    <a:pt x="24130" y="3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1" name="자유형 77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D8AAJ8JAAAJQAAAowkAAAAAAAAmAAAACAAAAP//////////"/>
                </a:ext>
              </a:extLst>
            </p:cNvSpPr>
            <p:nvPr/>
          </p:nvSpPr>
          <p:spPr>
            <a:xfrm>
              <a:off x="10292080" y="1564005"/>
              <a:ext cx="117475" cy="2540"/>
            </a:xfrm>
            <a:custGeom>
              <a:avLst/>
              <a:gdLst/>
              <a:ahLst/>
              <a:cxnLst/>
              <a:rect l="0" t="0" r="117475" b="2540"/>
              <a:pathLst>
                <a:path w="117475" h="2540">
                  <a:moveTo>
                    <a:pt x="71631" y="0"/>
                  </a:moveTo>
                  <a:cubicBezTo>
                    <a:pt x="66855" y="635"/>
                    <a:pt x="0" y="2540"/>
                    <a:pt x="63035" y="2540"/>
                  </a:cubicBezTo>
                  <a:cubicBezTo>
                    <a:pt x="67810" y="1270"/>
                    <a:pt x="117475" y="635"/>
                    <a:pt x="71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10" name="자유형 7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TsAAIQJAABCOwAAkQkAAAAAAAAmAAAACAAAAP//////////"/>
                </a:ext>
              </a:extLst>
            </p:cNvSpPr>
            <p:nvPr/>
          </p:nvSpPr>
          <p:spPr>
            <a:xfrm>
              <a:off x="9622155" y="1546860"/>
              <a:ext cx="10795" cy="8255"/>
            </a:xfrm>
            <a:custGeom>
              <a:avLst/>
              <a:gdLst/>
              <a:ahLst/>
              <a:cxnLst/>
              <a:rect l="0" t="0" r="10795" b="8255"/>
              <a:pathLst>
                <a:path w="10795" h="8255">
                  <a:moveTo>
                    <a:pt x="0" y="8255"/>
                  </a:moveTo>
                  <a:lnTo>
                    <a:pt x="10795" y="8255"/>
                  </a:lnTo>
                  <a:lnTo>
                    <a:pt x="9964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9" name="자유형 7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jcAAKYJAACqNwAAtAkAAAAAAAAmAAAACAAAAP//////////"/>
                </a:ext>
              </a:extLst>
            </p:cNvSpPr>
            <p:nvPr/>
          </p:nvSpPr>
          <p:spPr>
            <a:xfrm>
              <a:off x="8952230" y="1568450"/>
              <a:ext cx="96520" cy="8890"/>
            </a:xfrm>
            <a:custGeom>
              <a:avLst/>
              <a:gdLst/>
              <a:ahLst/>
              <a:cxnLst/>
              <a:rect l="0" t="0" r="96520" b="8890"/>
              <a:pathLst>
                <a:path w="96520" h="8890">
                  <a:moveTo>
                    <a:pt x="15290" y="7112"/>
                  </a:moveTo>
                  <a:cubicBezTo>
                    <a:pt x="74540" y="8890"/>
                    <a:pt x="29625" y="889"/>
                    <a:pt x="82185" y="3556"/>
                  </a:cubicBezTo>
                  <a:cubicBezTo>
                    <a:pt x="96520" y="1778"/>
                    <a:pt x="39181" y="1778"/>
                    <a:pt x="53516" y="0"/>
                  </a:cubicBezTo>
                  <a:cubicBezTo>
                    <a:pt x="18157" y="1778"/>
                    <a:pt x="0" y="889"/>
                    <a:pt x="15290" y="7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8" name="자유형 8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zcAAKMJAACCNwAApgkAAAAAAAAmAAAACAAAAP//////////"/>
                </a:ext>
              </a:extLst>
            </p:cNvSpPr>
            <p:nvPr/>
          </p:nvSpPr>
          <p:spPr>
            <a:xfrm>
              <a:off x="9006205" y="1566545"/>
              <a:ext cx="17145" cy="1905"/>
            </a:xfrm>
            <a:custGeom>
              <a:avLst/>
              <a:gdLst/>
              <a:ahLst/>
              <a:cxnLst/>
              <a:rect l="0" t="0" r="17145" b="1905"/>
              <a:pathLst>
                <a:path w="17145" h="1905">
                  <a:moveTo>
                    <a:pt x="0" y="1905"/>
                  </a:moveTo>
                  <a:lnTo>
                    <a:pt x="17145" y="0"/>
                  </a:lnTo>
                  <a:cubicBezTo>
                    <a:pt x="7218" y="952"/>
                    <a:pt x="2707" y="952"/>
                    <a:pt x="0" y="1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7" name="자유형 81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AkAAFUJAAAACgAAWwkAAAAAAAAmAAAACAAAAP//////////"/>
                </a:ext>
              </a:extLst>
            </p:cNvSpPr>
            <p:nvPr/>
          </p:nvSpPr>
          <p:spPr>
            <a:xfrm>
              <a:off x="1587500" y="1517015"/>
              <a:ext cx="38100" cy="3810"/>
            </a:xfrm>
            <a:custGeom>
              <a:avLst/>
              <a:gdLst/>
              <a:ahLst/>
              <a:cxnLst/>
              <a:rect l="0" t="0" r="38100" b="3810"/>
              <a:pathLst>
                <a:path w="38100" h="3810">
                  <a:moveTo>
                    <a:pt x="38100" y="1905"/>
                  </a:moveTo>
                  <a:lnTo>
                    <a:pt x="0" y="0"/>
                  </a:lnTo>
                  <a:lnTo>
                    <a:pt x="24423" y="3810"/>
                  </a:lnTo>
                  <a:lnTo>
                    <a:pt x="38100" y="19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6" name="자유형 8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FkJAACNCQAAYQkAAAAAAAAmAAAACAAAAP//////////"/>
                </a:ext>
              </a:extLst>
            </p:cNvSpPr>
            <p:nvPr/>
          </p:nvSpPr>
          <p:spPr>
            <a:xfrm>
              <a:off x="1522730" y="1519555"/>
              <a:ext cx="29845" cy="5080"/>
            </a:xfrm>
            <a:custGeom>
              <a:avLst/>
              <a:gdLst/>
              <a:ahLst/>
              <a:cxnLst/>
              <a:rect l="0" t="0" r="29845" b="5080"/>
              <a:pathLst>
                <a:path w="29845" h="5080">
                  <a:moveTo>
                    <a:pt x="29845" y="5080"/>
                  </a:moveTo>
                  <a:lnTo>
                    <a:pt x="21451" y="0"/>
                  </a:lnTo>
                  <a:lnTo>
                    <a:pt x="0" y="4233"/>
                  </a:lnTo>
                  <a:cubicBezTo>
                    <a:pt x="7461" y="4233"/>
                    <a:pt x="24249" y="4233"/>
                    <a:pt x="29845" y="50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5" name="자유형 83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gAAK4JAAAdKQAAtAkAAAAAAAAmAAAACAAAAP//////////"/>
                </a:ext>
              </a:extLst>
            </p:cNvSpPr>
            <p:nvPr/>
          </p:nvSpPr>
          <p:spPr>
            <a:xfrm>
              <a:off x="6650355" y="1573530"/>
              <a:ext cx="33020" cy="3810"/>
            </a:xfrm>
            <a:custGeom>
              <a:avLst/>
              <a:gdLst/>
              <a:ahLst/>
              <a:cxnLst/>
              <a:rect l="0" t="0" r="33020" b="3810"/>
              <a:pathLst>
                <a:path w="33020" h="3810">
                  <a:moveTo>
                    <a:pt x="30106" y="3810"/>
                  </a:moveTo>
                  <a:lnTo>
                    <a:pt x="33020" y="1905"/>
                  </a:lnTo>
                  <a:cubicBezTo>
                    <a:pt x="27193" y="953"/>
                    <a:pt x="17481" y="953"/>
                    <a:pt x="0" y="0"/>
                  </a:cubicBezTo>
                  <a:lnTo>
                    <a:pt x="30106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4" name="자유형 8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SUAAKMJAAACJgAAqgkAAAAAAAAmAAAACAAAAP//////////"/>
                </a:ext>
              </a:extLst>
            </p:cNvSpPr>
            <p:nvPr/>
          </p:nvSpPr>
          <p:spPr>
            <a:xfrm>
              <a:off x="6162675" y="1566545"/>
              <a:ext cx="15875" cy="4445"/>
            </a:xfrm>
            <a:custGeom>
              <a:avLst/>
              <a:gdLst/>
              <a:ahLst/>
              <a:cxnLst/>
              <a:rect l="0" t="0" r="15875" b="4445"/>
              <a:pathLst>
                <a:path w="15875" h="4445">
                  <a:moveTo>
                    <a:pt x="7470" y="4445"/>
                  </a:moveTo>
                  <a:lnTo>
                    <a:pt x="15875" y="4445"/>
                  </a:lnTo>
                  <a:lnTo>
                    <a:pt x="0" y="0"/>
                  </a:lnTo>
                  <a:lnTo>
                    <a:pt x="7470" y="4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  <p:sp>
          <p:nvSpPr>
            <p:cNvPr id="3" name="자유형 8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A0AAAAAkAAAAEgAAACQAAAASAAAAAAAAAAAAAAAAAAAAAEAAABQAAAAAAAAAAAA4D8AAAAAAADgPwAAAAAAAOA/AAAAAAAA4D8AAAAAAADgPwAAAAAAAOA/AAAAAAAA4D8AAAAAAADgPwAAAAAAAOA/AAAAAAAA4D8CAAAAjAAAAAEAAAAAAAAAV7zlDAAAAA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iMAAKoJAACtIwAAtAkAAAAAAAAmAAAACAAAAP//////////"/>
                </a:ext>
              </a:extLst>
            </p:cNvSpPr>
            <p:nvPr/>
          </p:nvSpPr>
          <p:spPr>
            <a:xfrm>
              <a:off x="5739130" y="1570990"/>
              <a:ext cx="60325" cy="6350"/>
            </a:xfrm>
            <a:custGeom>
              <a:avLst/>
              <a:gdLst/>
              <a:ahLst/>
              <a:cxnLst/>
              <a:rect l="0" t="0" r="60325" b="6350"/>
              <a:pathLst>
                <a:path w="60325" h="6350">
                  <a:moveTo>
                    <a:pt x="4787" y="5556"/>
                  </a:moveTo>
                  <a:cubicBezTo>
                    <a:pt x="22023" y="6350"/>
                    <a:pt x="43089" y="4763"/>
                    <a:pt x="60325" y="5556"/>
                  </a:cubicBezTo>
                  <a:cubicBezTo>
                    <a:pt x="22023" y="6350"/>
                    <a:pt x="0" y="0"/>
                    <a:pt x="4787" y="55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endParaRPr lang="ko-kr" cap="none"/>
            </a:p>
          </p:txBody>
        </p:sp>
      </p:grpSp>
      <p:sp>
        <p:nvSpPr>
          <p:cNvPr id="77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EBAACdQQAAGAY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78" name="세로 텍스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Q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PgHAACeQQAA+CUAABAAAAAmAAAACAAAAAK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957070">
              <a:defRPr lang="ko-kr" cap="none"/>
            </a:lvl6pPr>
            <a:lvl7pPr marL="1957070">
              <a:defRPr lang="ko-kr" cap="none"/>
            </a:lvl7pPr>
            <a:lvl8pPr marL="1957070">
              <a:defRPr lang="ko-kr" cap="none"/>
            </a:lvl8pPr>
            <a:lvl9pPr marL="1957070">
              <a:defRPr lang="ko-kr" cap="none"/>
            </a:lvl9pPr>
          </a:lstStyle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79" name="날짜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TEAAGAnAABUOQAAEykAABAAAAAmAAAACAAAAACAAAAAAAAA"/>
              </a:ext>
            </a:extLst>
          </p:cNvSpPr>
          <p:nvPr>
            <p:ph type="dt" sz="half" idx="10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408F-C1E7-5BB6-A9B6-37E30EF85F62}" type="datetime1">
              <a:rPr lang="en-us" cap="none"/>
              <a:t>10/1/2024</a:t>
            </a:fld>
            <a:endParaRPr lang="en-us" cap="none"/>
          </a:p>
        </p:txBody>
      </p:sp>
      <p:sp>
        <p:nvSpPr>
          <p:cNvPr id="80" name="바닥글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AnAABFMAAAEykAABAAAAAmAAAACAAAAACAAAAAAAAA"/>
              </a:ext>
            </a:extLst>
          </p:cNvSpPr>
          <p:nvPr>
            <p:ph type="ftr" sz="quarter" idx="11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81" name="슬라이드 번호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ToAAGAnAACeQQAAEykAABAAAAAmAAAACAAAAACAAAAAAAAA"/>
              </a:ext>
            </a:extLst>
          </p:cNvSpPr>
          <p:nvPr>
            <p:ph type="sldNum" sz="quarter" idx="12"/>
          </p:nvPr>
        </p:nvSpPr>
        <p:spPr/>
        <p:txBody>
          <a:bodyPr/>
          <a:lstStyle>
            <a:lvl1pPr>
              <a:defRPr lang="ko-kr" cap="none"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7C49-07E7-5B8A-A9B6-F1DF32F85FA4}" type="slidenum">
              <a:rPr lang="en-us" cap="none"/>
              <a:t>‹#›</a:t>
            </a:fld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XgkAALEBAACdQQAAGAYAABAAAAAmAAAACAAAAL8vAAAAAAAA"/>
              </a:ext>
            </a:extLst>
          </p:cNvSpPr>
          <p:nvPr>
            <p:ph type="title"/>
          </p:nvPr>
        </p:nvSpPr>
        <p:spPr>
          <a:xfrm>
            <a:off x="1522730" y="274955"/>
            <a:ext cx="9143365" cy="715645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XgkAAPgHAACeQQAA+CUAABAAAAAmAAAACAAAAD8vAAAAAAAA"/>
              </a:ext>
            </a:extLst>
          </p:cNvSpPr>
          <p:nvPr>
            <p:ph type="body" idx="1"/>
          </p:nvPr>
        </p:nvSpPr>
        <p:spPr>
          <a:xfrm>
            <a:off x="1522730" y="1295400"/>
            <a:ext cx="9144000" cy="48768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마스터 텍스트 스타일을 편집합니다</a:t>
            </a:r>
          </a:p>
          <a:p>
            <a:pPr lvl="1">
              <a:defRPr lang="ko-kr"/>
            </a:pPr>
            <a:r>
              <a:t>Second level</a:t>
            </a:r>
          </a:p>
          <a:p>
            <a:pPr lvl="2">
              <a:defRPr lang="ko-kr"/>
            </a:pPr>
            <a:r>
              <a:t>Third level</a:t>
            </a:r>
          </a:p>
          <a:p>
            <a:pPr lvl="3">
              <a:defRPr lang="ko-kr"/>
            </a:pPr>
            <a:r>
              <a:t>Fourth level</a:t>
            </a:r>
          </a:p>
          <a:p>
            <a:pPr lvl="4">
              <a:defRPr lang="ko-kr"/>
            </a:pPr>
            <a:r>
              <a:t>Fifth level</a:t>
            </a:r>
          </a:p>
        </p:txBody>
      </p:sp>
      <p:sp>
        <p:nvSpPr>
          <p:cNvPr id="4" name="날짜 개체 틀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Rlc1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rTEAAGAnAABUOQAAEykAABAAAAAmAAAACAAAAL+PAAAAAAAA"/>
              </a:ext>
            </a:extLst>
          </p:cNvSpPr>
          <p:nvPr>
            <p:ph type="dt" sz="half" idx="2"/>
          </p:nvPr>
        </p:nvSpPr>
        <p:spPr>
          <a:xfrm>
            <a:off x="8075295" y="6400800"/>
            <a:ext cx="1243965" cy="2762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ko-kr" sz="1000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r>
              <a:rPr lang="en-us" cap="none"/>
              <a:t>2013-07-30</a:t>
            </a:r>
          </a:p>
        </p:txBody>
      </p:sp>
      <p:sp>
        <p:nvSpPr>
          <p:cNvPr id="5" name="바닥글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Cjd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XgkAAGAnAABFMAAAEykAABAAAAAmAAAACAAAAL+PAAAAAAAA"/>
              </a:ext>
            </a:extLst>
          </p:cNvSpPr>
          <p:nvPr>
            <p:ph type="ftr" sz="quarter" idx="3"/>
          </p:nvPr>
        </p:nvSpPr>
        <p:spPr>
          <a:xfrm>
            <a:off x="1522730" y="6400800"/>
            <a:ext cx="6323965" cy="2762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ko-kr" sz="1000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endParaRPr/>
          </a:p>
        </p:txBody>
      </p:sp>
      <p:sp>
        <p:nvSpPr>
          <p:cNvPr id="6" name="슬라이드 번호 개체 틀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lToAAGAnAACeQQAAEykAABAAAAAmAAAACAAAAL+PAAAAAAAA"/>
              </a:ext>
            </a:extLst>
          </p:cNvSpPr>
          <p:nvPr>
            <p:ph type="sldNum" sz="quarter" idx="4"/>
          </p:nvPr>
        </p:nvSpPr>
        <p:spPr>
          <a:xfrm>
            <a:off x="9523095" y="6400800"/>
            <a:ext cx="1143635" cy="2762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ko-kr" sz="1000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>
              <a:defRPr lang="ko-kr"/>
            </a:lvl2pPr>
            <a:lvl3pPr>
              <a:defRPr lang="ko-kr"/>
            </a:lvl3pPr>
            <a:lvl4pPr>
              <a:defRPr lang="ko-kr"/>
            </a:lvl4pPr>
            <a:lvl5pPr>
              <a:defRPr lang="ko-kr"/>
            </a:lvl5pPr>
            <a:lvl6pPr>
              <a:defRPr lang="ko-kr"/>
            </a:lvl6pPr>
            <a:lvl7pPr>
              <a:defRPr lang="ko-kr"/>
            </a:lvl7pPr>
            <a:lvl8pPr>
              <a:defRPr lang="ko-kr"/>
            </a:lvl8pPr>
            <a:lvl9pPr>
              <a:defRPr lang="ko-kr"/>
            </a:lvl9pPr>
          </a:lstStyle>
          <a:p>
            <a:pPr>
              <a:defRPr lang="ko-kr"/>
            </a:pPr>
            <a:fld id="{0A0E1A41-0FE7-5BEC-A9B6-F9B954F85FAC}" type="slidenum">
              <a:rPr lang="en-us" cap="none"/>
              <a:t>‹#›</a:t>
            </a:fld>
            <a:endParaRPr lang="en-us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  <p:hf hdr="0" ftr="0" dt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ko-kr" sz="32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9pPr>
    </p:titleStyle>
    <p:bodyStyle>
      <a:lvl1pPr marL="274320" marR="0" indent="-274320" algn="l" defTabSz="914400">
        <a:lnSpc>
          <a:spcPct val="90000"/>
        </a:lnSpc>
        <a:spcBef>
          <a:spcPts val="1800"/>
        </a:spcBef>
        <a:spcAft>
          <a:spcPts val="0"/>
        </a:spcAft>
        <a:buClrTx/>
        <a:buSzTx/>
        <a:buFont typeface="Arial" pitchFamily="2" charset="0"/>
        <a:buChar char="▪"/>
        <a:tabLst/>
        <a:defRPr lang="ko-kr" sz="24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1pPr>
      <a:lvl2pPr marL="575945" marR="0" indent="-274320" algn="l" defTabSz="914400">
        <a:lnSpc>
          <a:spcPct val="130000"/>
        </a:lnSpc>
        <a:spcBef>
          <a:spcPts val="600"/>
        </a:spcBef>
        <a:spcAft>
          <a:spcPts val="0"/>
        </a:spcAft>
        <a:buClrTx/>
        <a:buSzTx/>
        <a:buFont typeface="Consolas" pitchFamily="3" charset="0"/>
        <a:buChar char="–"/>
        <a:tabLst/>
        <a:defRPr lang="ko-kr" sz="20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2pPr>
      <a:lvl3pPr marL="804545" marR="0" indent="-228600" algn="l" defTabSz="914400">
        <a:lnSpc>
          <a:spcPct val="130000"/>
        </a:lnSpc>
        <a:spcBef>
          <a:spcPts val="600"/>
        </a:spcBef>
        <a:spcAft>
          <a:spcPts val="0"/>
        </a:spcAft>
        <a:buClrTx/>
        <a:buSzTx/>
        <a:buFont typeface="Arial" pitchFamily="2" charset="0"/>
        <a:buChar char="▪"/>
        <a:tabLst/>
        <a:defRPr lang="ko-kr" sz="18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3pPr>
      <a:lvl4pPr marL="1033145" marR="0" indent="-228600" algn="l" defTabSz="914400">
        <a:lnSpc>
          <a:spcPct val="130000"/>
        </a:lnSpc>
        <a:spcBef>
          <a:spcPts val="600"/>
        </a:spcBef>
        <a:spcAft>
          <a:spcPts val="0"/>
        </a:spcAft>
        <a:buClrTx/>
        <a:buSzTx/>
        <a:buFont typeface="Consolas" pitchFamily="3" charset="0"/>
        <a:buChar char="–"/>
        <a:tabLst/>
        <a:defRPr lang="ko-kr" sz="16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4pPr>
      <a:lvl5pPr marL="1261745" marR="0" indent="-228600" algn="l" defTabSz="914400">
        <a:lnSpc>
          <a:spcPct val="130000"/>
        </a:lnSpc>
        <a:spcBef>
          <a:spcPts val="600"/>
        </a:spcBef>
        <a:spcAft>
          <a:spcPts val="0"/>
        </a:spcAft>
        <a:buClrTx/>
        <a:buSzTx/>
        <a:buFont typeface="Arial" pitchFamily="2" charset="0"/>
        <a:buChar char="▪"/>
        <a:tabLst/>
        <a:defRPr lang="ko-kr" sz="1600" b="0" i="0" u="none" strike="noStrike" kern="1" cap="none" spc="0" baseline="0">
          <a:solidFill>
            <a:schemeClr val="bg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5pPr>
      <a:lvl6pPr marL="1490345" marR="0" indent="-228600" algn="l" defTabSz="914400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Consolas" pitchFamily="3" charset="0"/>
        <a:buChar char="–"/>
        <a:tabLst/>
        <a:defRPr lang="ko-kr" sz="16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6pPr>
      <a:lvl7pPr marL="1718945" marR="0" indent="-228600" algn="l" defTabSz="914400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itchFamily="2" charset="0"/>
        <a:buChar char="▪"/>
        <a:tabLst/>
        <a:defRPr lang="ko-kr" sz="16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7pPr>
      <a:lvl8pPr marL="1947545" marR="0" indent="-228600" algn="l" defTabSz="914400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Consolas" pitchFamily="3" charset="0"/>
        <a:buChar char="–"/>
        <a:tabLst/>
        <a:defRPr lang="ko-kr" sz="16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8pPr>
      <a:lvl9pPr marL="2176145" marR="0" indent="-228600" algn="l" defTabSz="914400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itchFamily="2" charset="0"/>
        <a:buChar char="▪"/>
        <a:tabLst/>
        <a:defRPr lang="ko-kr" sz="16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ko-kr" sz="1800" b="0" i="0" u="none" strike="noStrike" kern="1" cap="none" spc="0" baseline="0">
          <a:solidFill>
            <a:schemeClr val="tx1"/>
          </a:solidFill>
          <a:effectLst/>
          <a:latin typeface="맑은 고딕" pitchFamily="3" charset="-127"/>
          <a:ea typeface="맑은 고딕" pitchFamily="3" charset="-127"/>
          <a:cs typeface="맑은 고딕" pitchFamily="3" charset="-127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date-and-time-functions.html#function_date-forma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gkAALgLAACeQQAAIBw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SQL Basic</a:t>
            </a:r>
          </a:p>
        </p:txBody>
      </p:sp>
      <p:sp>
        <p:nvSpPr>
          <p:cNvPr id="3" name="부제목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P///wk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MzMzA8zMzADAwP8Af39/AAAAAAAAAAAAAAAAAAAAAAAAAAAAIQAAABgAAAAUAAAAXgkAAGgfAACdQQAA+C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 algn="r">
              <a:defRPr lang="ko-kr"/>
            </a:pPr>
            <a:endParaRPr/>
          </a:p>
        </p:txBody>
      </p:sp>
      <p:graphicFrame>
        <p:nvGraphicFramePr>
          <p:cNvPr id="4" name="Object 2"/>
          <p:cNvGraphicFramePr>
            <a:graphicFrame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Mg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EAAAAjAAAABAAAAGQAAAAXAAAAFAAAAAAAAAAAAAAA/38AAP9/AAAAAAAACQAAAAQAAAAAAAAAHgAAAGgAAAAAAAAAAAAAAAAAAAAAAAAAAAAAABAnAAAQJwAAAAAAAAAAAAAAAAAAAAAAAAAAAAAAAAAAAAAAAAAAAAAUAAAAAAAAAMDA/wAAAAAAZAAAADIAAAAAAAAAZAAAAAAAAAB/f38AAA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CwiAADGEQAA0CgAAGoYAAAQAAAAJgAAAAgAAAD//////////w=="/>
              </a:ext>
            </a:extLst>
          </p:cNvGraphicFramePr>
          <p:nvPr/>
        </p:nvGraphicFramePr>
        <p:xfrm>
          <a:off x="5554980" y="2889250"/>
          <a:ext cx="1079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Unknown" r:id="rId3" imgW="9753600" imgH="9753600" progId="Unknown">
                  <p:embed/>
                </p:oleObj>
              </mc:Choice>
              <mc:Fallback>
                <p:oleObj name="Unknown" r:id="rId3" imgW="9753600" imgH="9753600" progId="Unknown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980" y="2889250"/>
                        <a:ext cx="1079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Mg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EAAAAjAAAABAAAAGQAAAAXAAAAFAAAAAAAAAAAAAAA/38AAP9/AAAAAAAACQAAAAQAAAA3AAAAHgAAAGgAAAAAAAAAAAAAAAAAAAAAAAAAAAAAABAnAAAQJwAAAAAAAAAAAAAAAAAAAAAAAAAAAAAAAAAAAAAAAAAAAAAUAAAAAAAAAMDA/wAAAAAAZAAAADIAAAAAAAAAZAAAAAAAAAB/f38AAA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CwiAADGEQAA0CgAAGoYAAAQAAAAJgAAAAgAAAD//////////w=="/>
              </a:ext>
            </a:extLst>
          </p:cNvGraphicFramePr>
          <p:nvPr/>
        </p:nvGraphicFramePr>
        <p:xfrm>
          <a:off x="5554980" y="2889250"/>
          <a:ext cx="1079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Unknown" r:id="rId5" imgW="1076325" imgH="1076325" progId="Unknown">
                  <p:embed/>
                </p:oleObj>
              </mc:Choice>
              <mc:Fallback>
                <p:oleObj name="Unknown" r:id="rId5" imgW="1076325" imgH="1076325" progId="Unknown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980" y="2889250"/>
                        <a:ext cx="1079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QEAAEALAAAdSQAAqBsAABAAAAAmAAAACAAAAAEAAAAAAAAA"/>
              </a:ext>
            </a:extLst>
          </p:cNvSpPr>
          <p:nvPr>
            <p:ph type="ctrTitle"/>
          </p:nvPr>
        </p:nvSpPr>
        <p:spPr>
          <a:xfrm>
            <a:off x="226695" y="1828800"/>
            <a:ext cx="11658600" cy="2667000"/>
          </a:xfrm>
        </p:spPr>
        <p:txBody>
          <a:bodyPr/>
          <a:lstStyle/>
          <a:p>
            <a:pPr algn="ctr">
              <a:defRPr lang="ko-kr"/>
            </a:pPr>
            <a:r>
              <a:rPr lang="en-us" sz="5000" cap="none"/>
              <a:t>Database </a:t>
            </a:r>
            <a:r>
              <a:rPr lang="ko-kr" sz="5000" cap="none"/>
              <a:t>개요</a:t>
            </a:r>
          </a:p>
        </p:txBody>
      </p:sp>
      <p:sp>
        <p:nvSpPr>
          <p:cNvPr id="3" name="부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P///wk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MzMzA8zMzADAwP8Af39/AAAAAAAAAAAAAAAAAAAAAAAAAAAAIQAAABgAAAAUAAAAXgkAAGgfAACdQQAA+C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GgBAAA7RwAAsAQAABAAAAAmAAAACAAAAAEgAAAAAAAA"/>
              </a:ext>
            </a:extLst>
          </p:cNvSpPr>
          <p:nvPr>
            <p:ph type="title"/>
          </p:nvPr>
        </p:nvSpPr>
        <p:spPr>
          <a:xfrm>
            <a:off x="609600" y="228600"/>
            <a:ext cx="10969625" cy="5334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데이터베이스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F0HAAAtSAAAsycAABAAAAAmAAAACAAAAAEgAAAAAAAA"/>
              </a:ext>
            </a:extLst>
          </p:cNvSpPr>
          <p:nvPr>
            <p:ph type="body" idx="1"/>
          </p:nvPr>
        </p:nvSpPr>
        <p:spPr>
          <a:xfrm>
            <a:off x="609600" y="1196975"/>
            <a:ext cx="11123295" cy="52565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2800" cap="none"/>
              <a:t>데이터 베이스 </a:t>
            </a:r>
            <a:endParaRPr lang="en-us" sz="2800" cap="none"/>
          </a:p>
          <a:p>
            <a:pPr lvl="1">
              <a:defRPr lang="ko-kr"/>
            </a:pPr>
            <a:r>
              <a:rPr lang="ko-kr" sz="2400" cap="none"/>
              <a:t>지속적으로 유지</a:t>
            </a:r>
            <a:r>
              <a:rPr lang="en-us" sz="2400" cap="none"/>
              <a:t>, </a:t>
            </a:r>
            <a:r>
              <a:rPr lang="ko-kr" sz="2400" cap="none"/>
              <a:t>관리되어야 하는 데이터들의 집합</a:t>
            </a:r>
            <a:endParaRPr lang="en-us" sz="2400" cap="none"/>
          </a:p>
          <a:p>
            <a:pPr>
              <a:defRPr lang="ko-kr"/>
            </a:pPr>
            <a:r>
              <a:rPr lang="ko-kr" sz="2800" cap="none"/>
              <a:t>데이터베이스 관리 시스템 </a:t>
            </a:r>
            <a:endParaRPr lang="en-us" sz="2800" cap="none"/>
          </a:p>
          <a:p>
            <a:pPr lvl="1">
              <a:defRPr lang="ko-kr"/>
            </a:pPr>
            <a:r>
              <a:rPr lang="en-us" sz="2400" cap="none"/>
              <a:t>Database Management System (DBMS)</a:t>
            </a:r>
          </a:p>
          <a:p>
            <a:pPr lvl="1">
              <a:defRPr lang="ko-kr"/>
            </a:pPr>
            <a:r>
              <a:rPr lang="ko-kr" sz="2400" cap="none"/>
              <a:t>데이터베이스를 관리해 주는 시스템을 말한다</a:t>
            </a:r>
            <a:r>
              <a:rPr lang="en-us" sz="2400" cap="none"/>
              <a:t>. </a:t>
            </a:r>
          </a:p>
          <a:p>
            <a:pPr lvl="1">
              <a:defRPr lang="ko-kr"/>
            </a:pPr>
            <a:r>
              <a:rPr lang="ko-kr" sz="2400" cap="none"/>
              <a:t> </a:t>
            </a:r>
            <a:r>
              <a:rPr lang="en-us" sz="2400" cap="none"/>
              <a:t>MySQL, Oracle, MS-SQL, DB2 </a:t>
            </a:r>
            <a:r>
              <a:rPr lang="ko-kr" sz="2400" cap="none"/>
              <a:t>등</a:t>
            </a:r>
            <a:r>
              <a:rPr lang="en-us" sz="2400" cap="none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관계형 데이터 베이스</a:t>
            </a:r>
            <a:r>
              <a:rPr lang="en-us" cap="none"/>
              <a:t>(Relational Database)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+BY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27133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2800" cap="none"/>
              <a:t>관계형 데이터베이스</a:t>
            </a:r>
            <a:r>
              <a:rPr lang="en-us" sz="2800" cap="none"/>
              <a:t>(RDB)</a:t>
            </a:r>
          </a:p>
          <a:p>
            <a:pPr lvl="1">
              <a:defRPr lang="ko-kr"/>
            </a:pPr>
            <a:r>
              <a:rPr lang="ko-kr" sz="2400" cap="none"/>
              <a:t>행과 열로 이루어진 </a:t>
            </a:r>
            <a:r>
              <a:rPr lang="en-us" sz="2400" cap="none"/>
              <a:t>2</a:t>
            </a:r>
            <a:r>
              <a:rPr lang="ko-kr" sz="2400" cap="none"/>
              <a:t>차원 표 형식으로 </a:t>
            </a:r>
            <a:r>
              <a:rPr lang="en-us" sz="2400" cap="none"/>
              <a:t>Data</a:t>
            </a:r>
            <a:r>
              <a:rPr lang="ko-kr" sz="2400" cap="none"/>
              <a:t>를 관리하는 데이터베이스</a:t>
            </a:r>
            <a:r>
              <a:rPr lang="en-us" sz="2400" cap="none"/>
              <a:t>.</a:t>
            </a:r>
          </a:p>
          <a:p>
            <a:pPr lvl="2">
              <a:defRPr lang="ko-kr"/>
            </a:pPr>
            <a:r>
              <a:rPr lang="ko-kr" sz="2200" cap="none"/>
              <a:t>데이터를 관계 있는 여러 항목</a:t>
            </a:r>
            <a:r>
              <a:rPr lang="en-us" sz="2200" cap="none"/>
              <a:t>(</a:t>
            </a:r>
            <a:r>
              <a:rPr lang="ko-kr" sz="2200" cap="none"/>
              <a:t>열</a:t>
            </a:r>
            <a:r>
              <a:rPr lang="en-us" sz="2200" cap="none"/>
              <a:t>)</a:t>
            </a:r>
            <a:r>
              <a:rPr lang="ko-kr" sz="2200" cap="none"/>
              <a:t>의 집합으로 표현</a:t>
            </a:r>
            <a:endParaRPr lang="en-us" sz="2200" cap="none"/>
          </a:p>
          <a:p>
            <a:pPr lvl="3">
              <a:defRPr lang="ko-kr"/>
            </a:pPr>
            <a:r>
              <a:rPr lang="ko-kr" sz="2000" cap="none"/>
              <a:t>이 데이터 집합을 관계</a:t>
            </a:r>
            <a:r>
              <a:rPr lang="en-us" sz="2000" cap="none"/>
              <a:t>(Relation)</a:t>
            </a:r>
            <a:r>
              <a:rPr lang="ko-kr" sz="2000" cap="none"/>
              <a:t>이라고 한다</a:t>
            </a:r>
            <a:r>
              <a:rPr lang="en-us" sz="2000" cap="none"/>
              <a:t>.</a:t>
            </a:r>
          </a:p>
          <a:p>
            <a:pPr lvl="2">
              <a:defRPr lang="ko-kr"/>
            </a:pPr>
            <a:r>
              <a:rPr lang="ko-kr" sz="2200" cap="none"/>
              <a:t>업무적 연관성 있는 테이블간의 관계를 통해 데이터를 관리하는 방식</a:t>
            </a:r>
            <a:endParaRPr lang="en-us" sz="2200" cap="none"/>
          </a:p>
          <a:p>
            <a:pPr lvl="1">
              <a:defRPr lang="ko-kr"/>
            </a:pPr>
            <a:endParaRPr lang="ko-kr" sz="2400" cap="none"/>
          </a:p>
          <a:p>
            <a:pPr>
              <a:defRPr lang="ko-kr"/>
            </a:pPr>
            <a:endParaRPr lang="ko-kr" sz="2400" cap="none"/>
          </a:p>
        </p:txBody>
      </p:sp>
      <p:grpSp>
        <p:nvGrpSpPr>
          <p:cNvPr id="4" name="그룹 11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AAAAAAfAAAAVAAAAAAAAAAAAAAAAAAAAAAAAAAAAAAAAAAAAAAAAAAAAAAAAAAAAAAAAAAAAAAAAAAAAAAAAAAAAAAAAAAAAAAAAAAAAAAAAAAAAAAAAAAAAAAAAAAAACEAAAAYAAAAFAAAAFUCAAC6GAAAW0kAAAglAAAQAAAAJgAAAAgAAAD/////AAAAAA=="/>
              </a:ext>
            </a:extLst>
          </p:cNvGrpSpPr>
          <p:nvPr/>
        </p:nvGrpSpPr>
        <p:grpSpPr>
          <a:xfrm>
            <a:off x="379095" y="4019550"/>
            <a:ext cx="11545570" cy="2000250"/>
            <a:chOff x="379095" y="4019550"/>
            <a:chExt cx="11545570" cy="2000250"/>
          </a:xfrm>
        </p:grpSpPr>
        <p:graphicFrame>
          <p:nvGraphicFramePr>
            <p:cNvPr id="11" name="표 10"/>
            <p:cNvGraphicFramePr>
              <a:graphicFrameLocks noGrp="1"/>
            </p:cNvGraphicFramePr>
            <p:nvPr/>
          </p:nvGraphicFramePr>
          <p:xfrm>
            <a:off x="912495" y="4019550"/>
            <a:ext cx="7179945" cy="15824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239331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39331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39331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b="1" cap="none">
                            <a:solidFill>
                              <a:srgbClr val="FFFFFF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>
                            <a:solidFill>
                              <a:schemeClr val="bg1"/>
                            </a:solidFill>
                          </a:rPr>
                          <a:t>ID</a:t>
                        </a:r>
                        <a:endParaRPr lang="ko-kr" cap="none">
                          <a:solidFill>
                            <a:schemeClr val="bg1"/>
                          </a:solidFill>
                        </a:endParaRP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381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b="1" cap="none">
                            <a:solidFill>
                              <a:srgbClr val="FFFFFF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t>이름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381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b="1" cap="none">
                            <a:solidFill>
                              <a:srgbClr val="FFFFFF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t>나이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381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  <a:ext uri="smNativeData">
  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>
                            <a:solidFill>
                              <a:schemeClr val="bg1"/>
                            </a:solidFill>
                          </a:rPr>
                          <a:t>A120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381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t>홍길동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381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/>
                          <a:t>20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381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  <a:ext uri="smNativeData">
  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>
                            <a:solidFill>
                              <a:schemeClr val="bg1"/>
                            </a:solidFill>
                          </a:rPr>
                          <a:t>A121</a:t>
                        </a:r>
                        <a:endParaRPr lang="ko-kr" cap="none">
                          <a:solidFill>
                            <a:schemeClr val="bg1"/>
                          </a:solidFill>
                        </a:endParaRP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EAF4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t>이순신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EAF4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/>
                          <a:t>24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EAF4F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  <a:ext uri="smNativeData">
  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>
                            <a:solidFill>
                              <a:schemeClr val="bg1"/>
                            </a:solidFill>
                          </a:rPr>
                          <a:t>A122</a:t>
                        </a:r>
                        <a:endParaRPr lang="ko-kr" cap="none">
                          <a:solidFill>
                            <a:schemeClr val="bg1"/>
                          </a:solidFill>
                        </a:endParaRP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t>강감찬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>
                          <a:buNone/>
                          <a:defRPr lang="ko-kr" cap="none">
                            <a:solidFill>
                              <a:srgbClr val="000000"/>
                            </a:solidFill>
                            <a:latin typeface="맑은 고딕" pitchFamily="3" charset="-127"/>
                            <a:ea typeface="맑은 고딕" pitchFamily="3" charset="-127"/>
                            <a:cs typeface="맑은 고딕" pitchFamily="3" charset="-127"/>
                          </a:defRPr>
                        </a:pPr>
                        <a:r>
                          <a:rPr lang="en-us" cap="none"/>
                          <a:t>23</a:t>
                        </a:r>
                      </a:p>
                    </a:txBody>
                    <a:tcPr marL="121920" marR="-635" marT="121920" marB="-635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L>
                      <a:lnR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headEnd type="none"/>
                        <a:tailEnd type="none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D1E7F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  <a:ext uri="smNativeData">
  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  </a:ext>
                  </a:extLst>
                </a:tr>
              </a:tbl>
            </a:graphicData>
          </a:graphic>
        </p:graphicFrame>
        <p:cxnSp>
          <p:nvCxnSpPr>
            <p:cNvPr id="10" name="직선 화살표 연결선 4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QAAAA0AAAAAkAAAAEgAAACQAAAASAAAAAAAAAAAAAAAAAAAAAEAAABQAAAAAAAAAAAA8L8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AAAAAAK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og8AALoYAADODwAAeSIAAAAAAAAmAAAACAAAAP//////////"/>
                </a:ext>
              </a:extLst>
            </p:cNvCxnSpPr>
            <p:nvPr/>
          </p:nvCxnSpPr>
          <p:spPr>
            <a:xfrm flipH="1">
              <a:off x="2541270" y="4019550"/>
              <a:ext cx="27940" cy="1584325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  <a:headEnd type="none"/>
              <a:tailEnd type="arrow" w="med" len="med"/>
            </a:ln>
            <a:effectLst/>
          </p:spPr>
        </p:cxnSp>
        <p:sp>
          <p:nvSpPr>
            <p:cNvPr id="9" name="TextBox 6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jAgAAJIiAAAdIQAACCUAAAAgAAAmAAAACAAAAP//////////"/>
                </a:ext>
              </a:extLst>
            </p:cNvSpPr>
            <p:nvPr/>
          </p:nvSpPr>
          <p:spPr>
            <a:xfrm>
              <a:off x="1389380" y="5619750"/>
              <a:ext cx="3993515" cy="4000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r>
                <a:rPr lang="en-us" sz="2000" b="1" cap="none">
                  <a:solidFill>
                    <a:schemeClr val="bg1"/>
                  </a:solidFill>
                </a:rPr>
                <a:t>열(Column, Attribute)</a:t>
              </a:r>
              <a:endParaRPr lang="ko-kr" sz="2000" b="1" cap="none">
                <a:solidFill>
                  <a:schemeClr val="bg1"/>
                </a:solidFill>
              </a:endParaRPr>
            </a:p>
          </p:txBody>
        </p:sp>
        <p:cxnSp>
          <p:nvCxnSpPr>
            <p:cNvPr id="8" name="직선 화살표 연결선 6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QAAAA0AAAAAkAAAAEgAAACQAAAASAAAAAAAAAAAAAAAAAAAAAEAAABQAAAAAAAAAAAA8L8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AAAAAAK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yaB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VQIAAAIcAAB+NAAAAhwAAAAAAAAmAAAACAAAAP//////////"/>
                </a:ext>
              </a:extLst>
            </p:cNvCxnSpPr>
            <p:nvPr/>
          </p:nvCxnSpPr>
          <p:spPr>
            <a:xfrm>
              <a:off x="379095" y="4552950"/>
              <a:ext cx="815403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  <a:headEnd type="none"/>
              <a:tailEnd type="arrow" w="med" len="med"/>
            </a:ln>
            <a:effectLst/>
          </p:spPr>
        </p:cxnSp>
        <p:sp>
          <p:nvSpPr>
            <p:cNvPr id="7" name="TextBox 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bjUAALgaAAA+RwAALh0AAAAgAAAmAAAACAAAAP//////////"/>
                </a:ext>
              </a:extLst>
            </p:cNvSpPr>
            <p:nvPr/>
          </p:nvSpPr>
          <p:spPr>
            <a:xfrm>
              <a:off x="8685530" y="4343400"/>
              <a:ext cx="2895600" cy="4000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r>
                <a:rPr lang="en-us" sz="2000" b="1" cap="none">
                  <a:solidFill>
                    <a:schemeClr val="bg1"/>
                  </a:solidFill>
                </a:rPr>
                <a:t>행(ROW,Record, Tuple)</a:t>
              </a:r>
              <a:endParaRPr lang="ko-kr" sz="2000" b="1" cap="none">
                <a:solidFill>
                  <a:schemeClr val="bg1"/>
                </a:solidFill>
              </a:endParaRPr>
            </a:p>
          </p:txBody>
        </p:sp>
        <p:cxnSp>
          <p:nvCxnSpPr>
            <p:cNvPr id="6" name="직선 화살표 연결선 8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QAAAA0AAAAAkAAAAEgAAACQAAAASAAAAAAAAAAAAAAAAAAAAAEAAABQAAAAAAAAAAAA8L8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AAAAAAZ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yDEAAOEeAAB4NgAAoyAAAAAAAAAmAAAACAAAAP//////////"/>
                </a:ext>
              </a:extLst>
            </p:cNvCxnSpPr>
            <p:nvPr/>
          </p:nvCxnSpPr>
          <p:spPr>
            <a:xfrm>
              <a:off x="8092440" y="5019675"/>
              <a:ext cx="762000" cy="285750"/>
            </a:xfrm>
            <a:prstGeom prst="straightConnector1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headEnd type="none"/>
              <a:tailEnd type="arrow" w="med" len="med"/>
            </a:ln>
            <a:effectLst/>
          </p:spPr>
        </p:cxnSp>
        <p:sp>
          <p:nvSpPr>
            <p:cNvPr id="5" name="TextBox 1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MjcAAMEgAABbSQAAOCMAAAAgAAAmAAAACAAAAP//////////"/>
                </a:ext>
              </a:extLst>
            </p:cNvSpPr>
            <p:nvPr/>
          </p:nvSpPr>
          <p:spPr>
            <a:xfrm>
              <a:off x="8972550" y="5324475"/>
              <a:ext cx="2952115" cy="4006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r>
                <a:rPr lang="en-us" sz="2000" b="1" cap="none">
                  <a:solidFill>
                    <a:schemeClr val="bg1"/>
                  </a:solidFill>
                </a:rPr>
                <a:t>테이블(Table, Relation)</a:t>
              </a:r>
              <a:endParaRPr lang="ko-kr" sz="2000" b="1" cap="none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테이블</a:t>
            </a:r>
            <a:r>
              <a:rPr lang="en-us" cap="none"/>
              <a:t>(Table)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GwHbQ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Dw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데이터 베이스에서 데이터를 저장하는 단위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Entity </a:t>
            </a:r>
          </a:p>
          <a:p>
            <a:pPr lvl="2">
              <a:defRPr lang="ko-kr"/>
            </a:pPr>
            <a:r>
              <a:t>시스템이 독립적으로 관리하길 원하는 데이터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Table</a:t>
            </a:r>
          </a:p>
          <a:p>
            <a:pPr lvl="2">
              <a:defRPr lang="ko-kr"/>
            </a:pPr>
            <a:r>
              <a:rPr lang="en-us" cap="none"/>
              <a:t>Entity</a:t>
            </a:r>
            <a:r>
              <a:t>를 물리적 데이터베이스에 표현하는 방식</a:t>
            </a:r>
            <a:endParaRPr lang="en-us" cap="none"/>
          </a:p>
          <a:p>
            <a:pPr lvl="1">
              <a:defRPr lang="ko-kr"/>
            </a:pPr>
            <a:r>
              <a:t>열</a:t>
            </a:r>
            <a:r>
              <a:rPr lang="en-us" cap="none"/>
              <a:t>(Column)</a:t>
            </a:r>
            <a:r>
              <a:t>과 행</a:t>
            </a:r>
            <a:r>
              <a:rPr lang="en-us" cap="none"/>
              <a:t>(Row, Record) </a:t>
            </a:r>
            <a:r>
              <a:t>의 이차원 표형식으로 관리한다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t>열</a:t>
            </a:r>
            <a:r>
              <a:rPr lang="en-us" cap="none"/>
              <a:t>(Column, Attribute)</a:t>
            </a:r>
          </a:p>
          <a:p>
            <a:pPr lvl="1">
              <a:defRPr lang="ko-kr"/>
            </a:pPr>
            <a:r>
              <a:rPr lang="en-us" cap="none"/>
              <a:t>Data</a:t>
            </a:r>
            <a:r>
              <a:t>를 구성 하는 속성</a:t>
            </a:r>
            <a:endParaRPr lang="en-us" cap="none"/>
          </a:p>
          <a:p>
            <a:pPr>
              <a:defRPr lang="ko-kr"/>
            </a:pPr>
            <a:r>
              <a:t>행</a:t>
            </a:r>
            <a:r>
              <a:rPr lang="en-us" cap="none"/>
              <a:t>(Row, Record)</a:t>
            </a:r>
          </a:p>
          <a:p>
            <a:pPr lvl="1">
              <a:defRPr lang="ko-kr"/>
            </a:pPr>
            <a:r>
              <a:t>하나의 </a:t>
            </a:r>
            <a:r>
              <a:rPr lang="en-us" cap="none"/>
              <a:t>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JVc1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DBMS </a:t>
            </a:r>
            <a:r>
              <a:t>처리흐름</a:t>
            </a:r>
          </a:p>
        </p:txBody>
      </p:sp>
      <p:sp>
        <p:nvSpPr>
          <p:cNvPr id="3" name="직사각형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2NjY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Jmk2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jYAAAAAAEAAAAAAAAAAAAAAAAAAAAAAAAAAAAAAAAAAAAAAAAAAAAAAAB/f38AMzMzA8zMzADAwP8Af39/AAAAAAAAAAAAAAAAAAAAAAAAAAAAIQAAABgAAAAUAAAAnQUAAAgHAAB9FgAAoBQAABAAAAAmAAAACAAAAP//////////"/>
              </a:ext>
            </a:extLst>
          </p:cNvSpPr>
          <p:nvPr/>
        </p:nvSpPr>
        <p:spPr>
          <a:xfrm>
            <a:off x="912495" y="1143000"/>
            <a:ext cx="2743200" cy="2209800"/>
          </a:xfrm>
          <a:prstGeom prst="rect">
            <a:avLst/>
          </a:prstGeom>
          <a:solidFill>
            <a:srgbClr val="D8D8D8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cap="none"/>
              <a:t>클라이언트</a:t>
            </a:r>
          </a:p>
        </p:txBody>
      </p:sp>
      <p:sp>
        <p:nvSpPr>
          <p:cNvPr id="4" name="오른쪽 화살표 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AAAAA0AAAAAkAAAAEgAAACQAAAASAAAAAAAAAABAAAAAAAAAAEAAABQAAAAbtu2bdu27T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JZXl1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bRcAAHAIAAAdKwAAQAsAABAAAAAmAAAACAAAAP//////////"/>
              </a:ext>
            </a:extLst>
          </p:cNvSpPr>
          <p:nvPr/>
        </p:nvSpPr>
        <p:spPr>
          <a:xfrm>
            <a:off x="3808095" y="1371600"/>
            <a:ext cx="3200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sp>
        <p:nvSpPr>
          <p:cNvPr id="5" name="모서리가 둥근 직사각형 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HRwAAJAGAAD1JQAAqAwAABAAAAAmAAAACAAAAP//////////"/>
              </a:ext>
            </a:extLst>
          </p:cNvSpPr>
          <p:nvPr/>
        </p:nvSpPr>
        <p:spPr>
          <a:xfrm>
            <a:off x="4570095" y="1066800"/>
            <a:ext cx="1600200" cy="990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cap="none"/>
              <a:t>요청</a:t>
            </a:r>
          </a:p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SQL</a:t>
            </a:r>
            <a:r>
              <a:rPr lang="ko-kr" cap="none"/>
              <a:t>문</a:t>
            </a:r>
          </a:p>
        </p:txBody>
      </p:sp>
      <p:sp>
        <p:nvSpPr>
          <p:cNvPr id="6" name="직사각형 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/fjhAAAAAAgAAAAAAAAAAAAAAAAAAAAAAAAAAAAAAAAAAAAAZAAAAAEAAABAAAAAAAAAAAAAAAAAAAAAAAAAAAAAAAAAAAAAAAAAAAAAAAAAAAAAAAAAAAAAAAAAAAAAAAAAAAAAAAAAAAAAAAAAAAAAAAAAAAAAAAAAAAAAAAAAAAAAFAAAADwAAAABAAAAAAAAAPTZaA0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fjhAAAAAAEAAAAAAAAAAAAAAAAAAAAAAAAAAAAAAAAAAAAAAAAAAPTZaAZ/f38AMzMzA8zMzADAwP8Af39/AAAAAAAAAAAAAAAAAAAAAAAAAAAAIQAAABgAAAAUAAAAZS4AAJAGAADlRAAAKBQAABAAAAAmAAAACAAAAP//////////"/>
              </a:ext>
            </a:extLst>
          </p:cNvSpPr>
          <p:nvPr/>
        </p:nvSpPr>
        <p:spPr>
          <a:xfrm>
            <a:off x="7541895" y="1066800"/>
            <a:ext cx="3657600" cy="2209800"/>
          </a:xfrm>
          <a:prstGeom prst="rect">
            <a:avLst/>
          </a:prstGeom>
          <a:solidFill>
            <a:srgbClr val="FDF8E1"/>
          </a:solidFill>
          <a:ln w="12700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400" b="1" cap="none"/>
              <a:t>DBMS</a:t>
            </a:r>
          </a:p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cap="none"/>
              <a:t>클라이언트가 요청한 내용을 데이터 베이스에 처리</a:t>
            </a:r>
          </a:p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(</a:t>
            </a:r>
            <a:r>
              <a:rPr lang="ko-kr" cap="none"/>
              <a:t>삽입</a:t>
            </a:r>
            <a:r>
              <a:t>/</a:t>
            </a:r>
            <a:r>
              <a:rPr lang="ko-kr" cap="none"/>
              <a:t>삭제</a:t>
            </a:r>
            <a:r>
              <a:t>/</a:t>
            </a:r>
            <a:r>
              <a:rPr lang="ko-kr" cap="none"/>
              <a:t>수정</a:t>
            </a:r>
            <a:r>
              <a:t>/</a:t>
            </a:r>
            <a:r>
              <a:rPr lang="ko-kr" cap="none"/>
              <a:t>조회</a:t>
            </a:r>
            <a:r>
              <a:t>)</a:t>
            </a:r>
            <a:endParaRPr lang="ko-kr" cap="none"/>
          </a:p>
        </p:txBody>
      </p:sp>
      <p:sp>
        <p:nvSpPr>
          <p:cNvPr id="7" name="순서도: 자기 디스크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RQEAAA0AAAAAkAAAAEgAAACQAAAASAAAAAAAAAABAAAAAAAAAAEAAABQAAAAAAAAAAAA4D8AAAAAAADgPwAAAAAAAOA/AAAAAAAA4D8AAAAAAADgPwAAAAAAAOA/AAAAAAAA4D8AAAAAAADgPwAAAAAAAOA/AAAAAAAA4D8CAAAAjAAAAAEAAAAAAAAA3vH6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3vH6AAAAAAEAAAAAAAAAAAAAAAAAAAAAAAAAAAAAAAAAAAAAAAAAAIKLzgx/f38AMzMzA8zMzADAwP8Af39/AAAAAAAAAAAAAAAAAAAAAAAAAAAAIQAAABgAAAAUAAAAdS0AAFAZAADFRgAAyCgAABAAAAAmAAAACAAAAP//////////"/>
              </a:ext>
            </a:extLst>
          </p:cNvSpPr>
          <p:nvPr/>
        </p:nvSpPr>
        <p:spPr>
          <a:xfrm>
            <a:off x="7389495" y="4114800"/>
            <a:ext cx="4114800" cy="2514600"/>
          </a:xfrm>
          <a:prstGeom prst="flowChartMagneticDisk">
            <a:avLst/>
          </a:prstGeom>
          <a:solidFill>
            <a:srgbClr val="DEF1FA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2000" b="1" cap="none"/>
              <a:t>                    </a:t>
            </a:r>
            <a:r>
              <a:rPr lang="ko-kr" sz="2800" b="1" cap="none"/>
              <a:t>데이터베이스</a:t>
            </a:r>
            <a:endParaRPr lang="en-us" sz="2000" b="1" cap="none"/>
          </a:p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cap="none"/>
              <a:t>                      </a:t>
            </a:r>
            <a:r>
              <a:t>(</a:t>
            </a:r>
            <a:r>
              <a:rPr lang="ko-kr" cap="none"/>
              <a:t>저장 장치</a:t>
            </a:r>
            <a:r>
              <a:t>)</a:t>
            </a:r>
          </a:p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  <a:p>
            <a:pPr algn="ctr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sp>
        <p:nvSpPr>
          <p:cNvPr id="8" name="왼쪽 화살표 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QAAAA0AAAAAkAAAAEgAAACQAAAASAAAAAAAAAABAAAAAAAAAAEAAABQAAAA2r9fx5Wo7T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5RcAAOAQAAAdKwAAsBMAABAAAAAmAAAACAAAAP//////////"/>
              </a:ext>
            </a:extLst>
          </p:cNvSpPr>
          <p:nvPr/>
        </p:nvSpPr>
        <p:spPr>
          <a:xfrm>
            <a:off x="3884295" y="2743200"/>
            <a:ext cx="312420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465695" y="5029200"/>
          <a:ext cx="1524000" cy="9563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694295" y="5257800"/>
          <a:ext cx="1524000" cy="9563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7999095" y="5562600"/>
          <a:ext cx="1524000" cy="1047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 gridSpan="2">
                  <a:txBody>
                    <a:bodyPr/>
                    <a:lstStyle/>
                    <a:p>
                      <a:pPr marL="0" marR="0" indent="0" algn="ctr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b="1" cap="none"/>
                        <a:t>테이블</a:t>
                      </a:r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18770"/>
                  </a:ext>
                </a:extLst>
              </a:tr>
            </a:tbl>
          </a:graphicData>
        </a:graphic>
      </p:graphicFrame>
      <p:sp>
        <p:nvSpPr>
          <p:cNvPr id="12" name="아래쪽 화살표 1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wAAAA0AAAAAkAAAAEgAAACQAAAASAAAAAAAAAABAAAAAAAAAAEAAABQAAAAq6qqqqqq7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BTQAAMASAABdNgAAAB4AABAAAAAmAAAACAAAAP//////////"/>
              </a:ext>
            </a:extLst>
          </p:cNvSpPr>
          <p:nvPr/>
        </p:nvSpPr>
        <p:spPr>
          <a:xfrm>
            <a:off x="8456295" y="3048000"/>
            <a:ext cx="381000" cy="1828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sp>
        <p:nvSpPr>
          <p:cNvPr id="13" name="위쪽 화살표 2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gAAAA0AAAAAkAAAAEgAAACQAAAASAAAAAAAAAABAAAAAAAAAAEAAABQAAAAMzMzMzMz5z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7TwAAMASAABFPwAAiB0AABAAAAAmAAAACAAAAP//////////"/>
              </a:ext>
            </a:extLst>
          </p:cNvSpPr>
          <p:nvPr/>
        </p:nvSpPr>
        <p:spPr>
          <a:xfrm>
            <a:off x="9904095" y="3048000"/>
            <a:ext cx="381000" cy="1752600"/>
          </a:xfrm>
          <a:prstGeom prst="upArrow">
            <a:avLst>
              <a:gd name="adj1" fmla="val 50000"/>
              <a:gd name="adj2" fmla="val 126500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417695" y="2590800"/>
          <a:ext cx="2133600" cy="9544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ID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NAME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AGE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Id-1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200" cap="none"/>
                        <a:t>홍길동</a:t>
                      </a:r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20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Id-2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200" cap="none"/>
                        <a:t>이순신</a:t>
                      </a:r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200" cap="none"/>
                        <a:t>30</a:t>
                      </a:r>
                      <a:endParaRPr lang="ko-kr" sz="1200" cap="none"/>
                    </a:p>
                  </a:txBody>
                  <a:tcPr marL="90170" marR="45085" marT="90170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</a:tbl>
          </a:graphicData>
        </a:graphic>
      </p:graphicFrame>
      <p:sp>
        <p:nvSpPr>
          <p:cNvPr id="15" name="TextBox 2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JeA1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P///wJ/f38AMzMzA8zMzADAwP8Af39/AAAAAAAAAAAAAAAAAAAAAAAAAAAAIQAAABgAAAAUAAAAXRgAAJsVAADdLgAANBkAABAgAAAmAAAACAAAAP//////////"/>
              </a:ext>
            </a:extLst>
          </p:cNvSpPr>
          <p:nvPr/>
        </p:nvSpPr>
        <p:spPr>
          <a:xfrm>
            <a:off x="3960495" y="3512185"/>
            <a:ext cx="3657600" cy="58483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1600" cap="none"/>
              <a:t>- </a:t>
            </a:r>
            <a:r>
              <a:rPr lang="ko-kr" sz="1600" cap="none"/>
              <a:t>처리 결과를 클라이언트에게 보낸다</a:t>
            </a:r>
            <a:r>
              <a:rPr lang="en-us" sz="1600" cap="none"/>
              <a:t>.</a:t>
            </a:r>
          </a:p>
          <a:p>
            <a:pPr>
              <a:buFontTx/>
              <a:buChar char="-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1600" cap="none"/>
              <a:t> 조회는 테이블 형태로 보낸다</a:t>
            </a:r>
            <a:r>
              <a:rPr lang="en-us" sz="1600" cap="none"/>
              <a:t>.</a:t>
            </a:r>
            <a:endParaRPr lang="ko-kr" sz="1600" cap="none"/>
          </a:p>
        </p:txBody>
      </p:sp>
      <p:sp>
        <p:nvSpPr>
          <p:cNvPr id="16" name="TextBox 2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CZgJ2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zQIAACAcAABNKAAA6yYAABAgAAAmAAAACAAAAP//////////"/>
              </a:ext>
            </a:extLst>
          </p:cNvSpPr>
          <p:nvPr/>
        </p:nvSpPr>
        <p:spPr>
          <a:xfrm>
            <a:off x="455295" y="4572000"/>
            <a:ext cx="6096000" cy="175450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+ </a:t>
            </a:r>
            <a:r>
              <a:rPr lang="ko-kr" sz="2000" cap="none"/>
              <a:t>데이터 베이스는 데이터의 모음이며 데이터가  </a:t>
            </a:r>
            <a:endParaRPr lang="en-us" sz="2000" cap="none"/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</a:t>
            </a:r>
            <a:r>
              <a:rPr lang="ko-kr" sz="2000" cap="none"/>
              <a:t>저장된 장소이다</a:t>
            </a:r>
            <a:r>
              <a:rPr lang="en-us" sz="2000" cap="none"/>
              <a:t>.</a:t>
            </a:r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+ </a:t>
            </a:r>
            <a:r>
              <a:rPr lang="ko-kr" sz="2000" cap="none"/>
              <a:t>영구적으로 관리되어야 하므로 </a:t>
            </a:r>
            <a:r>
              <a:rPr lang="en-us" sz="2000" cap="none"/>
              <a:t>HDD</a:t>
            </a:r>
            <a:r>
              <a:rPr lang="ko-kr" sz="2000" cap="none"/>
              <a:t>와 같은 </a:t>
            </a:r>
            <a:endParaRPr lang="en-us" sz="2000" cap="none"/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</a:t>
            </a:r>
            <a:r>
              <a:rPr lang="ko-kr" sz="2000" cap="none"/>
              <a:t>영구 저장 장치를 이용</a:t>
            </a:r>
            <a:endParaRPr lang="en-us" sz="2000" cap="none"/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+ </a:t>
            </a:r>
            <a:r>
              <a:rPr lang="ko-kr" sz="2000" cap="none"/>
              <a:t>테이블은 관리하고자 하는 데이터의 단위 별로 </a:t>
            </a:r>
            <a:endParaRPr lang="en-us" sz="2000" cap="none"/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</a:t>
            </a:r>
            <a:r>
              <a:rPr lang="ko-kr" sz="2000" cap="none"/>
              <a:t>만든다</a:t>
            </a:r>
            <a:r>
              <a:rPr lang="en-us" sz="2000" cap="none"/>
              <a:t>.</a:t>
            </a:r>
            <a:endParaRPr lang="ko-kr" sz="2000" cap="none"/>
          </a:p>
        </p:txBody>
      </p:sp>
      <p:sp>
        <p:nvSpPr>
          <p:cNvPr id="17" name="직선 연결선 2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gAAAA0AAAAAkAAAAEgAAACQAAAASAAAAAAAAAAA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AAAAAAK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EpiS2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TSgAAIUhAAB1LQAAOCIAABAAAAAmAAAACAAAAP//////////"/>
              </a:ext>
            </a:extLst>
          </p:cNvSpPr>
          <p:nvPr/>
        </p:nvSpPr>
        <p:spPr>
          <a:xfrm>
            <a:off x="6551295" y="5448935"/>
            <a:ext cx="838200" cy="113665"/>
          </a:xfrm>
          <a:prstGeom prst="line">
            <a:avLst/>
          </a:prstGeom>
          <a:noFill/>
          <a:ln w="635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DBMS </a:t>
            </a:r>
            <a:r>
              <a:t>처리흐름 </a:t>
            </a:r>
            <a:r>
              <a:rPr lang="en-us" cap="none"/>
              <a:t>: Client –Server </a:t>
            </a:r>
            <a:r>
              <a:t>구조</a:t>
            </a:r>
          </a:p>
        </p:txBody>
      </p:sp>
      <p:sp>
        <p:nvSpPr>
          <p:cNvPr id="3" name="직사각형 1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AAAAAAAAAAEGMqgAUAAAAAQAAABQAAAAUAAAAFAAAAAEAAAAAAAAAZAAAAGQAAAAAAAAAZAAAAGQAAAAVAAAAYAAAAAEAAAAAAAAAAAAAAAAAAAAAAAAAAAAAAAAAAAD///9/AAAAAAAAAAABAAAA////AAAAAABkAAAAAAAAABQAAAAAAAAAAAAAACwAAAAAAAAAPAAAAAAAAAAYAAAAZAAAABYAAABMAAAAAQAAAAAAAAAEAAAAAAAAAAEAAAAAAAAARAAAAAAAAAAsAAAAZAAAAGQAAAAAAAAAy8vLAEQAAAAAAAAALAAAAGQAAABkAAAAAAAAABcAAAAUAAAAAAAAAAAAAAD/fwAA/38AAAAAAAAJAAAABAAAAAAAAAAeAAAAaAAAAAAAAAAAAAAAAAAAAAAAAAAAAAAAECcAABAnAAAAAAAAAAAAAAAAAAAAAAAAAAAAAAAAAAAAAAAAAAAAAEYAAAAAAAAAwMD/AAAAAAAAAAAAAAAAAAAAAABkAAAAAAAAAH9/fwAKAAAAIgAAABgAAAACAAAALAEAADwAAAAAAAAAAAAAAAAAAAAkAAAAJAAAAAAAAAAHAAAAAAAAAAAAAAAAAAAAAAAAAAAAAAAAAAAAf39/ACUAAABYAAAAAQAAAAAAAAAAAAAAAAAAAAAAAAAAAAAAAAAAAAAAAAAAAAAAAAAAAAAAAAASAAAAAAAAAKCGAQAAAAAAAAAAAAAAAAANAAAAAQAAAAAAAAAAAAAAYMCEAB8AAABUAAAAV7zlBQAAAAEAAAAAAAAAAAAAAAAAAAAAAAAAAAAAAAAAAAAAAAAAAEGMqgD///8AAAAAAMvLywDAwP8Af39/AAAAAAAAAAAAAAAAAAAAAAAAAAAAIQAAABgAAAAUAAAALSoAAIAHAADFRgAAoBQAABAAAAAmAAAACAAAAP//////////"/>
              </a:ext>
            </a:extLst>
          </p:cNvSpPr>
          <p:nvPr/>
        </p:nvSpPr>
        <p:spPr>
          <a:xfrm>
            <a:off x="6856095" y="1219200"/>
            <a:ext cx="4648200" cy="213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400" b="1" cap="none"/>
              <a:t>DBMS </a:t>
            </a:r>
            <a:r>
              <a:rPr lang="ko-kr" sz="2400" b="1" cap="none"/>
              <a:t>서버</a:t>
            </a:r>
          </a:p>
        </p:txBody>
      </p:sp>
      <p:sp>
        <p:nvSpPr>
          <p:cNvPr id="4" name="Cloud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wAAAC0AAAAAkAAAAEgAAACQAAAASAAAAAAAAAAAAAAAAAAAAAEAAABQAAAAAAAAAAAA4D8AAAAAAADgPwAAAAAAAOA/AAAAAAAA4D8AAAAAAADgPwAAAAAAAOA/AAAAAAAA4D8AAAAAAADgPwAAAAAAAOA/AAAAAAAA4D8CAAAAjAAAAAEAAAAAAAAA/759AAAAAAgAAAAAAAAAAAAAAAAAAAAAAAAAAAAAAAAAAAAAeAAAAAEAAABAAAAAAAAAAAAAAAB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QAAAAAAAAAEAAAAAAAAAAEAAACAgIAAAAAAAHgAAAB4AAAAZAAAAGQAAAAAAAAAy8vLAAAAAAB4AAAAe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59AAAAAAEAAAAAAAAAAAAAAAAAAAAAAAAAAAAAAAAAAAAAAAAAAAAAAAB/f38AgICAAMvLywDAwP8Af39/AAAAAAAAAAAAAAAAAAAAAAAAAAAAIQAAABgAAAAUAAAAAxQAAEALAADMJAAAuBoAABAAAAAmAAAACAAAAP//////////"/>
              </a:ext>
            </a:extLst>
          </p:cNvSpPr>
          <p:nvPr/>
        </p:nvSpPr>
        <p:spPr>
          <a:xfrm>
            <a:off x="3253105" y="1828800"/>
            <a:ext cx="2728595" cy="2514600"/>
          </a:xfrm>
          <a:custGeom>
            <a:avLst/>
            <a:gdLst/>
            <a:ahLst/>
            <a:cxnLst/>
            <a:rect l="0" t="0" r="2728595" b="2514600"/>
            <a:pathLst>
              <a:path w="2728595" h="2514600">
                <a:moveTo>
                  <a:pt x="246205" y="835872"/>
                </a:moveTo>
                <a:cubicBezTo>
                  <a:pt x="106238" y="854033"/>
                  <a:pt x="0" y="1002697"/>
                  <a:pt x="0" y="1180116"/>
                </a:cubicBezTo>
                <a:cubicBezTo>
                  <a:pt x="-126" y="1302935"/>
                  <a:pt x="51666" y="1416674"/>
                  <a:pt x="135671" y="1478725"/>
                </a:cubicBezTo>
                <a:lnTo>
                  <a:pt x="134282" y="1474766"/>
                </a:lnTo>
                <a:cubicBezTo>
                  <a:pt x="86531" y="1538679"/>
                  <a:pt x="60003" y="1622848"/>
                  <a:pt x="60003" y="1710161"/>
                </a:cubicBezTo>
                <a:cubicBezTo>
                  <a:pt x="60003" y="1900502"/>
                  <a:pt x="183295" y="2054754"/>
                  <a:pt x="335389" y="2054754"/>
                </a:cubicBezTo>
                <a:cubicBezTo>
                  <a:pt x="346001" y="2054754"/>
                  <a:pt x="356738" y="2053939"/>
                  <a:pt x="367476" y="2052309"/>
                </a:cubicBezTo>
                <a:lnTo>
                  <a:pt x="365960" y="2054638"/>
                </a:lnTo>
                <a:cubicBezTo>
                  <a:pt x="452870" y="2245445"/>
                  <a:pt x="614312" y="2363258"/>
                  <a:pt x="789145" y="2363258"/>
                </a:cubicBezTo>
                <a:cubicBezTo>
                  <a:pt x="877571" y="2363142"/>
                  <a:pt x="964482" y="2332874"/>
                  <a:pt x="1040276" y="2275480"/>
                </a:cubicBezTo>
                <a:lnTo>
                  <a:pt x="1039518" y="2275946"/>
                </a:lnTo>
                <a:cubicBezTo>
                  <a:pt x="1118597" y="2424843"/>
                  <a:pt x="1251616" y="2514251"/>
                  <a:pt x="1394109" y="2514251"/>
                </a:cubicBezTo>
                <a:cubicBezTo>
                  <a:pt x="1581953" y="2514134"/>
                  <a:pt x="1747816" y="2359417"/>
                  <a:pt x="1802262" y="2133219"/>
                </a:cubicBezTo>
                <a:lnTo>
                  <a:pt x="1802641" y="2136246"/>
                </a:lnTo>
                <a:cubicBezTo>
                  <a:pt x="1860750" y="2181648"/>
                  <a:pt x="1927701" y="2205747"/>
                  <a:pt x="1996169" y="2205747"/>
                </a:cubicBezTo>
                <a:cubicBezTo>
                  <a:pt x="2196771" y="2205630"/>
                  <a:pt x="2359982" y="2002949"/>
                  <a:pt x="2361497" y="1751489"/>
                </a:cubicBezTo>
                <a:lnTo>
                  <a:pt x="2360866" y="1750325"/>
                </a:lnTo>
                <a:cubicBezTo>
                  <a:pt x="2571574" y="1712489"/>
                  <a:pt x="2728216" y="1486059"/>
                  <a:pt x="2728216" y="1219115"/>
                </a:cubicBezTo>
                <a:cubicBezTo>
                  <a:pt x="2728216" y="1100836"/>
                  <a:pt x="2697014" y="985933"/>
                  <a:pt x="2639663" y="892101"/>
                </a:cubicBezTo>
                <a:lnTo>
                  <a:pt x="2638778" y="891868"/>
                </a:lnTo>
                <a:cubicBezTo>
                  <a:pt x="2656716" y="839131"/>
                  <a:pt x="2666064" y="782436"/>
                  <a:pt x="2666064" y="725043"/>
                </a:cubicBezTo>
                <a:cubicBezTo>
                  <a:pt x="2666064" y="534120"/>
                  <a:pt x="2564247" y="366713"/>
                  <a:pt x="2417712" y="316537"/>
                </a:cubicBezTo>
                <a:lnTo>
                  <a:pt x="2418848" y="315722"/>
                </a:lnTo>
                <a:cubicBezTo>
                  <a:pt x="2392573" y="132948"/>
                  <a:pt x="2265365" y="0"/>
                  <a:pt x="2116934" y="0"/>
                </a:cubicBezTo>
                <a:cubicBezTo>
                  <a:pt x="2026739" y="-115"/>
                  <a:pt x="1941218" y="49594"/>
                  <a:pt x="1882856" y="135625"/>
                </a:cubicBezTo>
                <a:lnTo>
                  <a:pt x="1883362" y="136208"/>
                </a:lnTo>
                <a:cubicBezTo>
                  <a:pt x="1831316" y="50292"/>
                  <a:pt x="1750216" y="0"/>
                  <a:pt x="1664190" y="0"/>
                </a:cubicBezTo>
                <a:cubicBezTo>
                  <a:pt x="1559720" y="-115"/>
                  <a:pt x="1464093" y="74157"/>
                  <a:pt x="1417479" y="191505"/>
                </a:cubicBezTo>
                <a:lnTo>
                  <a:pt x="1418490" y="197210"/>
                </a:lnTo>
                <a:cubicBezTo>
                  <a:pt x="1355454" y="119211"/>
                  <a:pt x="1270565" y="75671"/>
                  <a:pt x="1182138" y="75671"/>
                </a:cubicBezTo>
                <a:cubicBezTo>
                  <a:pt x="1057583" y="75554"/>
                  <a:pt x="943133" y="161936"/>
                  <a:pt x="884645" y="300122"/>
                </a:cubicBezTo>
                <a:lnTo>
                  <a:pt x="883635" y="302916"/>
                </a:lnTo>
                <a:cubicBezTo>
                  <a:pt x="818199" y="254836"/>
                  <a:pt x="743794" y="229574"/>
                  <a:pt x="668000" y="229574"/>
                </a:cubicBezTo>
                <a:cubicBezTo>
                  <a:pt x="432406" y="229574"/>
                  <a:pt x="241531" y="469043"/>
                  <a:pt x="241531" y="764508"/>
                </a:cubicBezTo>
                <a:cubicBezTo>
                  <a:pt x="241404" y="788607"/>
                  <a:pt x="242794" y="812705"/>
                  <a:pt x="245320" y="836570"/>
                </a:cubicBezTo>
                <a:close/>
              </a:path>
              <a:path w="2728595" h="2514600" fill="none">
                <a:moveTo>
                  <a:pt x="135671" y="1478725"/>
                </a:moveTo>
                <a:cubicBezTo>
                  <a:pt x="177737" y="1509808"/>
                  <a:pt x="225614" y="1526223"/>
                  <a:pt x="274375" y="1526223"/>
                </a:cubicBezTo>
                <a:cubicBezTo>
                  <a:pt x="281449" y="1526106"/>
                  <a:pt x="288649" y="1525873"/>
                  <a:pt x="295724" y="1525175"/>
                </a:cubicBezTo>
              </a:path>
              <a:path w="2728595" h="2514600" fill="none">
                <a:moveTo>
                  <a:pt x="367476" y="2052309"/>
                </a:moveTo>
                <a:cubicBezTo>
                  <a:pt x="391477" y="2048817"/>
                  <a:pt x="414973" y="2041366"/>
                  <a:pt x="437459" y="2030190"/>
                </a:cubicBezTo>
              </a:path>
              <a:path w="2728595" h="2514600" fill="none">
                <a:moveTo>
                  <a:pt x="997326" y="2174663"/>
                </a:moveTo>
                <a:cubicBezTo>
                  <a:pt x="1008443" y="2210170"/>
                  <a:pt x="1022591" y="2244164"/>
                  <a:pt x="1039518" y="2275946"/>
                </a:cubicBezTo>
              </a:path>
              <a:path w="2728595" h="2514600" fill="none">
                <a:moveTo>
                  <a:pt x="1802262" y="2133219"/>
                </a:moveTo>
                <a:cubicBezTo>
                  <a:pt x="1810978" y="2097013"/>
                  <a:pt x="1816536" y="2059760"/>
                  <a:pt x="1819063" y="2022158"/>
                </a:cubicBezTo>
              </a:path>
              <a:path w="2728595" h="2514600" fill="none">
                <a:moveTo>
                  <a:pt x="2361497" y="1751489"/>
                </a:moveTo>
                <a:cubicBezTo>
                  <a:pt x="2361497" y="1750208"/>
                  <a:pt x="2361624" y="1749044"/>
                  <a:pt x="2361624" y="1747763"/>
                </a:cubicBezTo>
                <a:cubicBezTo>
                  <a:pt x="2361624" y="1572556"/>
                  <a:pt x="2281787" y="1412833"/>
                  <a:pt x="2156221" y="1336114"/>
                </a:cubicBezTo>
              </a:path>
              <a:path w="2728595" h="2514600" fill="none">
                <a:moveTo>
                  <a:pt x="2547320" y="1047634"/>
                </a:moveTo>
                <a:cubicBezTo>
                  <a:pt x="2586985" y="1005258"/>
                  <a:pt x="2618187" y="951939"/>
                  <a:pt x="2638778" y="891868"/>
                </a:cubicBezTo>
              </a:path>
              <a:path w="2728595" h="2514600" fill="none">
                <a:moveTo>
                  <a:pt x="2423649" y="389297"/>
                </a:moveTo>
                <a:cubicBezTo>
                  <a:pt x="2423649" y="387435"/>
                  <a:pt x="2423775" y="385688"/>
                  <a:pt x="2423775" y="383826"/>
                </a:cubicBezTo>
                <a:cubicBezTo>
                  <a:pt x="2423775" y="361008"/>
                  <a:pt x="2422133" y="338190"/>
                  <a:pt x="2418848" y="315722"/>
                </a:cubicBezTo>
              </a:path>
              <a:path w="2728595" h="2514600" fill="none">
                <a:moveTo>
                  <a:pt x="1882856" y="135625"/>
                </a:moveTo>
                <a:cubicBezTo>
                  <a:pt x="1863781" y="163915"/>
                  <a:pt x="1847991" y="195464"/>
                  <a:pt x="1836117" y="229457"/>
                </a:cubicBezTo>
              </a:path>
              <a:path w="2728595" h="2514600" fill="none">
                <a:moveTo>
                  <a:pt x="1417479" y="191505"/>
                </a:moveTo>
                <a:cubicBezTo>
                  <a:pt x="1407247" y="217234"/>
                  <a:pt x="1399668" y="244359"/>
                  <a:pt x="1394741" y="272415"/>
                </a:cubicBezTo>
              </a:path>
              <a:path w="2728595" h="2514600" fill="none">
                <a:moveTo>
                  <a:pt x="965745" y="381381"/>
                </a:moveTo>
                <a:cubicBezTo>
                  <a:pt x="940986" y="351113"/>
                  <a:pt x="913447" y="324803"/>
                  <a:pt x="883635" y="302916"/>
                </a:cubicBezTo>
              </a:path>
              <a:path w="2728595" h="2514600" fill="none">
                <a:moveTo>
                  <a:pt x="245320" y="836570"/>
                </a:moveTo>
                <a:cubicBezTo>
                  <a:pt x="248352" y="864510"/>
                  <a:pt x="253152" y="892101"/>
                  <a:pt x="259721" y="919110"/>
                </a:cubicBezTo>
              </a:path>
            </a:pathLst>
          </a:custGeom>
          <a:solidFill>
            <a:srgbClr val="FFBE7D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>
            <a:outerShdw blurRad="12700" dist="107763" dir="2700000" algn="ctr">
              <a:srgbClr val="808080"/>
            </a:outerShdw>
          </a:effectLst>
        </p:spPr>
        <p:txBody>
          <a:bodyPr vert="horz" wrap="square" lIns="91440" tIns="45720" rIns="91440" bIns="45720" numCol="1" spcCol="215900" anchor="t"/>
          <a:lstStyle/>
          <a:p>
            <a:pPr algn="ctr">
              <a:defRPr lang="en-us"/>
            </a:pPr>
            <a:endParaRPr lang="en-us" sz="2400" b="1" cap="none">
              <a:solidFill>
                <a:srgbClr val="191919"/>
              </a:solidFill>
            </a:endParaRPr>
          </a:p>
          <a:p>
            <a:pPr algn="ctr">
              <a:defRPr lang="en-us"/>
            </a:pPr>
            <a:r>
              <a:rPr lang="ko-kr" sz="2400" b="1" cap="none">
                <a:solidFill>
                  <a:srgbClr val="191919"/>
                </a:solidFill>
              </a:rPr>
              <a:t> </a:t>
            </a:r>
            <a:endParaRPr lang="en-us" sz="2400" b="1" cap="none">
              <a:solidFill>
                <a:srgbClr val="191919"/>
              </a:solidFill>
            </a:endParaRPr>
          </a:p>
          <a:p>
            <a:pPr algn="ctr">
              <a:defRPr lang="en-us"/>
            </a:pPr>
            <a:r>
              <a:rPr lang="en-us" sz="2400" b="1" cap="none">
                <a:solidFill>
                  <a:srgbClr val="191919"/>
                </a:solidFill>
              </a:rPr>
              <a:t>   </a:t>
            </a:r>
            <a:r>
              <a:rPr lang="ko-kr" sz="2400" b="1" cap="none">
                <a:solidFill>
                  <a:srgbClr val="191919"/>
                </a:solidFill>
              </a:rPr>
              <a:t>네트워크</a:t>
            </a:r>
          </a:p>
        </p:txBody>
      </p:sp>
      <p:sp>
        <p:nvSpPr>
          <p:cNvPr id="5" name="아래쪽 화살표 1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wAAAA0AAAAAkAAAAEgAAACQAAAASAAAAAAAAAABAAAAAAAAAAEAAABQAAAAKePjIvMa6j8AAAAAAADgPwAAAAAAAOA/AAAAAAAA4D8AAAAAAADgPwAAAAAAAOA/AAAAAAAA4D8AAAAAAADgPwAAAAAAAOA/AAAAAAAA4D8CAAAAjAAAAAEAAAAAAAAA0dHRAAAAAAgAAAAAAAAAAAAAAAAAAAAAAAAAAAAAAAAAAAAAZAAAAAEAAABAAAAAAAAAAAAAAAAAAAAAAAAAAAAAAAAAAAAAAAAAAAAAAAAAAAAAAAAAAAAAAAAAAAAAAAAAAAAAAAAAAAAAAAAAAAAAAAAAAAAAAAAAAAAAAAAAAAAAFAAAADwAAAABAAAAAAAAALKysgs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0dHRAAAAAAEAAAAAAAAAAAAAAAAAAAAAAAAAAAAAAAAAAAAAAAAAALKysgR/f38AMzMzA8zMzADAwP8Af39/AAAAAAAAAAAAAAAAAAAAAAAAAAAAIQAAABgAAAAUAAAAfTQAADgTAADFNwAAIBwAABAAAAAmAAAACAAAAP//////////"/>
              </a:ext>
            </a:extLst>
          </p:cNvSpPr>
          <p:nvPr/>
        </p:nvSpPr>
        <p:spPr>
          <a:xfrm>
            <a:off x="8532495" y="3124200"/>
            <a:ext cx="533400" cy="144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1D1D1"/>
          </a:solidFill>
          <a:ln w="127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sp>
        <p:nvSpPr>
          <p:cNvPr id="6" name="위쪽 화살표 1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gAAAA0AAAAAkAAAAEgAAACQAAAASAAAAAAAAAABAAAAAAAAAAEAAABQAAAAMzMzMzMz5z8AAAAAAADgPwAAAAAAAOA/AAAAAAAA4D8AAAAAAADgPwAAAAAAAOA/AAAAAAAA4D8AAAAAAADgPwAAAAAAAOA/AAAAAAAA4D8CAAAAjAAAAAEAAAAAAAAA0dHRAAAAAAgAAAAAAAAAAAAAAAAAAAAAAAAAAAAAAAAAAAAAZAAAAAEAAABAAAAAAAAAAAAAAAAAAAAAAAAAAAAAAAAAAAAAAAAAAAAAAAAAAAAAAAAAAAAAAAAAAAAAAAAAAAAAAAAAAAAAAAAAAAAAAAAAAAAAAAAAAAAAAAAAAAAAFAAAADwAAAABAAAAAAAAALKysgs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0dHRAAAAAAEAAAAAAAAAAAAAAAAAAAAAAAAAAAAAAAAAAAAAAAAAALKysgR/f38AMzMzA8zMzADAwP8Af39/AAAAAAAAAAAAAAAAAAAAAAAAAAAAIQAAABgAAAAUAAAALTkAALATAAB1PAAAIBwAABAAAAAmAAAACAAAAP//////////"/>
              </a:ext>
            </a:extLst>
          </p:cNvSpPr>
          <p:nvPr/>
        </p:nvSpPr>
        <p:spPr>
          <a:xfrm>
            <a:off x="9294495" y="3200400"/>
            <a:ext cx="533400" cy="1371600"/>
          </a:xfrm>
          <a:prstGeom prst="upArrow">
            <a:avLst>
              <a:gd name="adj1" fmla="val 50000"/>
              <a:gd name="adj2" fmla="val 70714"/>
            </a:avLst>
          </a:prstGeom>
          <a:solidFill>
            <a:srgbClr val="D1D1D1"/>
          </a:solidFill>
          <a:ln w="127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pic>
        <p:nvPicPr>
          <p:cNvPr id="7" name="Picture 13" descr="C:\Program Files (x86)\Microsoft Office\MEDIA\CAGCAT10\j0292020.wmf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lI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L0DAAAYBgAApAsAAJg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" y="990600"/>
            <a:ext cx="1284605" cy="1219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3" descr="C:\Program Files (x86)\Microsoft Office\MEDIA\CAGCAT10\j0292020.wmf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DUEAAAQHQAAHAwAAJA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4724400"/>
            <a:ext cx="1284605" cy="1219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13" descr="C:\Program Files (x86)\Microsoft Office\MEDIA\CAGCAT10\j0292020.wmf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EcEAAAYFQAALQwAAJgc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429000"/>
            <a:ext cx="1283970" cy="1219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Picture 13" descr="C:\Program Files (x86)\Microsoft Office\MEDIA\CAGCAT10\j0292020.wmf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M8DAACYDQAAtQsAABg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09800"/>
            <a:ext cx="1283970" cy="1219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2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zQIAAPglAABoDQAAlSgAABAgAAAmAAAACAAAAP//////////"/>
              </a:ext>
            </a:extLst>
          </p:cNvSpPr>
          <p:nvPr/>
        </p:nvSpPr>
        <p:spPr>
          <a:xfrm>
            <a:off x="455295" y="6172200"/>
            <a:ext cx="1724025" cy="42481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2400" cap="none"/>
              <a:t>클라이언트</a:t>
            </a:r>
          </a:p>
        </p:txBody>
      </p:sp>
      <p:sp>
        <p:nvSpPr>
          <p:cNvPr id="12" name="왼쪽/오른쪽 화살표 3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bCivobyG4j8AAAAAAADgPwAAAAAAAOA/AAAAAAAA4D8AAAAAAADgPwAAAAAAAOA/AAAAAAAA4D8AAAAAAADgPwAAAAAAAOA/AAAAAAAA4D8CAAAAjAAAAAEAAAAAAAAA0dHRAAAAAAgAAAAAAAAAAAAAAAAAAAAAAAAAAAAAAAAAAAAAZAAAAAEAAABAAAAAAAAAAAAAAAAAAAAAAAAAAAAAAAAAAAAAAAAAAAAAAAAAAAAAAAAAAAAAAAAAAAAAAAAAAAAAAAAAAAAAAAAAAAAAAAAAAAAAAAAAAAAAAAAAAAAAFAAAADwAAAABAAAAAAAAALKysgs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0dHRAAAAAAEAAAAAAAAAAAAAAAAAAAAAAAAAAAAAAAAAAAAAAAAAALKysgR/f38AMzMzA8zMzADAwP8Af39/AAAAAAAAAAAAAAAAAAAAAAAAAAAAIQAAABgAAAAUAAAAzSAAAIgOAAC1KQAASBIAABAAAAAmAAAACAAAAP//////////"/>
              </a:ext>
            </a:extLst>
          </p:cNvSpPr>
          <p:nvPr/>
        </p:nvSpPr>
        <p:spPr>
          <a:xfrm>
            <a:off x="5332095" y="2362200"/>
            <a:ext cx="1447800" cy="609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D1D1D1"/>
          </a:solidFill>
          <a:ln w="127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cxnSp>
        <p:nvCxnSpPr>
          <p:cNvPr id="13" name="구부러진 연결선 18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A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pQwAAPgHAADlFwAA8A8AABAAAAAmAAAACAAAAP//////////"/>
              </a:ext>
            </a:extLst>
          </p:cNvCxnSpPr>
          <p:nvPr/>
        </p:nvCxnSpPr>
        <p:spPr>
          <a:xfrm>
            <a:off x="2055495" y="1295400"/>
            <a:ext cx="1828800" cy="12954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none"/>
            <a:tailEnd type="arrow" w="med" len="med"/>
          </a:ln>
          <a:effectLst/>
        </p:spPr>
      </p:cxnSp>
      <p:cxnSp>
        <p:nvCxnSpPr>
          <p:cNvPr id="14" name="구부러진 연결선 20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A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tQsAANARAADlFwAAOBMAABAAAAAmAAAACAAAAP//////////"/>
              </a:ext>
            </a:extLst>
          </p:cNvCxnSpPr>
          <p:nvPr/>
        </p:nvCxnSpPr>
        <p:spPr>
          <a:xfrm>
            <a:off x="1903095" y="2895600"/>
            <a:ext cx="1981200" cy="2286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none"/>
            <a:tailEnd type="arrow" w="med" len="med"/>
          </a:ln>
          <a:effectLst/>
        </p:spPr>
      </p:cxnSp>
      <p:cxnSp>
        <p:nvCxnSpPr>
          <p:cNvPr id="15" name="구부러진 연결선 28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g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LQwAAJAVAAD1FgAAYBgAABAAAAAmAAAACAAAAP//////////"/>
              </a:ext>
            </a:extLst>
          </p:cNvCxnSpPr>
          <p:nvPr/>
        </p:nvCxnSpPr>
        <p:spPr>
          <a:xfrm flipV="1">
            <a:off x="1979295" y="3505200"/>
            <a:ext cx="1752600" cy="4572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none"/>
            <a:tailEnd type="arrow" w="med" len="med"/>
          </a:ln>
          <a:effectLst/>
        </p:spPr>
      </p:cxnSp>
      <p:cxnSp>
        <p:nvCxnSpPr>
          <p:cNvPr id="16" name="구부러진 연결선 31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g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AAAAAZAAAAGQAAAAD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PQsAAHAXAADVGAAAWCAAABAAAAAmAAAACAAAAP//////////"/>
              </a:ext>
            </a:extLst>
          </p:cNvCxnSpPr>
          <p:nvPr/>
        </p:nvCxnSpPr>
        <p:spPr>
          <a:xfrm flipV="1">
            <a:off x="1826895" y="3810000"/>
            <a:ext cx="2209800" cy="14478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none"/>
            <a:tailEnd type="arrow" w="med" len="med"/>
          </a:ln>
          <a:effectLst/>
        </p:spPr>
      </p:cxnSp>
      <p:cxnSp>
        <p:nvCxnSpPr>
          <p:cNvPr id="17" name="구부러진 연결선 35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A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D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tQsAAGAJAAD1FgAAWBEAABAAAAAmAAAACAAAAP//////////"/>
              </a:ext>
            </a:extLst>
          </p:cNvCxnSpPr>
          <p:nvPr/>
        </p:nvCxnSpPr>
        <p:spPr>
          <a:xfrm>
            <a:off x="1903095" y="1524000"/>
            <a:ext cx="1828800" cy="12954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arrow" w="med" len="med"/>
            <a:tailEnd type="none"/>
          </a:ln>
          <a:effectLst/>
        </p:spPr>
      </p:cxnSp>
      <p:cxnSp>
        <p:nvCxnSpPr>
          <p:cNvPr id="18" name="구부러진 연결선 36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A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D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tQsAADgTAADlFwAAoBQAABAAAAAmAAAACAAAAP//////////"/>
              </a:ext>
            </a:extLst>
          </p:cNvCxnSpPr>
          <p:nvPr/>
        </p:nvCxnSpPr>
        <p:spPr>
          <a:xfrm>
            <a:off x="1903095" y="3124200"/>
            <a:ext cx="1981200" cy="2286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arrow" w="med" len="med"/>
            <a:tailEnd type="none"/>
          </a:ln>
          <a:effectLst/>
        </p:spPr>
      </p:cxnSp>
      <p:cxnSp>
        <p:nvCxnSpPr>
          <p:cNvPr id="19" name="구부러진 연결선 37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g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D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LQwAAAgWAABtFwAAyBkAABAAAAAmAAAACAAAAP//////////"/>
              </a:ext>
            </a:extLst>
          </p:cNvCxnSpPr>
          <p:nvPr/>
        </p:nvCxnSpPr>
        <p:spPr>
          <a:xfrm flipV="1">
            <a:off x="1979295" y="3581400"/>
            <a:ext cx="1828800" cy="6096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arrow" w="med" len="med"/>
            <a:tailEnd type="none"/>
          </a:ln>
          <a:effectLst/>
        </p:spPr>
      </p:cxnSp>
      <p:cxnSp>
        <p:nvCxnSpPr>
          <p:cNvPr id="20" name="구부러진 연결선 39"/>
          <p:cNvCxn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DwAAAA0AAAAAkAAAAEgAAACQAAAASAAAAAAAAAAAAAAAAgAAAAEAAABQAAAAAAAAAAAAAAAAAAAAAAAAAAAAAAAAAP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IODgwAtAAAAAQAAABQAAAAUAAAAFAAAAAEAAAAD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HL93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ODgwB/f38AMzMzA8zMzADAwP8Af39/AAAAAAAAAAAAAAAAAAAAAAAAAAAAIQAAABgAAAAUAAAApQwAAOgXAABNGQAAsCIAABAAAAAmAAAACAAAAP//////////"/>
              </a:ext>
            </a:extLst>
          </p:cNvCxnSpPr>
          <p:nvPr/>
        </p:nvCxnSpPr>
        <p:spPr>
          <a:xfrm flipV="1">
            <a:off x="2055495" y="3886200"/>
            <a:ext cx="2057400" cy="175260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838383"/>
            </a:solidFill>
            <a:prstDash val="solid"/>
            <a:headEnd type="arrow" w="med" len="med"/>
            <a:tailEnd type="none"/>
          </a:ln>
          <a:effectLst/>
        </p:spPr>
      </p:cxnSp>
      <p:sp>
        <p:nvSpPr>
          <p:cNvPr id="21" name="순서도: 자기 디스크 2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RQEAAA0AAAAAkAAAAEgAAACQAAAASAAAAAAAAAABAAAAAAAAAAEAAABQAAAAAAAAAAAA4D8AAAAAAADgPwAAAAAAAOA/AAAAAAAA4D8AAAAAAADgPwAAAAAAAOA/AAAAAAAA4D8AAAAAAADgPwAAAAAAAOA/AAAAAAAA4D8CAAAAjAAAAAEAAAAAAAAA+/DEA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DEAAAAAAEAAAAAAAAAAAAAAAAAAAAAAAAAAAAAAAAAAAAAAAAAAEGMqgB/f38AMzMzA8zMzADAwP8Af39/AAAAAAAAAAAAAAAAAAAAAAAAAAAAIQAAABgAAAAUAAAARTAAACAcAACtQAAAQCkAABAAAAAmAAAACAAAAP//////////"/>
              </a:ext>
            </a:extLst>
          </p:cNvSpPr>
          <p:nvPr/>
        </p:nvSpPr>
        <p:spPr>
          <a:xfrm>
            <a:off x="7846695" y="4572000"/>
            <a:ext cx="2667000" cy="2133600"/>
          </a:xfrm>
          <a:prstGeom prst="flowChartMagneticDisk">
            <a:avLst/>
          </a:prstGeom>
          <a:solidFill>
            <a:srgbClr val="FBF0C4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2400" b="1" cap="none">
                <a:solidFill>
                  <a:schemeClr val="bg1"/>
                </a:solidFill>
              </a:rPr>
              <a:t>데이터 베이스</a:t>
            </a:r>
          </a:p>
        </p:txBody>
      </p:sp>
      <p:sp>
        <p:nvSpPr>
          <p:cNvPr id="22" name="TextBox 2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rRMAANAgAABVLwAAfiYAABAgAAAmAAAACAAAAP//////////"/>
              </a:ext>
            </a:extLst>
          </p:cNvSpPr>
          <p:nvPr/>
        </p:nvSpPr>
        <p:spPr>
          <a:xfrm>
            <a:off x="3198495" y="5334000"/>
            <a:ext cx="4495800" cy="92329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DBMS</a:t>
            </a:r>
            <a:r>
              <a:rPr lang="ko-kr" sz="2000" cap="none"/>
              <a:t>는 </a:t>
            </a:r>
            <a:r>
              <a:rPr lang="en-us" sz="2000" cap="none"/>
              <a:t>Server Program </a:t>
            </a:r>
            <a:r>
              <a:rPr lang="ko-kr" sz="2000" cap="none"/>
              <a:t>으로</a:t>
            </a:r>
            <a:endParaRPr lang="en-us" sz="2000" cap="none"/>
          </a:p>
          <a:p>
            <a:pPr>
              <a:lnSpc>
                <a:spcPct val="9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2000" cap="none"/>
              <a:t>네트워크로 연결된 클라이언트의 요청을 처리한다</a:t>
            </a:r>
            <a:r>
              <a:rPr lang="en-us" sz="2000" cap="none"/>
              <a:t>.</a:t>
            </a:r>
            <a:endParaRPr lang="ko-kr" sz="2000" cap="none"/>
          </a:p>
        </p:txBody>
      </p:sp>
      <p:sp>
        <p:nvSpPr>
          <p:cNvPr id="23" name="직선 연결선 2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CgAAAA0AAAAAkAAAAEgAAACQAAAASAAAAAAAAAAAAAAAAg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BAAAAAAAAAAAAAAAK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ZxwAALQaAACBIQAA0CAAABAAAAAmAAAACAAAAP//////////"/>
              </a:ext>
            </a:extLst>
          </p:cNvSpPr>
          <p:nvPr/>
        </p:nvSpPr>
        <p:spPr>
          <a:xfrm flipH="1" flipV="1">
            <a:off x="4617085" y="4340860"/>
            <a:ext cx="829310" cy="993140"/>
          </a:xfrm>
          <a:prstGeom prst="line">
            <a:avLst/>
          </a:prstGeom>
          <a:noFill/>
          <a:ln w="635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ZQEAAEALAAAdSQAAqBsAABAAAAAmAAAACAAAAAEAAAAAAAAA"/>
              </a:ext>
            </a:extLst>
          </p:cNvSpPr>
          <p:nvPr>
            <p:ph type="ctrTitle"/>
          </p:nvPr>
        </p:nvSpPr>
        <p:spPr>
          <a:xfrm>
            <a:off x="226695" y="1828800"/>
            <a:ext cx="11658600" cy="2667000"/>
          </a:xfrm>
        </p:spPr>
        <p:txBody>
          <a:bodyPr/>
          <a:lstStyle/>
          <a:p>
            <a:pPr algn="ctr">
              <a:defRPr lang="ko-kr"/>
            </a:pPr>
            <a:r>
              <a:rPr lang="ko-kr" sz="5000" cap="none"/>
              <a:t>기본 </a:t>
            </a:r>
            <a:r>
              <a:rPr lang="en-us" sz="5000" cap="none"/>
              <a:t>SQL(Structured Query Language)</a:t>
            </a:r>
            <a:endParaRPr lang="ko-kr" sz="5000" cap="none"/>
          </a:p>
        </p:txBody>
      </p:sp>
      <p:sp>
        <p:nvSpPr>
          <p:cNvPr id="3" name="부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BAAAAAAAAAP///wk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AAAAAJ/f38AMzMzA8zMzADAwP8Af39/AAAAAAAAAAAAAAAAAAAAAAAAAAAAIQAAABgAAAAUAAAAXgkAAGgfAACdQQAA+CU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SQL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BgGAAClSAAAUCgAABAAAAAmAAAACAAAAAEgAAAAAAAA"/>
              </a:ext>
            </a:extLst>
          </p:cNvSpPr>
          <p:nvPr>
            <p:ph type="body" idx="1"/>
          </p:nvPr>
        </p:nvSpPr>
        <p:spPr>
          <a:xfrm>
            <a:off x="609600" y="990600"/>
            <a:ext cx="11199495" cy="55626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1655"/>
              </a:spcBef>
              <a:defRPr lang="ko-kr" sz="2210" cap="none"/>
            </a:pPr>
            <a:r>
              <a:rPr lang="en-us" sz="2575" cap="none"/>
              <a:t>Structured Query Language </a:t>
            </a:r>
          </a:p>
          <a:p>
            <a:pPr>
              <a:lnSpc>
                <a:spcPct val="100000"/>
              </a:lnSpc>
              <a:spcBef>
                <a:spcPts val="1655"/>
              </a:spcBef>
              <a:defRPr lang="ko-kr" sz="2210" cap="none"/>
            </a:pPr>
            <a:r>
              <a:rPr lang="ko-kr" sz="2575" cap="none"/>
              <a:t>데이터베이스에 데이터를 질의</a:t>
            </a:r>
            <a:r>
              <a:rPr lang="en-us" sz="2575" cap="none"/>
              <a:t>, </a:t>
            </a:r>
            <a:r>
              <a:rPr lang="ko-kr" sz="2575" cap="none"/>
              <a:t>등록</a:t>
            </a:r>
            <a:r>
              <a:rPr lang="en-us" sz="2575" cap="none"/>
              <a:t>, </a:t>
            </a:r>
            <a:r>
              <a:rPr lang="ko-kr" sz="2575" cap="none"/>
              <a:t>수정</a:t>
            </a:r>
            <a:r>
              <a:rPr lang="en-us" sz="2575" cap="none"/>
              <a:t>, </a:t>
            </a:r>
            <a:r>
              <a:rPr lang="ko-kr" sz="2575" cap="none"/>
              <a:t>삭제 등을 요청하기 위한 표준언어</a:t>
            </a:r>
            <a:r>
              <a:rPr lang="en-us" sz="2575" cap="none"/>
              <a:t>.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defRPr lang="ko-kr" sz="1840" cap="none"/>
            </a:pPr>
            <a:r>
              <a:rPr lang="en-us" sz="2210" cap="none"/>
              <a:t>DML(Data Manipulation Language) – INSERT, UPDATE, DELETE, SELECT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ko-kr" sz="1840" cap="none"/>
              <a:t>데이터 조작하는데 사용하는 언어</a:t>
            </a:r>
            <a:r>
              <a:rPr lang="en-us" sz="1840" cap="none"/>
              <a:t>.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en-us" sz="1840" cap="none"/>
              <a:t>Table</a:t>
            </a:r>
            <a:r>
              <a:rPr lang="ko-kr" sz="1840" cap="none"/>
              <a:t>에 </a:t>
            </a:r>
            <a:r>
              <a:rPr lang="en-us" sz="1840" cap="none"/>
              <a:t>Data </a:t>
            </a:r>
            <a:r>
              <a:rPr lang="ko-kr" sz="1840" cap="none"/>
              <a:t>삽입</a:t>
            </a:r>
            <a:r>
              <a:rPr lang="en-us" sz="1840" cap="none"/>
              <a:t>(</a:t>
            </a:r>
            <a:r>
              <a:rPr lang="ko-kr" sz="1840" cap="none"/>
              <a:t>추가</a:t>
            </a:r>
            <a:r>
              <a:rPr lang="en-us" sz="1840" cap="none"/>
              <a:t>), </a:t>
            </a:r>
            <a:r>
              <a:rPr lang="ko-kr" sz="1840" cap="none"/>
              <a:t>수정</a:t>
            </a:r>
            <a:r>
              <a:rPr lang="en-us" sz="1840" cap="none"/>
              <a:t>, </a:t>
            </a:r>
            <a:r>
              <a:rPr lang="ko-kr" sz="1840" cap="none"/>
              <a:t>삭제</a:t>
            </a:r>
            <a:r>
              <a:rPr lang="en-us" sz="1840" cap="none"/>
              <a:t>, </a:t>
            </a:r>
            <a:r>
              <a:rPr lang="ko-kr" sz="1840" cap="none"/>
              <a:t>조회</a:t>
            </a:r>
            <a:r>
              <a:rPr lang="en-us" sz="1840" cap="none"/>
              <a:t>(</a:t>
            </a:r>
            <a:r>
              <a:rPr lang="ko-kr" sz="1840" cap="none"/>
              <a:t>선택</a:t>
            </a:r>
            <a:r>
              <a:rPr lang="en-us" sz="1840" cap="none"/>
              <a:t>)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en-us" sz="1840" cap="none"/>
              <a:t>DML</a:t>
            </a:r>
            <a:r>
              <a:rPr lang="ko-kr" sz="1840" cap="none"/>
              <a:t>은 트랜잭션이 발생하여 </a:t>
            </a:r>
            <a:r>
              <a:rPr lang="en-us" sz="1840" cap="none"/>
              <a:t>SQL</a:t>
            </a:r>
            <a:r>
              <a:rPr lang="ko-kr" sz="1840" cap="none"/>
              <a:t>문은 임시로 적용되며 </a:t>
            </a:r>
            <a:r>
              <a:rPr lang="en-us" sz="1840" cap="none"/>
              <a:t>commit</a:t>
            </a:r>
            <a:r>
              <a:rPr lang="ko-kr" sz="1840" cap="none"/>
              <a:t>을 이용해 완전 적용시키거나</a:t>
            </a:r>
            <a:r>
              <a:rPr lang="en-us" sz="1840" cap="none"/>
              <a:t>Rollback</a:t>
            </a:r>
            <a:r>
              <a:rPr lang="ko-kr" sz="1840" cap="none"/>
              <a:t>을 이용해 처리를 취소할 수 있다</a:t>
            </a:r>
            <a:r>
              <a:rPr lang="en-us" sz="1840" cap="none"/>
              <a:t>.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defRPr lang="ko-kr" sz="1840" cap="none"/>
            </a:pPr>
            <a:r>
              <a:rPr lang="en-us" sz="2210" cap="none"/>
              <a:t>DDL(Data Definition Language) – CREATE, ALTER, DROP, TRUNCATE</a:t>
            </a:r>
            <a:r>
              <a:rPr lang="en-us" b="1" cap="none"/>
              <a:t> </a:t>
            </a:r>
            <a:r>
              <a:rPr lang="en-us" sz="2210" cap="none"/>
              <a:t> 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en-us" sz="1840" cap="none"/>
              <a:t>Database </a:t>
            </a:r>
            <a:r>
              <a:rPr lang="ko-kr" sz="1840" cap="none"/>
              <a:t>스키마</a:t>
            </a:r>
            <a:r>
              <a:rPr lang="en-us" sz="1840" cap="none"/>
              <a:t>(Database,</a:t>
            </a:r>
            <a:r>
              <a:rPr lang="ko-kr" sz="1840" cap="none"/>
              <a:t> </a:t>
            </a:r>
            <a:r>
              <a:rPr lang="en-us" sz="1840" cap="none"/>
              <a:t>Table,</a:t>
            </a:r>
            <a:r>
              <a:rPr lang="ko-kr" sz="1840" cap="none"/>
              <a:t> </a:t>
            </a:r>
            <a:r>
              <a:rPr lang="en-us" sz="1840" cap="none"/>
              <a:t>View,</a:t>
            </a:r>
            <a:r>
              <a:rPr lang="ko-kr" sz="1840" cap="none"/>
              <a:t> </a:t>
            </a:r>
            <a:r>
              <a:rPr lang="en-us" sz="1840" cap="none"/>
              <a:t>Index</a:t>
            </a:r>
            <a:r>
              <a:rPr lang="ko-kr" sz="1840" cap="none"/>
              <a:t>등의 </a:t>
            </a:r>
            <a:r>
              <a:rPr lang="en-us" sz="1840" cap="none"/>
              <a:t>object)</a:t>
            </a:r>
            <a:r>
              <a:rPr lang="ko-kr" sz="1840" cap="none"/>
              <a:t>를 생성</a:t>
            </a:r>
            <a:r>
              <a:rPr lang="en-us" sz="1840" cap="none"/>
              <a:t>, </a:t>
            </a:r>
            <a:r>
              <a:rPr lang="ko-kr" sz="1840" cap="none"/>
              <a:t>삭제</a:t>
            </a:r>
            <a:r>
              <a:rPr lang="en-us" sz="1840" cap="none"/>
              <a:t>, </a:t>
            </a:r>
            <a:r>
              <a:rPr lang="ko-kr" sz="1840" cap="none"/>
              <a:t>수정하는 언어</a:t>
            </a:r>
            <a:r>
              <a:rPr lang="en-us" sz="1840" cap="none"/>
              <a:t>.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en-us" sz="1840" cap="none"/>
              <a:t>DDL</a:t>
            </a:r>
            <a:r>
              <a:rPr lang="ko-kr" sz="1840" cap="none"/>
              <a:t>은 트랜잭션이 발생하지 않아 명령어를 실행하면 </a:t>
            </a:r>
            <a:r>
              <a:rPr lang="en-us" sz="1840" cap="none"/>
              <a:t>Rollback </a:t>
            </a:r>
            <a:r>
              <a:rPr lang="ko-kr" sz="1840" cap="none"/>
              <a:t>시킬 수 없다</a:t>
            </a:r>
            <a:r>
              <a:rPr lang="en-us" sz="1840" cap="none"/>
              <a:t>.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defRPr lang="ko-kr" sz="1840" cap="none"/>
            </a:pPr>
            <a:r>
              <a:rPr lang="en-us" sz="2210" cap="none"/>
              <a:t>DCL(Data Control Language) – GRANT, REVOKE </a:t>
            </a:r>
          </a:p>
          <a:p>
            <a:pPr lvl="2">
              <a:lnSpc>
                <a:spcPct val="110000"/>
              </a:lnSpc>
              <a:spcBef>
                <a:spcPts val="550"/>
              </a:spcBef>
              <a:defRPr lang="ko-kr" sz="1655" cap="none"/>
            </a:pPr>
            <a:r>
              <a:rPr lang="ko-kr" sz="1840" cap="none"/>
              <a:t>사용자에게 권한을 주거나 권한을 없애는 것과 같은 </a:t>
            </a:r>
            <a:r>
              <a:rPr lang="en-us" sz="1840" cap="none"/>
              <a:t>Data </a:t>
            </a:r>
            <a:r>
              <a:rPr lang="ko-kr" sz="1840" cap="none"/>
              <a:t>접근을 제어하기 위한 언어</a:t>
            </a:r>
            <a:r>
              <a:rPr lang="en-us" sz="1840" cap="none"/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DDL</a:t>
            </a:r>
          </a:p>
        </p:txBody>
      </p:sp>
      <p:sp>
        <p:nvSpPr>
          <p:cNvPr id="3" name="텍스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P///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사용자 계정 생성 및 권한 설정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AAAEcGAABdJwAAeB4AABAAAAAmAAAACAAAAD0gAAAAAAAA"/>
              </a:ext>
            </a:extLst>
          </p:cNvSpPr>
          <p:nvPr>
            <p:ph type="body" idx="1"/>
          </p:nvPr>
        </p:nvSpPr>
        <p:spPr>
          <a:xfrm>
            <a:off x="150495" y="1020445"/>
            <a:ext cx="6248400" cy="4054674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1800" cap="none" dirty="0">
                <a:latin typeface="맑은 고딕"/>
                <a:ea typeface="맑은 고딕"/>
              </a:rPr>
              <a:t>사용자 계정 생성</a:t>
            </a:r>
            <a:endParaRPr lang="en-us" sz="1800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r>
              <a:rPr lang="en-us" sz="1600" b="1" cap="none" dirty="0">
                <a:latin typeface="맑은 고딕"/>
                <a:ea typeface="맑은 고딕"/>
              </a:rPr>
              <a:t>CREATE USER </a:t>
            </a:r>
            <a:r>
              <a:rPr lang="ko-kr" sz="1600" cap="none" dirty="0" err="1">
                <a:latin typeface="맑은 고딕"/>
                <a:ea typeface="맑은 고딕"/>
              </a:rPr>
              <a:t>계정명</a:t>
            </a:r>
            <a:r>
              <a:rPr lang="en-us" sz="1600" cap="none" dirty="0">
                <a:latin typeface="맑은 고딕"/>
                <a:ea typeface="맑은 고딕"/>
              </a:rPr>
              <a:t>@HOST</a:t>
            </a:r>
            <a:r>
              <a:rPr lang="ko-kr" sz="1600" cap="none" dirty="0">
                <a:latin typeface="맑은 고딕"/>
                <a:ea typeface="맑은 고딕"/>
              </a:rPr>
              <a:t> </a:t>
            </a:r>
            <a:r>
              <a:rPr lang="en-us" sz="1600" b="1" cap="none" dirty="0">
                <a:latin typeface="맑은 고딕"/>
                <a:ea typeface="맑은 고딕"/>
              </a:rPr>
              <a:t>IDENTIFIED BY </a:t>
            </a:r>
            <a:r>
              <a:rPr lang="en-us" sz="1600" cap="none" dirty="0">
                <a:latin typeface="맑은 고딕"/>
                <a:ea typeface="맑은 고딕"/>
              </a:rPr>
              <a:t>‘PASSWORD’</a:t>
            </a:r>
          </a:p>
          <a:p>
            <a:pPr lvl="2">
              <a:defRPr lang="ko-kr"/>
            </a:pPr>
            <a:r>
              <a:rPr lang="en-us" sz="1400" cap="none" dirty="0">
                <a:latin typeface="맑은 고딕"/>
                <a:ea typeface="맑은 고딕"/>
              </a:rPr>
              <a:t>HOST</a:t>
            </a:r>
          </a:p>
          <a:p>
            <a:pPr lvl="3">
              <a:defRPr lang="ko-kr"/>
            </a:pPr>
            <a:r>
              <a:rPr lang="en-us" sz="1200" cap="none" dirty="0">
                <a:latin typeface="맑은 고딕"/>
                <a:ea typeface="맑은 고딕"/>
              </a:rPr>
              <a:t>localhost : LOCAL </a:t>
            </a:r>
            <a:r>
              <a:rPr lang="ko-kr" sz="1200" cap="none" dirty="0">
                <a:latin typeface="맑은 고딕"/>
                <a:ea typeface="맑은 고딕"/>
              </a:rPr>
              <a:t>접속 계정</a:t>
            </a:r>
            <a:endParaRPr lang="en-us" sz="1200" cap="none" dirty="0">
              <a:latin typeface="맑은 고딕"/>
              <a:ea typeface="맑은 고딕"/>
            </a:endParaRPr>
          </a:p>
          <a:p>
            <a:pPr lvl="3">
              <a:defRPr lang="ko-kr"/>
            </a:pPr>
            <a:r>
              <a:rPr lang="en-us" sz="1200" cap="none" dirty="0">
                <a:latin typeface="맑은 고딕"/>
                <a:ea typeface="맑은 고딕"/>
              </a:rPr>
              <a:t>‘%’ : </a:t>
            </a:r>
            <a:r>
              <a:rPr lang="ko-kr" sz="1200" cap="none" dirty="0">
                <a:latin typeface="맑은 고딕"/>
                <a:ea typeface="맑은 고딕"/>
              </a:rPr>
              <a:t>원격 접속 계정</a:t>
            </a:r>
            <a:endParaRPr lang="en-us" sz="1200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r>
              <a:rPr lang="ko-kr" sz="1600" cap="none" dirty="0">
                <a:latin typeface="맑은 고딕"/>
                <a:ea typeface="맑은 고딕"/>
              </a:rPr>
              <a:t>예</a:t>
            </a:r>
            <a:endParaRPr lang="en-us" sz="1600" cap="none" dirty="0">
              <a:latin typeface="맑은 고딕"/>
              <a:ea typeface="맑은 고딕"/>
            </a:endParaRPr>
          </a:p>
          <a:p>
            <a:pPr lvl="2">
              <a:defRPr lang="ko-kr"/>
            </a:pPr>
            <a:r>
              <a:rPr lang="en-us" sz="1400" cap="none" dirty="0">
                <a:latin typeface="맑은 고딕"/>
                <a:ea typeface="맑은 고딕"/>
              </a:rPr>
              <a:t>CREATE USER '</a:t>
            </a:r>
            <a:r>
              <a:rPr lang="en-us" sz="1400" cap="none" dirty="0" err="1">
                <a:latin typeface="맑은 고딕"/>
                <a:ea typeface="맑은 고딕"/>
              </a:rPr>
              <a:t>scott</a:t>
            </a:r>
            <a:r>
              <a:rPr lang="en-us" sz="1400" cap="none" dirty="0">
                <a:latin typeface="맑은 고딕"/>
                <a:ea typeface="맑은 고딕"/>
              </a:rPr>
              <a:t>'@'localhost' IDENTIFIED BY 'tiger';</a:t>
            </a:r>
          </a:p>
          <a:p>
            <a:pPr lvl="2">
              <a:defRPr lang="ko-kr"/>
            </a:pPr>
            <a:r>
              <a:rPr lang="en-us" sz="1400" cap="none" dirty="0">
                <a:latin typeface="맑은 고딕"/>
                <a:ea typeface="맑은 고딕"/>
              </a:rPr>
              <a:t>CREATE USER '</a:t>
            </a:r>
            <a:r>
              <a:rPr lang="en-us" sz="1400" cap="none" dirty="0" err="1">
                <a:latin typeface="맑은 고딕"/>
                <a:ea typeface="맑은 고딕"/>
              </a:rPr>
              <a:t>scott</a:t>
            </a:r>
            <a:r>
              <a:rPr lang="en-us" sz="1400" cap="none" dirty="0">
                <a:latin typeface="맑은 고딕"/>
                <a:ea typeface="맑은 고딕"/>
              </a:rPr>
              <a:t>'@'%' IDENTIFIED BY 'tiger';</a:t>
            </a:r>
          </a:p>
          <a:p>
            <a:pPr>
              <a:defRPr lang="ko-kr"/>
            </a:pPr>
            <a:r>
              <a:rPr lang="ko-kr" sz="1800" dirty="0">
                <a:latin typeface="맑은 고딕"/>
                <a:ea typeface="맑은 고딕"/>
              </a:rPr>
              <a:t>초기 관리자 계정</a:t>
            </a:r>
          </a:p>
          <a:p>
            <a:pPr lvl="1">
              <a:defRPr lang="ko-kr"/>
            </a:pPr>
            <a:r>
              <a:rPr lang="en-US" altLang="ko-KR" sz="1400" dirty="0">
                <a:latin typeface="맑은 고딕"/>
                <a:ea typeface="맑은 고딕"/>
              </a:rPr>
              <a:t>user name: root</a:t>
            </a:r>
            <a:endParaRPr lang="en-US" altLang="ko-KR" sz="1400" dirty="0"/>
          </a:p>
          <a:p>
            <a:pPr lvl="1">
              <a:defRPr lang="ko-kr"/>
            </a:pPr>
            <a:r>
              <a:rPr lang="en-US" altLang="ko-KR" sz="1400" dirty="0">
                <a:latin typeface="맑은 고딕"/>
                <a:ea typeface="맑은 고딕"/>
              </a:rPr>
              <a:t>Password: </a:t>
            </a:r>
            <a:r>
              <a:rPr lang="en-US" altLang="ko-KR" sz="1400" dirty="0" err="1">
                <a:latin typeface="맑은 고딕"/>
                <a:ea typeface="맑은 고딕"/>
              </a:rPr>
              <a:t>설치시</a:t>
            </a:r>
            <a:r>
              <a:rPr lang="en-US" altLang="ko-KR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 err="1">
                <a:latin typeface="맑은 고딕"/>
                <a:ea typeface="맑은 고딕"/>
              </a:rPr>
              <a:t>등록한</a:t>
            </a:r>
            <a:r>
              <a:rPr lang="en-US" altLang="ko-KR" sz="1400" dirty="0">
                <a:latin typeface="맑은 고딕"/>
                <a:ea typeface="맑은 고딕"/>
              </a:rPr>
              <a:t> password</a:t>
            </a:r>
          </a:p>
        </p:txBody>
      </p:sp>
      <p:sp>
        <p:nvSpPr>
          <p:cNvPr id="4" name="직사각형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gwQAAAggAAB7SAAAACgAABAAAAAmAAAACAAAAP//////////"/>
              </a:ext>
            </a:extLst>
          </p:cNvSpPr>
          <p:nvPr/>
        </p:nvSpPr>
        <p:spPr>
          <a:xfrm>
            <a:off x="733425" y="5207000"/>
            <a:ext cx="11049000" cy="1295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b="1" cap="none"/>
              <a:t>생성된 계정조회</a:t>
            </a:r>
            <a:endParaRPr lang="en-us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en-us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 host, user FROM mysql.user;</a:t>
            </a:r>
          </a:p>
        </p:txBody>
      </p:sp>
      <p:sp>
        <p:nvSpPr>
          <p:cNvPr id="5" name="내용 개체 틀 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1CYAAEUGAACVSQAAdh4AABAAAAAmAAAACAAAAP//////////"/>
              </a:ext>
            </a:extLst>
          </p:cNvSpPr>
          <p:nvPr/>
        </p:nvSpPr>
        <p:spPr>
          <a:xfrm>
            <a:off x="6311900" y="1019175"/>
            <a:ext cx="5649595" cy="3932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 marL="274320" indent="-274320" algn="l" defTabSz="914400">
              <a:lnSpc>
                <a:spcPct val="90000"/>
              </a:lnSpc>
              <a:spcBef>
                <a:spcPts val="1800"/>
              </a:spcBef>
              <a:buSzTx/>
              <a:buFont typeface="Arial" pitchFamily="2" charset="0"/>
              <a:buChar char="▪"/>
              <a:tabLst/>
              <a:defRPr lang="ko-kr" sz="24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548640" indent="-274320" algn="l" defTabSz="914400">
              <a:lnSpc>
                <a:spcPct val="13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20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 marL="7772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8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 marL="10058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 marL="12344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4630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6pPr>
            <a:lvl7pPr marL="16916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7pPr>
            <a:lvl8pPr marL="19202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8pPr>
            <a:lvl9pPr marL="21488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9pPr>
          </a:lstStyle>
          <a:p>
            <a:pPr>
              <a:defRPr lang="ko-kr"/>
            </a:pPr>
            <a:r>
              <a:rPr lang="ko-kr" sz="1800" cap="none"/>
              <a:t>사용자 계정 삭제</a:t>
            </a:r>
          </a:p>
          <a:p>
            <a:pPr lvl="1">
              <a:defRPr lang="ko-kr"/>
            </a:pPr>
            <a:r>
              <a:rPr lang="en-us" sz="1600" b="1" cap="none"/>
              <a:t>DROP</a:t>
            </a:r>
            <a:r>
              <a:rPr lang="en-us" sz="1600" cap="none"/>
              <a:t> </a:t>
            </a:r>
            <a:r>
              <a:rPr lang="en-us" sz="1600" b="1" cap="none"/>
              <a:t>USER</a:t>
            </a:r>
            <a:r>
              <a:rPr lang="en-us" sz="1600" cap="none"/>
              <a:t> '</a:t>
            </a:r>
            <a:r>
              <a:rPr lang="ko-kr" sz="1600" cap="none"/>
              <a:t>계정명'</a:t>
            </a:r>
            <a:r>
              <a:rPr lang="en-us" sz="1600" cap="none"/>
              <a:t>@host</a:t>
            </a:r>
          </a:p>
          <a:p>
            <a:pPr lvl="1">
              <a:defRPr lang="ko-kr"/>
            </a:pPr>
            <a:r>
              <a:rPr lang="ko-kr" sz="1600" cap="none"/>
              <a:t>예</a:t>
            </a:r>
            <a:endParaRPr lang="en-us" sz="1600" cap="none"/>
          </a:p>
          <a:p>
            <a:pPr lvl="2">
              <a:defRPr lang="ko-kr"/>
            </a:pPr>
            <a:r>
              <a:rPr lang="en-us" sz="1400" cap="none"/>
              <a:t>DROP USER 'scott'@'localhost';</a:t>
            </a:r>
          </a:p>
          <a:p>
            <a:pPr lvl="2">
              <a:defRPr lang="ko-kr"/>
            </a:pPr>
            <a:r>
              <a:rPr lang="en-us" sz="1400" cap="none"/>
              <a:t>DROP USER 'scott'@'%’;</a:t>
            </a:r>
            <a:endParaRPr lang="ko-kr" sz="1400" cap="none"/>
          </a:p>
          <a:p>
            <a:pPr>
              <a:defRPr lang="ko-kr"/>
            </a:pPr>
            <a:r>
              <a:rPr lang="ko-kr" sz="1800" cap="none"/>
              <a:t>권한 지정</a:t>
            </a:r>
          </a:p>
          <a:p>
            <a:pPr lvl="1">
              <a:defRPr lang="ko-kr"/>
            </a:pPr>
            <a:r>
              <a:rPr lang="en-us" sz="1600" b="1" cap="none"/>
              <a:t>GRANT</a:t>
            </a:r>
            <a:r>
              <a:rPr lang="en-us" sz="1600" cap="none"/>
              <a:t> </a:t>
            </a:r>
            <a:r>
              <a:rPr lang="ko-kr" sz="1600" cap="none"/>
              <a:t>권한 </a:t>
            </a:r>
            <a:r>
              <a:rPr lang="en-us" sz="1600" b="1" cap="none"/>
              <a:t>ON</a:t>
            </a:r>
            <a:r>
              <a:rPr lang="en-us" sz="1600" cap="none"/>
              <a:t> DB.TABLE </a:t>
            </a:r>
            <a:r>
              <a:rPr lang="en-us" sz="1600" b="1" cap="none"/>
              <a:t>TO</a:t>
            </a:r>
            <a:r>
              <a:rPr lang="en-us" sz="1600" cap="none"/>
              <a:t> </a:t>
            </a:r>
            <a:r>
              <a:rPr lang="ko-kr" sz="1600" cap="none"/>
              <a:t>계정</a:t>
            </a:r>
            <a:r>
              <a:rPr lang="en-us" sz="1600" cap="none"/>
              <a:t>@host</a:t>
            </a:r>
            <a:endParaRPr lang="ko-kr" sz="1600" cap="none"/>
          </a:p>
          <a:p>
            <a:pPr lvl="1">
              <a:defRPr lang="ko-kr"/>
            </a:pPr>
            <a:r>
              <a:rPr lang="ko-kr" sz="1600" cap="none"/>
              <a:t>예</a:t>
            </a:r>
            <a:endParaRPr lang="en-us" sz="1600" cap="none"/>
          </a:p>
          <a:p>
            <a:pPr lvl="2">
              <a:defRPr lang="ko-kr"/>
            </a:pPr>
            <a:r>
              <a:rPr lang="en-us" sz="1400" cap="none"/>
              <a:t>GRANT ALL PRIVILEGES ON *.* TO 'scott'@localhost;</a:t>
            </a:r>
          </a:p>
          <a:p>
            <a:pPr lvl="2">
              <a:defRPr lang="ko-kr"/>
            </a:pPr>
            <a:r>
              <a:rPr lang="en-us" sz="1400" cap="none"/>
              <a:t>GRANT ALL PRIVILEGES ON *.* TO 'scott'@'%';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Database </a:t>
            </a:r>
            <a:r>
              <a:t>생성 및 조회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관리자 계정으로 들어간다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  <a:r>
              <a:rPr lang="en-us" dirty="0">
                <a:latin typeface="맑은 고딕"/>
                <a:ea typeface="맑은 고딕"/>
              </a:rPr>
              <a:t> </a:t>
            </a:r>
            <a:endParaRPr lang="ko-KR" altLang="en-US" cap="none" dirty="0"/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생성</a:t>
            </a:r>
            <a:endParaRPr lang="en-us" cap="none">
              <a:latin typeface="맑은 고딕"/>
              <a:ea typeface="맑은 고딕"/>
            </a:endParaRP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조회</a:t>
            </a:r>
            <a:endParaRPr lang="en-us" cap="none">
              <a:latin typeface="맑은 고딕"/>
              <a:ea typeface="맑은 고딕"/>
            </a:endParaRPr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사용</a:t>
            </a:r>
            <a:endParaRPr lang="en-us" cap="none">
              <a:latin typeface="맑은 고딕"/>
              <a:ea typeface="맑은 고딕"/>
            </a:endParaRPr>
          </a:p>
          <a:p>
            <a:pPr>
              <a:defRPr lang="ko-kr"/>
            </a:pPr>
            <a:endParaRPr lang="en-us" cap="none"/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KgMAABZLgAAaBAAABAgAAAmAAAACAAAAP//////////"/>
              </a:ext>
            </a:extLst>
          </p:cNvSpPr>
          <p:nvPr/>
        </p:nvSpPr>
        <p:spPr>
          <a:xfrm>
            <a:off x="912495" y="2057400"/>
            <a:ext cx="662178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cap="none">
                <a:solidFill>
                  <a:schemeClr val="bg1"/>
                </a:solidFill>
              </a:rPr>
              <a:t>CREATE DATABASE </a:t>
            </a:r>
            <a:r>
              <a:rPr lang="ko-kr" cap="none">
                <a:solidFill>
                  <a:schemeClr val="bg1"/>
                </a:solidFill>
              </a:rPr>
              <a:t>이름</a:t>
            </a:r>
          </a:p>
        </p:txBody>
      </p:sp>
      <p:sp>
        <p:nvSpPr>
          <p:cNvPr id="5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DAbAABZLgAA8B4AABAgAAAmAAAACAAAAP//////////"/>
              </a:ext>
            </a:extLst>
          </p:cNvSpPr>
          <p:nvPr/>
        </p:nvSpPr>
        <p:spPr>
          <a:xfrm>
            <a:off x="912495" y="4419600"/>
            <a:ext cx="662178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cap="none">
                <a:solidFill>
                  <a:schemeClr val="bg1"/>
                </a:solidFill>
              </a:rPr>
              <a:t>USE  </a:t>
            </a:r>
            <a:r>
              <a:rPr lang="ko-kr" cap="none">
                <a:solidFill>
                  <a:schemeClr val="bg1"/>
                </a:solidFill>
              </a:rPr>
              <a:t>이름</a:t>
            </a:r>
          </a:p>
        </p:txBody>
      </p:sp>
      <p:sp>
        <p:nvSpPr>
          <p:cNvPr id="6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OwTAABZLgAArBcAABAgAAAmAAAACAAAAP//////////"/>
              </a:ext>
            </a:extLst>
          </p:cNvSpPr>
          <p:nvPr/>
        </p:nvSpPr>
        <p:spPr>
          <a:xfrm>
            <a:off x="912495" y="3238500"/>
            <a:ext cx="662178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cap="none">
                <a:solidFill>
                  <a:schemeClr val="bg1"/>
                </a:solidFill>
              </a:rPr>
              <a:t>SHOW DATABASES</a:t>
            </a:r>
            <a:endParaRPr lang="ko-kr" cap="none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Z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563245"/>
          </a:xfrm>
        </p:spPr>
        <p:txBody>
          <a:bodyPr/>
          <a:lstStyle/>
          <a:p>
            <a:pPr>
              <a:defRPr lang="ko-kr"/>
            </a:pPr>
            <a:r>
              <a:t>테이블 생성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MASAAA7RwAAQCkAABAAAAAmAAAACAAAAAEgAAD/HwAA"/>
              </a:ext>
            </a:extLst>
          </p:cNvSpPr>
          <p:nvPr>
            <p:ph type="body" idx="1"/>
          </p:nvPr>
        </p:nvSpPr>
        <p:spPr>
          <a:xfrm>
            <a:off x="609600" y="3048000"/>
            <a:ext cx="10969625" cy="3657600"/>
          </a:xfr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1900" b="1" cap="none"/>
              <a:t>데이블명</a:t>
            </a:r>
            <a:r>
              <a:rPr lang="en-us" sz="1900" b="1" cap="none"/>
              <a:t>, </a:t>
            </a:r>
            <a:r>
              <a:rPr lang="ko-kr" sz="1900" b="1" cap="none"/>
              <a:t>컬럼명 규칙</a:t>
            </a:r>
            <a:endParaRPr lang="en-us" sz="1900" b="1" cap="none"/>
          </a:p>
          <a:p>
            <a:pPr lvl="1"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1500" b="1" cap="none"/>
              <a:t>영문자</a:t>
            </a:r>
            <a:r>
              <a:rPr lang="en-us" sz="1500" b="1" cap="none"/>
              <a:t>, </a:t>
            </a:r>
            <a:r>
              <a:rPr lang="ko-kr" sz="1500" b="1" cap="none"/>
              <a:t>숫자</a:t>
            </a:r>
            <a:r>
              <a:rPr lang="en-us" sz="1500" b="1" cap="none"/>
              <a:t>, _ </a:t>
            </a:r>
            <a:r>
              <a:rPr lang="ko-kr" sz="1500" b="1" cap="none"/>
              <a:t>만 가능하다</a:t>
            </a:r>
            <a:r>
              <a:rPr lang="en-us" sz="1500" b="1" cap="none"/>
              <a:t>.</a:t>
            </a:r>
          </a:p>
          <a:p>
            <a:pPr lvl="1"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1500" b="1" cap="none"/>
              <a:t>첫 글자는 반드시 영문자여야 한다</a:t>
            </a:r>
            <a:r>
              <a:rPr lang="en-us" sz="1500" b="1" cap="none"/>
              <a:t>.</a:t>
            </a:r>
          </a:p>
          <a:p>
            <a:pPr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1700" cap="none"/>
              <a:t>CREATE TABLE DEPARTMENT(</a:t>
            </a:r>
            <a:br/>
            <a:r>
              <a:rPr lang="en-us" sz="1700" cap="none"/>
              <a:t>      DEPARTMENT_ID  INT   CONSTRAINT dept_pk_deptno PRIMARY KEY,</a:t>
            </a:r>
            <a:br/>
            <a:r>
              <a:rPr lang="en-us" sz="1700" cap="none"/>
              <a:t>      DEPARTMENT_NAME  VARCHAR(30),</a:t>
            </a:r>
            <a:br/>
            <a:r>
              <a:rPr lang="en-us" sz="1700" cap="none"/>
              <a:t>      LOCATION   VARCHAR(100)</a:t>
            </a:r>
            <a:br/>
            <a:r>
              <a:rPr lang="en-us" sz="1700" cap="none"/>
              <a:t>)</a:t>
            </a:r>
            <a:endParaRPr lang="en-us" sz="1200" cap="none">
              <a:latin typeface="굴림체" pitchFamily="3" charset="-127"/>
              <a:ea typeface="굴림체" pitchFamily="3" charset="-127"/>
              <a:cs typeface="맑은 고딕" pitchFamily="3" charset="-127"/>
            </a:endParaRPr>
          </a:p>
          <a:p>
            <a:pPr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sz="1800" cap="none"/>
              <a:t>데이터베이스에 생성된 테이블들 조회</a:t>
            </a:r>
            <a:endParaRPr lang="en-us" sz="1800" cap="none"/>
          </a:p>
          <a:p>
            <a:pPr lvl="1">
              <a:lnSpc>
                <a:spcPct val="110000"/>
              </a:lnSpc>
              <a:defRPr lang="ko-kr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1800" b="1" cap="none"/>
              <a:t>show tables;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RQMAABgGAAABLAAAmxEAABAgAAAmAAAACAAAAP//////////"/>
              </a:ext>
            </a:extLst>
          </p:cNvSpPr>
          <p:nvPr/>
        </p:nvSpPr>
        <p:spPr>
          <a:xfrm>
            <a:off x="531495" y="990600"/>
            <a:ext cx="6621780" cy="18713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</p:txBody>
      </p:sp>
      <p:sp>
        <p:nvSpPr>
          <p:cNvPr id="5" name="Rectangle 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wUAAKMGAAAQKQAAqxAAABAgAAAmAAAACAAAAP//////////"/>
              </a:ext>
            </a:extLst>
          </p:cNvSpPr>
          <p:nvPr/>
        </p:nvSpPr>
        <p:spPr>
          <a:xfrm>
            <a:off x="972185" y="1078865"/>
            <a:ext cx="5702935" cy="1630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us" sz="2000" b="1" cap="none">
                <a:solidFill>
                  <a:schemeClr val="bg1"/>
                </a:solidFill>
              </a:rPr>
              <a:t>CREATE TABLE</a:t>
            </a:r>
            <a:r>
              <a:rPr lang="en-us" sz="2000" cap="none">
                <a:solidFill>
                  <a:schemeClr val="bg1"/>
                </a:solidFill>
              </a:rPr>
              <a:t> </a:t>
            </a:r>
            <a:r>
              <a:rPr lang="ko-kr" sz="2000" cap="none">
                <a:solidFill>
                  <a:schemeClr val="bg1"/>
                </a:solidFill>
              </a:rPr>
              <a:t>테이블이름</a:t>
            </a:r>
            <a:endParaRPr lang="en-us" sz="2000" cap="none">
              <a:solidFill>
                <a:schemeClr val="bg1"/>
              </a:solidFill>
            </a:endParaRPr>
          </a:p>
          <a:p>
            <a:pPr>
              <a:defRPr lang="en-us"/>
            </a:pPr>
            <a:r>
              <a:rPr lang="en-us" sz="2000" cap="none">
                <a:solidFill>
                  <a:schemeClr val="bg1"/>
                </a:solidFill>
              </a:rPr>
              <a:t>(  </a:t>
            </a:r>
            <a:r>
              <a:rPr lang="ko-kr" sz="2000" cap="none">
                <a:solidFill>
                  <a:schemeClr val="bg1"/>
                </a:solidFill>
              </a:rPr>
              <a:t>컬럼이름 </a:t>
            </a:r>
            <a:r>
              <a:rPr lang="en-us" sz="2000" cap="none">
                <a:solidFill>
                  <a:schemeClr val="bg1"/>
                </a:solidFill>
              </a:rPr>
              <a:t>datatype [</a:t>
            </a:r>
            <a:r>
              <a:rPr lang="ko-kr" sz="2000" cap="none">
                <a:solidFill>
                  <a:schemeClr val="bg1"/>
                </a:solidFill>
              </a:rPr>
              <a:t>제약조건</a:t>
            </a:r>
            <a:r>
              <a:rPr lang="en-us" sz="2000" cap="none">
                <a:solidFill>
                  <a:schemeClr val="bg1"/>
                </a:solidFill>
              </a:rPr>
              <a:t>] </a:t>
            </a:r>
          </a:p>
          <a:p>
            <a:pPr>
              <a:defRPr lang="en-us"/>
            </a:pPr>
            <a:r>
              <a:rPr lang="en-us" sz="2000" cap="none">
                <a:solidFill>
                  <a:schemeClr val="bg1"/>
                </a:solidFill>
              </a:rPr>
              <a:t>   [, </a:t>
            </a:r>
            <a:r>
              <a:rPr lang="ko-kr" sz="2000" cap="none">
                <a:solidFill>
                  <a:schemeClr val="bg1"/>
                </a:solidFill>
              </a:rPr>
              <a:t>컬럼이름</a:t>
            </a:r>
            <a:r>
              <a:rPr lang="en-us" sz="2000" cap="none">
                <a:solidFill>
                  <a:schemeClr val="bg1"/>
                </a:solidFill>
              </a:rPr>
              <a:t> datatype  . . .]</a:t>
            </a:r>
          </a:p>
          <a:p>
            <a:pPr>
              <a:defRPr lang="en-us"/>
            </a:pPr>
            <a:r>
              <a:rPr lang="en-us" sz="2000" cap="none">
                <a:solidFill>
                  <a:schemeClr val="bg1"/>
                </a:solidFill>
              </a:rPr>
              <a:t>   [, </a:t>
            </a:r>
            <a:r>
              <a:rPr lang="ko-kr" sz="2000" cap="none">
                <a:solidFill>
                  <a:schemeClr val="bg1"/>
                </a:solidFill>
              </a:rPr>
              <a:t>제약조건</a:t>
            </a:r>
            <a:r>
              <a:rPr lang="en-us" sz="2000" cap="none">
                <a:solidFill>
                  <a:schemeClr val="bg1"/>
                </a:solidFill>
              </a:rPr>
              <a:t>]</a:t>
            </a:r>
          </a:p>
          <a:p>
            <a:pPr>
              <a:defRPr lang="en-us"/>
            </a:pPr>
            <a:r>
              <a:rPr lang="en-us" sz="2000" cap="none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직사각형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hSwAAJ8GAAAaSgAA8RAAABAAAAAmAAAACAAAAP//////////"/>
              </a:ext>
            </a:extLst>
          </p:cNvSpPr>
          <p:nvPr/>
        </p:nvSpPr>
        <p:spPr>
          <a:xfrm>
            <a:off x="7237095" y="1076325"/>
            <a:ext cx="4808855" cy="167767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buFontTx/>
              <a:buChar char="-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 SQL</a:t>
            </a:r>
            <a:r>
              <a:rPr lang="ko-kr" cap="none"/>
              <a:t>은 키워드나 테이블</a:t>
            </a:r>
            <a:r>
              <a:t>, </a:t>
            </a:r>
            <a:r>
              <a:rPr lang="ko-kr" cap="none"/>
              <a:t>컬럼명의 경우 </a:t>
            </a:r>
            <a:br/>
            <a:r>
              <a:rPr lang="ko-kr" b="1" cap="none"/>
              <a:t>  대소문자를 구분하지 않는다</a:t>
            </a:r>
            <a:r>
              <a:t>.</a:t>
            </a:r>
            <a:endParaRPr lang="ko-kr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  <a:p>
            <a:pPr>
              <a:buFontTx/>
              <a:buChar char="-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 </a:t>
            </a:r>
            <a:r>
              <a:rPr lang="ko-kr" cap="none"/>
              <a:t>문자열 값인 경우는 구분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테이블 생성 </a:t>
            </a:r>
            <a:r>
              <a:rPr lang="en-us" cap="none"/>
              <a:t>– </a:t>
            </a:r>
            <a:r>
              <a:t>데이터 타입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KAFAAA7RwAACwkAABAAAAAmAAAACAAAAAEAAAAAAAAA"/>
              </a:ext>
            </a:extLst>
          </p:cNvSpPr>
          <p:nvPr>
            <p:ph type="body" idx="1"/>
          </p:nvPr>
        </p:nvSpPr>
        <p:spPr>
          <a:xfrm>
            <a:off x="609600" y="914400"/>
            <a:ext cx="10969625" cy="555625"/>
          </a:xfrm>
        </p:spPr>
        <p:txBody>
          <a:bodyPr/>
          <a:lstStyle/>
          <a:p>
            <a:pPr>
              <a:defRPr lang="ko-kr"/>
            </a:pPr>
            <a:r>
              <a:t>문자열 타입</a:t>
            </a:r>
            <a:endParaRPr lang="en-us" cap="none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11583"/>
              </p:ext>
            </p:extLst>
          </p:nvPr>
        </p:nvGraphicFramePr>
        <p:xfrm>
          <a:off x="121285" y="1402080"/>
          <a:ext cx="11839568" cy="300307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72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9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48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종류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ko-kr" sz="1600" b="1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최대크기</a:t>
                      </a:r>
                      <a:r>
                        <a:rPr lang="ko-KR" altLang="en-US" sz="1600" b="1" cap="none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600" b="1" cap="none" dirty="0">
                          <a:solidFill>
                            <a:srgbClr val="000000"/>
                          </a:solidFill>
                        </a:rPr>
                        <a:t>(byte)</a:t>
                      </a:r>
                      <a:endParaRPr lang="ko-kr" sz="1600" b="1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설명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비고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244">
                <a:tc rowSpan="6">
                  <a:txBody>
                    <a:bodyPr/>
                    <a:lstStyle/>
                    <a:p>
                      <a:pPr marL="0" marR="0" indent="0" algn="ctr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문자열</a:t>
                      </a:r>
                      <a:endParaRPr lang="en-us" sz="1600" b="1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ctr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타입</a:t>
                      </a: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CHAR(n)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0~255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고정길이 문자열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CHAR(</a:t>
                      </a: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크기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), CHAR(20)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2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VARCHAR(n)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0~65,535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 rowSpan="5"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가변길이 문자열</a:t>
                      </a:r>
                    </a:p>
                  </a:txBody>
                  <a:tcPr marL="90170" marR="45085" marT="90170" marB="45085" anchor="ctr"/>
                </a:tc>
                <a:tc rowSpan="5"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rgbClr val="000000"/>
                          </a:solidFill>
                        </a:rPr>
                        <a:t>VARCHAR</a:t>
                      </a: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는 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MAX LENGTH</a:t>
                      </a:r>
                      <a:r>
                        <a:rPr lang="ko-kr" sz="1600" cap="none" dirty="0" err="1">
                          <a:solidFill>
                            <a:srgbClr val="000000"/>
                          </a:solidFill>
                        </a:rPr>
                        <a:t>를</a:t>
                      </a: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 지정할 수 있다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sz="1600" cap="none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   - VARCHAR(50): </a:t>
                      </a:r>
                      <a:r>
                        <a:rPr lang="ko-KR" altLang="en-US" sz="1600" cap="none" dirty="0">
                          <a:solidFill>
                            <a:srgbClr val="000000"/>
                          </a:solidFill>
                        </a:rPr>
                        <a:t>최대</a:t>
                      </a:r>
                      <a:r>
                        <a:rPr lang="en-US" altLang="ko-KR" sz="1600" cap="none" dirty="0">
                          <a:solidFill>
                            <a:srgbClr val="000000"/>
                          </a:solidFill>
                        </a:rPr>
                        <a:t> 50글자까지 </a:t>
                      </a:r>
                      <a:r>
                        <a:rPr lang="en-US" altLang="ko-KR" sz="1600" cap="none" dirty="0" err="1">
                          <a:solidFill>
                            <a:srgbClr val="000000"/>
                          </a:solidFill>
                        </a:rPr>
                        <a:t>가능</a:t>
                      </a:r>
                      <a:endParaRPr lang="en-us" sz="1600" cap="none" dirty="0" err="1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en-us" sz="1600" cap="none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TEXT </a:t>
                      </a: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타입은 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MAX LENGTH</a:t>
                      </a:r>
                      <a:r>
                        <a:rPr lang="ko-kr" sz="1600" cap="none" err="1">
                          <a:solidFill>
                            <a:srgbClr val="000000"/>
                          </a:solidFill>
                        </a:rPr>
                        <a:t>를</a:t>
                      </a:r>
                      <a:r>
                        <a:rPr lang="ko-kr" sz="1600" cap="none" dirty="0">
                          <a:solidFill>
                            <a:srgbClr val="000000"/>
                          </a:solidFill>
                        </a:rPr>
                        <a:t> 지정하지 않는다</a:t>
                      </a: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. 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127000"/>
                  </a:ext>
                </a:extLst>
              </a:tr>
              <a:tr h="3702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TINYTEXT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rgbClr val="000000"/>
                          </a:solidFill>
                        </a:rPr>
                        <a:t>0~255</a:t>
                      </a:r>
                      <a:endParaRPr lang="ko-kr" sz="16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396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900" cap="none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900" cap="none" dirty="0">
                          <a:solidFill>
                            <a:srgbClr val="000000"/>
                          </a:solidFill>
                        </a:rPr>
                        <a:t>0~65,535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3834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MEDIUMTEXT(n)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0 ~ 16,777,215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6016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LONGTEXT(n)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0 ~ 4,294,967,295</a:t>
                      </a:r>
                      <a:endParaRPr lang="ko-kr" sz="19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127000"/>
                  </a:ext>
                </a:extLst>
              </a:tr>
            </a:tbl>
          </a:graphicData>
        </a:graphic>
      </p:graphicFrame>
      <p:sp>
        <p:nvSpPr>
          <p:cNvPr id="5" name="TextBox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sAAAAMwcAAB4SQAA0CkAABAgAAAmAAAACAAAAP//////////"/>
              </a:ext>
            </a:extLst>
          </p:cNvSpPr>
          <p:nvPr/>
        </p:nvSpPr>
        <p:spPr>
          <a:xfrm>
            <a:off x="118188" y="4488400"/>
            <a:ext cx="11837749" cy="230864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150000"/>
              </a:lnSpc>
              <a:buFont typeface="Arial" pitchFamily="2" charset="0"/>
              <a:buChar char="•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dirty="0">
                <a:latin typeface="맑은 고딕"/>
                <a:ea typeface="맑은 고딕"/>
              </a:rPr>
              <a:t> </a:t>
            </a:r>
            <a:r>
              <a:rPr lang="ko-kr" b="1" cap="none">
                <a:latin typeface="맑은 고딕"/>
                <a:ea typeface="맑은 고딕"/>
              </a:rPr>
              <a:t>(n)</a:t>
            </a:r>
            <a:r>
              <a:rPr lang="ko-kr" cap="none">
                <a:latin typeface="맑은 고딕"/>
                <a:ea typeface="맑은 고딕"/>
              </a:rPr>
              <a:t> : 최대 길이(글자수)를 설정</a:t>
            </a:r>
          </a:p>
          <a:p>
            <a:pPr>
              <a:lnSpc>
                <a:spcPct val="150000"/>
              </a:lnSpc>
              <a:buFont typeface="Arial" pitchFamily="2" charset="0"/>
              <a:buChar char="•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dirty="0">
                <a:latin typeface="맑은 고딕"/>
                <a:ea typeface="맑은 고딕"/>
              </a:rPr>
              <a:t> </a:t>
            </a:r>
            <a:r>
              <a:rPr lang="ko-kr" cap="none" dirty="0">
                <a:latin typeface="맑은 고딕"/>
                <a:ea typeface="맑은 고딕"/>
              </a:rPr>
              <a:t>길이 생략하면 </a:t>
            </a:r>
            <a:r>
              <a:rPr dirty="0">
                <a:latin typeface="맑은 고딕"/>
                <a:ea typeface="맑은 고딕"/>
              </a:rPr>
              <a:t>1 (1</a:t>
            </a:r>
            <a:r>
              <a:rPr lang="ko-kr" cap="none" dirty="0">
                <a:latin typeface="맑은 고딕"/>
                <a:ea typeface="맑은 고딕"/>
              </a:rPr>
              <a:t>글자</a:t>
            </a:r>
            <a:r>
              <a:rPr dirty="0">
                <a:latin typeface="맑은 고딕"/>
                <a:ea typeface="맑은 고딕"/>
              </a:rPr>
              <a:t>) </a:t>
            </a:r>
            <a:r>
              <a:rPr lang="ko-kr" cap="none" dirty="0">
                <a:latin typeface="맑은 고딕"/>
                <a:ea typeface="맑은 고딕"/>
              </a:rPr>
              <a:t>로 설정 된다</a:t>
            </a:r>
            <a:r>
              <a:rPr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  <a:buFont typeface="Arial" pitchFamily="2" charset="0"/>
              <a:buChar char="•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altLang="en-US" b="1" dirty="0">
                <a:latin typeface="맑은 고딕"/>
                <a:ea typeface="맑은 고딕"/>
              </a:rPr>
              <a:t> </a:t>
            </a:r>
            <a:r>
              <a:rPr lang="ko-kr" b="1" cap="none" dirty="0">
                <a:latin typeface="맑은 고딕"/>
                <a:ea typeface="맑은 고딕"/>
              </a:rPr>
              <a:t>고정 길이</a:t>
            </a:r>
            <a:r>
              <a:rPr dirty="0">
                <a:latin typeface="맑은 고딕"/>
                <a:ea typeface="맑은 고딕"/>
              </a:rPr>
              <a:t>: </a:t>
            </a:r>
            <a:r>
              <a:rPr lang="ko-kr" cap="none" dirty="0">
                <a:latin typeface="맑은 고딕"/>
                <a:ea typeface="맑은 고딕"/>
              </a:rPr>
              <a:t>입력된 데이터의 글자 수가 모자라면 공백으로 채운다</a:t>
            </a:r>
            <a:r>
              <a:rPr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  <a:buFont typeface="Arial" pitchFamily="2" charset="0"/>
              <a:buChar char="•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ko-kr" altLang="en-US" b="1" dirty="0">
                <a:latin typeface="맑은 고딕"/>
                <a:ea typeface="맑은 고딕"/>
              </a:rPr>
              <a:t> </a:t>
            </a:r>
            <a:r>
              <a:rPr lang="ko-kr" b="1" cap="none" dirty="0">
                <a:latin typeface="맑은 고딕"/>
                <a:ea typeface="맑은 고딕"/>
              </a:rPr>
              <a:t>가변 길이</a:t>
            </a:r>
            <a:r>
              <a:rPr dirty="0">
                <a:latin typeface="맑은 고딕"/>
                <a:ea typeface="맑은 고딕"/>
              </a:rPr>
              <a:t>: </a:t>
            </a:r>
            <a:r>
              <a:rPr lang="ko-kr" cap="none" dirty="0">
                <a:latin typeface="맑은 고딕"/>
                <a:ea typeface="맑은 고딕"/>
              </a:rPr>
              <a:t>최초 지정된 길이는 최대 크기이며 입력된 데이터의 글자수에 따라 저장 크기가 변경되는 타입</a:t>
            </a:r>
            <a:r>
              <a:rPr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  <a:buFont typeface="Arial" pitchFamily="2" charset="0"/>
              <a:buChar char="•"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dirty="0">
                <a:latin typeface="맑은 고딕"/>
                <a:ea typeface="맑은 고딕"/>
              </a:rPr>
              <a:t> </a:t>
            </a:r>
            <a:r>
              <a:rPr lang="ko-kr" b="1" cap="none" dirty="0">
                <a:latin typeface="맑은 고딕"/>
                <a:ea typeface="맑은 고딕"/>
              </a:rPr>
              <a:t>문자열</a:t>
            </a:r>
            <a:r>
              <a:rPr lang="en-us" b="1" cap="none" dirty="0">
                <a:latin typeface="맑은 고딕"/>
                <a:ea typeface="맑은 고딕"/>
              </a:rPr>
              <a:t>(char, varchar) </a:t>
            </a:r>
            <a:r>
              <a:rPr lang="ko-kr" b="1" cap="none" dirty="0">
                <a:latin typeface="맑은 고딕"/>
                <a:ea typeface="맑은 고딕"/>
              </a:rPr>
              <a:t>의 값은 작은 따옴표로 감싼다</a:t>
            </a:r>
            <a:r>
              <a:rPr lang="en-us" b="1" cap="none" dirty="0">
                <a:latin typeface="맑은 고딕"/>
                <a:ea typeface="맑은 고딕"/>
              </a:rPr>
              <a:t>.</a:t>
            </a:r>
            <a:r>
              <a:rPr lang="en-us" b="1" dirty="0">
                <a:latin typeface="맑은 고딕"/>
                <a:ea typeface="맑은 고딕"/>
              </a:rPr>
              <a:t> (</a:t>
            </a:r>
            <a:r>
              <a:rPr lang="ko-KR" altLang="en-US" b="1" dirty="0">
                <a:latin typeface="맑은 고딕"/>
                <a:ea typeface="맑은 고딕"/>
              </a:rPr>
              <a:t>큰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ko-KR" altLang="en-US" b="1" dirty="0">
                <a:latin typeface="맑은 고딕"/>
                <a:ea typeface="맑은 고딕"/>
              </a:rPr>
              <a:t>따옴표는</a:t>
            </a:r>
            <a:r>
              <a:rPr lang="en-us" b="1" dirty="0">
                <a:latin typeface="맑은 고딕"/>
                <a:ea typeface="맑은 고딕"/>
              </a:rPr>
              <a:t> </a:t>
            </a:r>
            <a:r>
              <a:rPr lang="ko-KR" altLang="en-US" b="1" dirty="0">
                <a:latin typeface="맑은 고딕"/>
                <a:ea typeface="맑은 고딕"/>
              </a:rPr>
              <a:t>안됨</a:t>
            </a:r>
            <a:r>
              <a:rPr lang="en-US" altLang="ko-KR" b="1" dirty="0">
                <a:latin typeface="맑은 고딕"/>
                <a:ea typeface="맑은 고딕"/>
              </a:rPr>
              <a:t>)</a:t>
            </a:r>
            <a:endParaRPr lang="ko-KR" altLang="en-US" b="1" cap="non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테이블 생성 </a:t>
            </a:r>
            <a:r>
              <a:rPr lang="en-us" cap="none"/>
              <a:t>- </a:t>
            </a:r>
            <a:r>
              <a:t>데이터타입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AFAAA7RwAACwkAABAAAAAmAAAACAAAAAEAAAAAAAAA"/>
              </a:ext>
            </a:extLst>
          </p:cNvSpPr>
          <p:nvPr>
            <p:ph type="body" idx="1"/>
          </p:nvPr>
        </p:nvSpPr>
        <p:spPr>
          <a:xfrm>
            <a:off x="609600" y="914400"/>
            <a:ext cx="10969625" cy="555625"/>
          </a:xfrm>
        </p:spPr>
        <p:txBody>
          <a:bodyPr/>
          <a:lstStyle/>
          <a:p>
            <a:pPr>
              <a:defRPr lang="ko-kr"/>
            </a:pPr>
            <a:r>
              <a:rPr lang="en-us" cap="none" dirty="0">
                <a:latin typeface="맑은 고딕"/>
                <a:ea typeface="맑은 고딕"/>
              </a:rPr>
              <a:t>Number</a:t>
            </a:r>
            <a:r>
              <a:rPr dirty="0">
                <a:latin typeface="맑은 고딕"/>
                <a:ea typeface="맑은 고딕"/>
              </a:rPr>
              <a:t> 타입</a:t>
            </a:r>
            <a:r>
              <a:rPr lang="ko-KR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( )</a:t>
            </a:r>
            <a:endParaRPr lang="ko-KR" altLang="en-US" cap="none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718560"/>
              </p:ext>
            </p:extLst>
          </p:nvPr>
        </p:nvGraphicFramePr>
        <p:xfrm>
          <a:off x="379095" y="1361440"/>
          <a:ext cx="11506200" cy="51187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3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800" b="1" cap="none" dirty="0">
                          <a:solidFill>
                            <a:schemeClr val="bg1"/>
                          </a:solidFill>
                        </a:rPr>
                        <a:t>종류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800" b="1" cap="none" dirty="0">
                          <a:solidFill>
                            <a:schemeClr val="bg1"/>
                          </a:solidFill>
                        </a:rPr>
                        <a:t>Data Type</a:t>
                      </a:r>
                      <a:endParaRPr lang="ko-kr" sz="18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800" b="1" cap="none" dirty="0">
                          <a:solidFill>
                            <a:schemeClr val="bg1"/>
                          </a:solidFill>
                        </a:rPr>
                        <a:t>크기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800" b="1" cap="none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800" b="1" cap="none" dirty="0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indent="0" algn="ctr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정수</a:t>
                      </a: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TINYINT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1 byte</a:t>
                      </a:r>
                      <a:endParaRPr lang="ko-kr" sz="1400" cap="none" baseline="3000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-128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~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127 (0 ~ 255)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altLang="ko-KR" sz="1400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4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 는 </a:t>
                      </a:r>
                      <a:r>
                        <a:rPr lang="en-US" altLang="ko-KR" sz="1400" cap="none" dirty="0">
                          <a:solidFill>
                            <a:schemeClr val="bg1"/>
                          </a:solidFill>
                        </a:rPr>
                        <a:t>unsigned</a:t>
                      </a:r>
                      <a:r>
                        <a:rPr lang="ko-KR" altLang="en-US" sz="1400" cap="none" dirty="0">
                          <a:solidFill>
                            <a:schemeClr val="bg1"/>
                          </a:solidFill>
                        </a:rPr>
                        <a:t> 범위. </a:t>
                      </a:r>
                      <a:endParaRPr lang="ko-KR" dirty="0"/>
                    </a:p>
                    <a:p>
                      <a:pPr marL="0" marR="0" lvl="0" indent="0" algn="l">
                        <a:buNone/>
                      </a:pPr>
                      <a:r>
                        <a:rPr lang="ko-KR" altLang="en-US" sz="1400" cap="none" dirty="0">
                          <a:solidFill>
                            <a:schemeClr val="bg1"/>
                          </a:solidFill>
                        </a:rPr>
                        <a:t>TINYINT UNSIGNED 로 지정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BOOLEAN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1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TRUE: 1, FALSE: 0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TINYINT(1) 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형식으로 설정되며 입력 시 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TRUE, FALSE 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키워드로 입력하나 조회시에는 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1, 0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이 조회된다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SMALLINT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2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-32,768 ~ 32,767 (0 ~ 65535)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4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-2,147,483,648 ~ 2,147,483,647 </a:t>
                      </a:r>
                      <a:endParaRPr lang="en-US" sz="14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(0 ~ 4,294,967,295)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BIGINT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8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-9,223,372,036,854,775,808 ~ 9,223,372,036,854,775,807</a:t>
                      </a:r>
                      <a:endParaRPr lang="en-US" sz="14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(0~ 18,446,744,073,709,551,615)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rowSpan="3">
                  <a:txBody>
                    <a:bodyPr/>
                    <a:lstStyle/>
                    <a:p>
                      <a:pPr marL="0" marR="0" indent="0" algn="ctr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실수</a:t>
                      </a: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DECIMAL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8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고정 소수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DECIMAL(M, N)</a:t>
                      </a:r>
                      <a:endParaRPr lang="en-US" sz="14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  - M: 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총 자릿수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, N: 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소수 자릿수</a:t>
                      </a:r>
                      <a:endParaRPr lang="en-us" sz="14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  - </a:t>
                      </a: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계산 시 정확도가 요구되는 실수 데이터에 사용한다</a:t>
                      </a: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FLOAT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4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부동 소수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DOUBLE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400" cap="none" dirty="0">
                          <a:solidFill>
                            <a:schemeClr val="bg1"/>
                          </a:solidFill>
                        </a:rPr>
                        <a:t>8 byte</a:t>
                      </a: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400" cap="none" dirty="0">
                          <a:solidFill>
                            <a:schemeClr val="bg1"/>
                          </a:solidFill>
                        </a:rPr>
                        <a:t>부동 소수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4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3528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테이블 생성 </a:t>
            </a:r>
            <a:r>
              <a:rPr lang="en-us" cap="none"/>
              <a:t>- </a:t>
            </a:r>
            <a:r>
              <a:t>데이터타입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BgGAAC1RwAAuSYAABAAAAAmAAAACAAAAAEgAAAAAAAA"/>
              </a:ext>
            </a:extLst>
          </p:cNvSpPr>
          <p:nvPr>
            <p:ph type="body" idx="1"/>
          </p:nvPr>
        </p:nvSpPr>
        <p:spPr>
          <a:xfrm>
            <a:off x="607695" y="990600"/>
            <a:ext cx="11049000" cy="5705701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ko-kr"/>
            </a:pPr>
            <a:r>
              <a:rPr dirty="0">
                <a:latin typeface="맑은 고딕"/>
                <a:ea typeface="맑은 고딕"/>
              </a:rPr>
              <a:t>날짜형</a:t>
            </a:r>
            <a:endParaRPr lang="en-us" cap="none">
              <a:latin typeface="맑은 고딕"/>
              <a:ea typeface="맑은 고딕"/>
            </a:endParaRPr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  <a:p>
            <a:pPr>
              <a:lnSpc>
                <a:spcPct val="90000"/>
              </a:lnSpc>
              <a:defRPr lang="ko-kr"/>
            </a:pPr>
            <a:r>
              <a:rPr dirty="0" err="1">
                <a:latin typeface="맑은 고딕"/>
                <a:ea typeface="맑은 고딕"/>
              </a:rPr>
              <a:t>결측치</a:t>
            </a:r>
            <a:endParaRPr lang="en-us" cap="none">
              <a:latin typeface="맑은 고딕"/>
              <a:ea typeface="맑은 고딕"/>
            </a:endParaRPr>
          </a:p>
          <a:p>
            <a:pPr lvl="1">
              <a:lnSpc>
                <a:spcPct val="120000"/>
              </a:lnSpc>
              <a:defRPr lang="ko-kr"/>
            </a:pPr>
            <a:r>
              <a:rPr lang="en-us" cap="none" dirty="0">
                <a:latin typeface="맑은 고딕"/>
                <a:ea typeface="맑은 고딕"/>
              </a:rPr>
              <a:t>NULL</a:t>
            </a:r>
          </a:p>
          <a:p>
            <a:pPr lvl="1">
              <a:lnSpc>
                <a:spcPct val="120000"/>
              </a:lnSpc>
              <a:defRPr lang="ko-kr"/>
            </a:pPr>
            <a:r>
              <a:rPr dirty="0">
                <a:latin typeface="맑은 고딕"/>
                <a:ea typeface="맑은 고딕"/>
              </a:rPr>
              <a:t>없는 값</a:t>
            </a:r>
            <a:r>
              <a:rPr lang="en-us" cap="none" dirty="0">
                <a:latin typeface="맑은 고딕"/>
                <a:ea typeface="맑은 고딕"/>
              </a:rPr>
              <a:t>, </a:t>
            </a:r>
            <a:r>
              <a:rPr dirty="0">
                <a:latin typeface="맑은 고딕"/>
                <a:ea typeface="맑은 고딕"/>
              </a:rPr>
              <a:t>모르는 </a:t>
            </a:r>
            <a:r>
              <a:rPr lang="ko-KR" dirty="0">
                <a:latin typeface="맑은 고딕"/>
                <a:ea typeface="맑은 고딕"/>
              </a:rPr>
              <a:t>값</a:t>
            </a:r>
            <a:r>
              <a:rPr lang="en-US" altLang="ko-KR" dirty="0">
                <a:latin typeface="맑은 고딕"/>
                <a:ea typeface="맑은 고딕"/>
              </a:rPr>
              <a:t>,</a:t>
            </a:r>
            <a:r>
              <a:rPr lang="ko-KR" dirty="0">
                <a:latin typeface="맑은 고딕"/>
                <a:ea typeface="맑은 고딕"/>
              </a:rPr>
              <a:t> 수집되지 않은 값.</a:t>
            </a:r>
            <a:endParaRPr lang="ko-KR" altLang="en-US" cap="none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496888"/>
              </p:ext>
            </p:extLst>
          </p:nvPr>
        </p:nvGraphicFramePr>
        <p:xfrm>
          <a:off x="235013" y="1365173"/>
          <a:ext cx="11887200" cy="324993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0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8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8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종류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Data Type</a:t>
                      </a:r>
                      <a:endParaRPr lang="ko-kr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최대크기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lvl="0" indent="0" algn="ctr">
                        <a:buNone/>
                      </a:pPr>
                      <a:r>
                        <a:rPr lang="ko-KR" altLang="en-US" sz="1600" b="1" cap="none" dirty="0">
                          <a:solidFill>
                            <a:schemeClr val="bg1"/>
                          </a:solidFill>
                        </a:rPr>
                        <a:t>날짜 시간</a:t>
                      </a:r>
                      <a:endParaRPr lang="ko-kr" b="1" dirty="0"/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3 byte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월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일 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YYYY-MM-DD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3 byte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시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초</a:t>
                      </a: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hh:mm:ss</a:t>
                      </a:r>
                      <a:endParaRPr lang="ko-kr" sz="1600" cap="none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127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DATETIME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8 byte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월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시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초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1000/01/01:00:00:00 ~</a:t>
                      </a: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9999/12/31 23:59:59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- YYYY-MM-DD </a:t>
                      </a: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hh:mm:ss</a:t>
                      </a:r>
                      <a:endParaRPr lang="en-US" sz="1600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-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입력된 일시는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system time zone</a:t>
                      </a:r>
                      <a:r>
                        <a:rPr lang="ko-kr" sz="1600" cap="none" err="1">
                          <a:solidFill>
                            <a:schemeClr val="bg1"/>
                          </a:solidFill>
                        </a:rPr>
                        <a:t>에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 상관없이 고정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TIMESTAMP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4byte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월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시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분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초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1970/01/01 00:00:00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~</a:t>
                      </a: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2038/01/19 03:14:07(UTC)</a:t>
                      </a: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- YYYY-MM-DD </a:t>
                      </a: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hh:mm:ss</a:t>
                      </a:r>
                      <a:endParaRPr lang="en-US" sz="1600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- </a:t>
                      </a: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Sytem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의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time zone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을 변경하면 입력된 일시가 변경된다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YEAR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1 byte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YYYY</a:t>
                      </a:r>
                      <a:endParaRPr 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54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sA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09600"/>
          </a:xfrm>
        </p:spPr>
        <p:txBody>
          <a:bodyPr/>
          <a:lstStyle/>
          <a:p>
            <a:pPr>
              <a:defRPr lang="ko-kr"/>
            </a:pPr>
            <a:r>
              <a:t>테이블 생성 </a:t>
            </a:r>
            <a:r>
              <a:rPr lang="en-us" cap="none"/>
              <a:t>– </a:t>
            </a:r>
            <a:r>
              <a:t>제약조건 </a:t>
            </a:r>
            <a:r>
              <a:rPr lang="en-us" cap="none"/>
              <a:t>(Key)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IAAOsGAABqSAAAxBcAABAAAAAmAAAACAAAAAEgAAAAAAAA"/>
              </a:ext>
            </a:extLst>
          </p:cNvSpPr>
          <p:nvPr>
            <p:ph type="body" idx="1"/>
          </p:nvPr>
        </p:nvSpPr>
        <p:spPr>
          <a:xfrm>
            <a:off x="431165" y="1124585"/>
            <a:ext cx="11340465" cy="27387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ko-kr"/>
            </a:pPr>
            <a:r>
              <a:rPr lang="ko-kr" sz="2500" cap="none"/>
              <a:t>컬럼</a:t>
            </a:r>
            <a:r>
              <a:rPr lang="en-us" sz="2500" cap="none"/>
              <a:t>(</a:t>
            </a:r>
            <a:r>
              <a:rPr lang="ko-kr" sz="2500" cap="none"/>
              <a:t>열</a:t>
            </a:r>
            <a:r>
              <a:rPr lang="en-us" sz="2500" cap="none"/>
              <a:t>)</a:t>
            </a:r>
            <a:r>
              <a:rPr lang="ko-kr" sz="2500" cap="none"/>
              <a:t>이 가질 수 있는 값에 대한 제약</a:t>
            </a:r>
            <a:r>
              <a:rPr lang="ko-kr" sz="2500" b="1" cap="none"/>
              <a:t>조건</a:t>
            </a:r>
            <a:r>
              <a:rPr lang="ko-kr" sz="2500" cap="none"/>
              <a:t>을 지정할 때 사용한다</a:t>
            </a:r>
            <a:r>
              <a:rPr lang="en-us" sz="2500" cap="none"/>
              <a:t>.</a:t>
            </a:r>
          </a:p>
          <a:p>
            <a:pPr>
              <a:lnSpc>
                <a:spcPct val="90000"/>
              </a:lnSpc>
              <a:defRPr lang="ko-kr"/>
            </a:pPr>
            <a:r>
              <a:rPr lang="ko-kr" sz="2500" cap="none"/>
              <a:t>기본 구문</a:t>
            </a:r>
            <a:endParaRPr lang="en-us" sz="2500" cap="none"/>
          </a:p>
          <a:p>
            <a:pPr lvl="1">
              <a:lnSpc>
                <a:spcPct val="90000"/>
              </a:lnSpc>
              <a:defRPr lang="ko-kr"/>
            </a:pPr>
            <a:r>
              <a:t>컬럼 설정 시 지정</a:t>
            </a:r>
            <a:endParaRPr lang="en-us" sz="2100" cap="none"/>
          </a:p>
          <a:p>
            <a:pPr lvl="1">
              <a:lnSpc>
                <a:spcPct val="90000"/>
              </a:lnSpc>
              <a:defRPr lang="ko-kr"/>
            </a:pPr>
            <a:r>
              <a:t>컬럼 설정 다음에 따로 설정</a:t>
            </a:r>
            <a:endParaRPr lang="en-us" cap="none"/>
          </a:p>
          <a:p>
            <a:pPr lvl="2">
              <a:lnSpc>
                <a:spcPct val="90000"/>
              </a:lnSpc>
              <a:defRPr lang="ko-kr"/>
            </a:pPr>
            <a:r>
              <a:rPr lang="en-us" sz="2000" cap="none"/>
              <a:t>constraint </a:t>
            </a:r>
            <a:r>
              <a:rPr lang="ko-kr" sz="2000" cap="none"/>
              <a:t>제약조건이름  제약조건 </a:t>
            </a:r>
            <a:r>
              <a:rPr lang="en-us" sz="2000" cap="none"/>
              <a:t>(</a:t>
            </a:r>
            <a:r>
              <a:rPr lang="ko-kr" sz="2000" cap="none"/>
              <a:t>컬럼</a:t>
            </a:r>
            <a:r>
              <a:rPr lang="en-us" sz="2000" cap="none"/>
              <a:t>)</a:t>
            </a:r>
          </a:p>
          <a:p>
            <a:pPr>
              <a:lnSpc>
                <a:spcPct val="90000"/>
              </a:lnSpc>
              <a:defRPr lang="ko-kr"/>
            </a:pPr>
            <a:r>
              <a:rPr lang="ko-kr" sz="2300" cap="none"/>
              <a:t>종류</a:t>
            </a:r>
            <a:endParaRPr lang="en-us" sz="2300" cap="none"/>
          </a:p>
          <a:p>
            <a:pPr>
              <a:lnSpc>
                <a:spcPct val="90000"/>
              </a:lnSpc>
              <a:defRPr lang="ko-kr"/>
            </a:pPr>
            <a:endParaRPr lang="en-us" sz="2100" cap="none"/>
          </a:p>
          <a:p>
            <a:pPr>
              <a:lnSpc>
                <a:spcPct val="90000"/>
              </a:lnSpc>
              <a:defRPr lang="ko-kr"/>
            </a:pPr>
            <a:endParaRPr lang="en-us" sz="2100" cap="none"/>
          </a:p>
          <a:p>
            <a:pPr>
              <a:lnSpc>
                <a:spcPct val="90000"/>
              </a:lnSpc>
              <a:defRPr lang="ko-kr"/>
            </a:pPr>
            <a:endParaRPr lang="en-us" sz="2100" cap="none"/>
          </a:p>
          <a:p>
            <a:pPr>
              <a:lnSpc>
                <a:spcPct val="90000"/>
              </a:lnSpc>
              <a:defRPr lang="ko-kr"/>
            </a:pPr>
            <a:endParaRPr lang="ko-kr" sz="2100" cap="none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536991"/>
              </p:ext>
            </p:extLst>
          </p:nvPr>
        </p:nvGraphicFramePr>
        <p:xfrm>
          <a:off x="43180" y="3727450"/>
          <a:ext cx="12105005" cy="298323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5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2000" b="1" cap="none" dirty="0">
                          <a:solidFill>
                            <a:schemeClr val="bg1"/>
                          </a:solidFill>
                        </a:rPr>
                        <a:t>제약조건</a:t>
                      </a: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2000" b="1" cap="none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428625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PRIMARY KEY(PK)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하나의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행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(Row)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을 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대표하는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열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컬럼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). NOT </a:t>
                      </a:r>
                      <a:r>
                        <a:rPr lang="en-us" sz="1600" cap="none" dirty="0" err="1">
                          <a:solidFill>
                            <a:schemeClr val="bg1"/>
                          </a:solidFill>
                        </a:rPr>
                        <a:t>NULL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UNIQUE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조건을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sz="1600" dirty="0">
                          <a:solidFill>
                            <a:schemeClr val="bg1"/>
                          </a:solidFill>
                        </a:rPr>
                        <a:t>만족한다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9751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FOREIGN KEY(FK)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sz="1600" err="1">
                          <a:solidFill>
                            <a:schemeClr val="bg1"/>
                          </a:solidFill>
                        </a:rPr>
                        <a:t>컬럼과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참조하는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테이블의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컬럼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사이의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연결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관계를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설정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9751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UNIQUE KEY(UK)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sz="1600" err="1">
                          <a:solidFill>
                            <a:schemeClr val="bg1"/>
                          </a:solidFill>
                        </a:rPr>
                        <a:t>테이블의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모든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행이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다른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값을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가져야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하는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컬럼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NULL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은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제외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97510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NOT NULL(NN)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err="1">
                          <a:solidFill>
                            <a:schemeClr val="bg1"/>
                          </a:solidFill>
                        </a:rPr>
                        <a:t>NULL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값으로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가질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수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없는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컬럼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즉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반드시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값을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가져야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하는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열</a:t>
                      </a: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8163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CHECK(CK)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sz="1600" err="1">
                          <a:solidFill>
                            <a:schemeClr val="bg1"/>
                          </a:solidFill>
                        </a:rPr>
                        <a:t>컬럼에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들어는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값의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조건을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지정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대부분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업무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규칙을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err="1">
                          <a:solidFill>
                            <a:schemeClr val="bg1"/>
                          </a:solidFill>
                        </a:rPr>
                        <a:t>설정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147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AUTO_INCREMENT</a:t>
                      </a:r>
                      <a:endParaRPr lang="ko-kr" sz="1600" b="1" cap="none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자동 증가 정수 컬럼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MY SQL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에서 사용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). </a:t>
                      </a:r>
                      <a:endParaRPr lang="ko-kr" altLang="en-US" sz="16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>
                        <a:buNone/>
                      </a:pPr>
                      <a:r>
                        <a:rPr lang="ko-kr" sz="1600" cap="none" dirty="0" err="1">
                          <a:solidFill>
                            <a:schemeClr val="bg1"/>
                          </a:solidFill>
                        </a:rPr>
                        <a:t>정수컬럼으로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 행</a:t>
                      </a:r>
                      <a:r>
                        <a:rPr lang="ko-kr" altLang="en-US" sz="1600" cap="none" dirty="0">
                          <a:solidFill>
                            <a:schemeClr val="bg1"/>
                          </a:solidFill>
                        </a:rPr>
                        <a:t>이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 입력되면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씩 증가하는 값을 가진다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 </a:t>
                      </a:r>
                      <a:endParaRPr lang="en-US" altLang="ko-KR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-635" marT="121920" marB="-63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2159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테이블 생성 예</a:t>
            </a:r>
          </a:p>
        </p:txBody>
      </p:sp>
      <p:sp>
        <p:nvSpPr>
          <p:cNvPr id="3" name="사각형: 둥근 모서리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vQMAAFgRAACdMgAAuBoAABAAAAAmAAAACAAAAP//////////"/>
              </a:ext>
            </a:extLst>
          </p:cNvSpPr>
          <p:nvPr/>
        </p:nvSpPr>
        <p:spPr>
          <a:xfrm>
            <a:off x="607695" y="2819400"/>
            <a:ext cx="7620000" cy="152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CREATE TABLE member (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 id        int            AUTO_INCREMENT   PRIMARY KEY,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 email   varchar(10)  DEFAULT 'None’      UNIQUE,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 gender char          CHECK (gender in ('m', 'f'))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);</a:t>
            </a:r>
            <a:endParaRPr lang="ko-kr" cap="none"/>
          </a:p>
        </p:txBody>
      </p:sp>
      <p:sp>
        <p:nvSpPr>
          <p:cNvPr id="4" name="사각형: 둥근 모서리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vQMAAHkbAAAVMwAAuCkAABAAAAAmAAAACAAAAP//////////"/>
              </a:ext>
            </a:extLst>
          </p:cNvSpPr>
          <p:nvPr/>
        </p:nvSpPr>
        <p:spPr>
          <a:xfrm>
            <a:off x="607695" y="4465955"/>
            <a:ext cx="7696200" cy="23158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CREATE TABLE member (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id       int             AUTO_INCREMENT,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email   varchar(10)  DEFAULT 'None',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gender char          NOT NULL,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CONSTRAINT  pk_id       PRIMARY KEY (id),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CONSTRAINT  uk_email   UNIQUE(email) ,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	CONSTRAINT  ck_gender CHECK (gender in ('m', 'f'))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);</a:t>
            </a:r>
            <a:endParaRPr lang="ko-kr" cap="none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555280"/>
              </p:ext>
            </p:extLst>
          </p:nvPr>
        </p:nvGraphicFramePr>
        <p:xfrm>
          <a:off x="607695" y="1064260"/>
          <a:ext cx="10515600" cy="16383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b="1" err="1">
                          <a:solidFill>
                            <a:schemeClr val="bg1"/>
                          </a:solidFill>
                        </a:rPr>
                        <a:t>컬럼명</a:t>
                      </a: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b="1" err="1">
                          <a:solidFill>
                            <a:schemeClr val="bg1"/>
                          </a:solidFill>
                        </a:rPr>
                        <a:t>한글</a:t>
                      </a: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b="1" err="1">
                          <a:solidFill>
                            <a:schemeClr val="bg1"/>
                          </a:solidFill>
                        </a:rPr>
                        <a:t>컬럼명</a:t>
                      </a: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b="1" err="1">
                          <a:solidFill>
                            <a:schemeClr val="bg1"/>
                          </a:solidFill>
                        </a:rPr>
                        <a:t>영문</a:t>
                      </a: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Data type</a:t>
                      </a:r>
                      <a:endParaRPr lang="en-US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b="1" err="1">
                          <a:solidFill>
                            <a:schemeClr val="bg1"/>
                          </a:solidFill>
                        </a:rPr>
                        <a:t>길이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NULL </a:t>
                      </a:r>
                      <a:r>
                        <a:rPr b="1" err="1">
                          <a:solidFill>
                            <a:schemeClr val="bg1"/>
                          </a:solidFill>
                        </a:rPr>
                        <a:t>허용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KEY</a:t>
                      </a:r>
                      <a:endParaRPr lang="en-US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err="1">
                          <a:solidFill>
                            <a:schemeClr val="bg1"/>
                          </a:solidFill>
                        </a:rPr>
                        <a:t>아이디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id 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PK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err="1">
                          <a:solidFill>
                            <a:schemeClr val="bg1"/>
                          </a:solidFill>
                        </a:rPr>
                        <a:t>이메일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email 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varchar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O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UK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err="1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gender 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char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chemeClr val="bg1"/>
                          </a:solidFill>
                        </a:rPr>
                        <a:t>CK</a:t>
                      </a:r>
                      <a:endParaRPr lang="en-US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Z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563245"/>
          </a:xfrm>
        </p:spPr>
        <p:txBody>
          <a:bodyPr/>
          <a:lstStyle/>
          <a:p>
            <a:pPr>
              <a:defRPr lang="ko-kr"/>
            </a:pPr>
            <a:r>
              <a:t>테이블 삭제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O0GAAA7RwAAQicAABAAAAAmAAAACAAAAAEgAAAAAAAA"/>
              </a:ext>
            </a:extLst>
          </p:cNvSpPr>
          <p:nvPr>
            <p:ph type="body" idx="1"/>
          </p:nvPr>
        </p:nvSpPr>
        <p:spPr>
          <a:xfrm>
            <a:off x="609600" y="1125855"/>
            <a:ext cx="10969625" cy="525589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2200" cap="none"/>
              <a:t>구문</a:t>
            </a:r>
            <a:endParaRPr lang="en-us" sz="2200" cap="none"/>
          </a:p>
          <a:p>
            <a:pPr>
              <a:defRPr lang="ko-kr"/>
            </a:pPr>
            <a:endParaRPr lang="en-us" sz="2000" cap="none"/>
          </a:p>
          <a:p>
            <a:pPr lvl="1">
              <a:lnSpc>
                <a:spcPts val="3000"/>
              </a:lnSpc>
              <a:defRPr lang="ko-kr"/>
            </a:pPr>
            <a:r>
              <a:rPr lang="ko-kr" sz="1900" cap="none"/>
              <a:t>삭제 하면 되돌릴 수 없다</a:t>
            </a:r>
            <a:r>
              <a:rPr lang="en-us" sz="1900" cap="none"/>
              <a:t>.</a:t>
            </a:r>
          </a:p>
          <a:p>
            <a:pPr lvl="1">
              <a:lnSpc>
                <a:spcPts val="3000"/>
              </a:lnSpc>
              <a:defRPr lang="ko-kr"/>
            </a:pPr>
            <a:r>
              <a:rPr lang="ko-kr" sz="1900" cap="none"/>
              <a:t>예</a:t>
            </a:r>
            <a:r>
              <a:rPr lang="en-us" sz="1900" cap="none"/>
              <a:t>)</a:t>
            </a:r>
          </a:p>
          <a:p>
            <a:pPr lvl="2">
              <a:lnSpc>
                <a:spcPts val="3000"/>
              </a:lnSpc>
              <a:defRPr lang="ko-kr"/>
            </a:pPr>
            <a:r>
              <a:rPr lang="en-us" sz="1500" cap="none"/>
              <a:t>DROP TABLE MEMBER;</a:t>
            </a:r>
          </a:p>
          <a:p>
            <a:pPr lvl="2">
              <a:lnSpc>
                <a:spcPts val="3000"/>
              </a:lnSpc>
              <a:defRPr lang="ko-kr"/>
            </a:pPr>
            <a:r>
              <a:rPr lang="en-us" sz="1500" cap="none"/>
              <a:t>DROP TABLE IF EXISTS MEMBER;</a:t>
            </a:r>
          </a:p>
          <a:p>
            <a:pPr>
              <a:lnSpc>
                <a:spcPts val="3000"/>
              </a:lnSpc>
              <a:defRPr lang="ko-kr"/>
            </a:pPr>
            <a:r>
              <a:rPr lang="ko-kr" sz="2200" cap="none"/>
              <a:t>자식테이블에서 참조되고 있는 부모테이블을 삭제</a:t>
            </a:r>
            <a:endParaRPr lang="en-us" sz="2200" cap="none"/>
          </a:p>
          <a:p>
            <a:pPr lvl="1">
              <a:lnSpc>
                <a:spcPts val="3000"/>
              </a:lnSpc>
              <a:defRPr lang="ko-kr"/>
            </a:pPr>
            <a:r>
              <a:rPr lang="ko-kr" sz="1600" cap="none"/>
              <a:t>자식테이블들을 먼저 삭제한다</a:t>
            </a:r>
            <a:r>
              <a:rPr lang="en-us" sz="1600" cap="none"/>
              <a:t>.</a:t>
            </a:r>
          </a:p>
          <a:p>
            <a:pPr lvl="1">
              <a:lnSpc>
                <a:spcPts val="3000"/>
              </a:lnSpc>
              <a:defRPr lang="ko-kr"/>
            </a:pPr>
            <a:r>
              <a:rPr lang="en-us" sz="1600" cap="none"/>
              <a:t>Foreign key check </a:t>
            </a:r>
            <a:r>
              <a:rPr lang="ko-kr" sz="1600" cap="none"/>
              <a:t>옵션을 끄고 해야 한다</a:t>
            </a:r>
            <a:r>
              <a:rPr lang="en-us" cap="none"/>
              <a:t>.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JQUAAGAJAAA1QAAADg0AABAgAAAmAAAACAAAAP//////////"/>
              </a:ext>
            </a:extLst>
          </p:cNvSpPr>
          <p:nvPr/>
        </p:nvSpPr>
        <p:spPr>
          <a:xfrm>
            <a:off x="836295" y="1524000"/>
            <a:ext cx="9601200" cy="5981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 DROP</a:t>
            </a:r>
            <a:r>
              <a:rPr lang="en-us" sz="2000" cap="none"/>
              <a:t> </a:t>
            </a:r>
            <a:r>
              <a:rPr lang="en-us" sz="2000" b="1" cap="none"/>
              <a:t>TABLE</a:t>
            </a:r>
            <a:r>
              <a:rPr lang="en-us" sz="2000" cap="none"/>
              <a:t> </a:t>
            </a:r>
            <a:r>
              <a:rPr lang="ko-kr" sz="2000" b="1" cap="none"/>
              <a:t>테이블이름</a:t>
            </a:r>
          </a:p>
        </p:txBody>
      </p:sp>
      <p:sp>
        <p:nvSpPr>
          <p:cNvPr id="5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JQUAANIhAAA1QAAAgCUAABAgAAAmAAAACAAAAP//////////"/>
              </a:ext>
            </a:extLst>
          </p:cNvSpPr>
          <p:nvPr/>
        </p:nvSpPr>
        <p:spPr>
          <a:xfrm>
            <a:off x="836295" y="5497830"/>
            <a:ext cx="9601200" cy="5981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set foreign_key_checks = 0  --</a:t>
            </a:r>
            <a:r>
              <a:rPr lang="ko-kr" sz="2000" b="1" cap="none"/>
              <a:t>옵션 끄기 </a:t>
            </a:r>
            <a:r>
              <a:rPr lang="en-us" sz="2000" b="1" cap="none"/>
              <a:t>(1</a:t>
            </a:r>
            <a:r>
              <a:rPr lang="ko-kr" sz="2000" b="1" cap="none"/>
              <a:t>을 주면 옵션을 킨다</a:t>
            </a:r>
            <a:r>
              <a:rPr lang="en-us" sz="2000" b="1" cap="none"/>
              <a:t>.)</a:t>
            </a:r>
            <a:endParaRPr lang="ko-kr" sz="2000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Z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563245"/>
          </a:xfrm>
        </p:spPr>
        <p:txBody>
          <a:bodyPr/>
          <a:lstStyle/>
          <a:p>
            <a:pPr>
              <a:defRPr lang="ko-kr"/>
            </a:pPr>
            <a:r>
              <a:t>테이블의 컬럼이나 제약조건 수정 </a:t>
            </a:r>
            <a:r>
              <a:rPr lang="en-us" cap="none"/>
              <a:t>- ALTER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gGAAA7RwAAwicAABAAAAAmAAAACAAAAD0gAAAAAAAA"/>
              </a:ext>
            </a:extLst>
          </p:cNvSpPr>
          <p:nvPr>
            <p:ph type="body" idx="1"/>
          </p:nvPr>
        </p:nvSpPr>
        <p:spPr>
          <a:xfrm>
            <a:off x="609600" y="990600"/>
            <a:ext cx="11361775" cy="54724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t>컬럼 및 제약조건 </a:t>
            </a:r>
            <a:r>
              <a:rPr lang="ko-kr" b="1" cap="none"/>
              <a:t>추가</a:t>
            </a:r>
            <a:endParaRPr lang="en-us" b="1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컬럼 추가</a:t>
            </a:r>
            <a:endParaRPr lang="en-us" cap="none"/>
          </a:p>
          <a:p>
            <a:pPr lvl="1">
              <a:lnSpc>
                <a:spcPct val="150000"/>
              </a:lnSpc>
              <a:spcBef>
                <a:spcPts val="550"/>
              </a:spcBef>
              <a:defRPr lang="ko-kr" sz="1840" cap="none"/>
            </a:pPr>
            <a:endParaRPr lang="en-us" sz="2210" cap="none"/>
          </a:p>
          <a:p>
            <a:pPr lvl="1">
              <a:lnSpc>
                <a:spcPct val="150000"/>
              </a:lnSpc>
              <a:spcBef>
                <a:spcPts val="550"/>
              </a:spcBef>
              <a:defRPr lang="ko-kr" sz="1840" cap="none"/>
            </a:pPr>
            <a:r>
              <a:t>제약조건 추가</a:t>
            </a:r>
            <a:endParaRPr lang="en-us" cap="none"/>
          </a:p>
          <a:p>
            <a:pPr lvl="1">
              <a:lnSpc>
                <a:spcPct val="120000"/>
              </a:lnSpc>
              <a:spcBef>
                <a:spcPts val="550"/>
              </a:spcBef>
              <a:buNone/>
              <a:defRPr lang="ko-kr" sz="1840" cap="none"/>
            </a:pPr>
            <a:endParaRPr lang="en-us" sz="1655" cap="none"/>
          </a:p>
          <a:p>
            <a:pPr lvl="1">
              <a:lnSpc>
                <a:spcPct val="90000"/>
              </a:lnSpc>
              <a:spcBef>
                <a:spcPts val="550"/>
              </a:spcBef>
              <a:buNone/>
              <a:defRPr lang="ko-kr" sz="1840" cap="none"/>
            </a:pPr>
            <a:endParaRPr lang="en-us" sz="1655" cap="none"/>
          </a:p>
          <a:p>
            <a:pPr lvl="1">
              <a:lnSpc>
                <a:spcPct val="90000"/>
              </a:lnSpc>
              <a:spcBef>
                <a:spcPts val="550"/>
              </a:spcBef>
              <a:defRPr lang="ko-kr" sz="1840" cap="none"/>
            </a:pPr>
            <a:r>
              <a:rPr lang="ko-kr" sz="1655" cap="none"/>
              <a:t>예</a:t>
            </a:r>
            <a:r>
              <a:rPr lang="en-us" sz="1655" cap="none"/>
              <a:t>) ALTER TABLE employee ADD (address VARCHAR(100))</a:t>
            </a:r>
            <a:endParaRPr lang="en-us" sz="2210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t>컬럼 타입 </a:t>
            </a:r>
            <a:r>
              <a:rPr lang="ko-kr" b="1" cap="none"/>
              <a:t>변경</a:t>
            </a:r>
            <a:endParaRPr lang="en-us" b="1" cap="none"/>
          </a:p>
          <a:p>
            <a:pPr lvl="4">
              <a:lnSpc>
                <a:spcPct val="120000"/>
              </a:lnSpc>
              <a:spcBef>
                <a:spcPts val="550"/>
              </a:spcBef>
              <a:defRPr lang="ko-kr" sz="147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655" cap="none"/>
              <a:t>데이터가 존재하는 경우 변경할 수 없다</a:t>
            </a:r>
            <a:r>
              <a:rPr lang="en-us" sz="1655" cap="none"/>
              <a:t>. </a:t>
            </a:r>
            <a:r>
              <a:rPr lang="ko-kr" sz="1655" cap="none"/>
              <a:t>단 </a:t>
            </a:r>
            <a:r>
              <a:rPr lang="en-us" sz="1655" cap="none"/>
              <a:t>VARCHAR, CHAR</a:t>
            </a:r>
            <a:r>
              <a:rPr lang="ko-kr" sz="1655" cap="none"/>
              <a:t>의 경우 변경하려는 크기가 더 큰 경우는 가능하다</a:t>
            </a:r>
            <a:r>
              <a:rPr lang="en-us" sz="1655" cap="none"/>
              <a:t>.</a:t>
            </a:r>
            <a:endParaRPr lang="en-us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655" cap="none"/>
              <a:t>예</a:t>
            </a:r>
            <a:r>
              <a:rPr lang="en-us" sz="1655" cap="none"/>
              <a:t>) ALTER TABLE employee MODIFY (address VARCHAR(200))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QcAAK0bAAA7RwAAaB8AABAgAAAmAAAACAAAAP//////////"/>
              </a:ext>
            </a:extLst>
          </p:cNvSpPr>
          <p:nvPr/>
        </p:nvSpPr>
        <p:spPr>
          <a:xfrm>
            <a:off x="1141095" y="4498975"/>
            <a:ext cx="10438130" cy="606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ALTER</a:t>
            </a:r>
            <a:r>
              <a:rPr lang="en-us" cap="none"/>
              <a:t> </a:t>
            </a:r>
            <a:r>
              <a:rPr lang="en-us" b="1" cap="none"/>
              <a:t>TABLE</a:t>
            </a:r>
            <a:r>
              <a:rPr lang="en-us" cap="none"/>
              <a:t>  </a:t>
            </a:r>
            <a:r>
              <a:rPr lang="ko-kr" cap="none"/>
              <a:t>테이블이름 </a:t>
            </a:r>
            <a:r>
              <a:rPr lang="en-us" b="1" cap="none"/>
              <a:t>MODIFY COLUMN </a:t>
            </a:r>
            <a:r>
              <a:rPr lang="ko-kr" b="1" cap="none"/>
              <a:t>변경할컬럼명  </a:t>
            </a:r>
            <a:r>
              <a:rPr lang="en-us" b="1" cap="none"/>
              <a:t>DATA_TYPE  [</a:t>
            </a:r>
            <a:r>
              <a:rPr lang="ko-kr" b="1" cap="none"/>
              <a:t>제약조건</a:t>
            </a:r>
            <a:r>
              <a:rPr lang="en-us" b="1" cap="none"/>
              <a:t>]</a:t>
            </a:r>
            <a:endParaRPr lang="ko-kr" b="1" cap="none"/>
          </a:p>
        </p:txBody>
      </p:sp>
      <p:sp>
        <p:nvSpPr>
          <p:cNvPr id="5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QcAAHsRAABNRgAAwxQAABAgAAAmAAAACAAAAP//////////"/>
              </a:ext>
            </a:extLst>
          </p:cNvSpPr>
          <p:nvPr/>
        </p:nvSpPr>
        <p:spPr>
          <a:xfrm>
            <a:off x="1141095" y="2841625"/>
            <a:ext cx="10287000" cy="53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ALTER</a:t>
            </a:r>
            <a:r>
              <a:rPr lang="en-us" cap="none"/>
              <a:t> </a:t>
            </a:r>
            <a:r>
              <a:rPr lang="en-us" b="1" cap="none"/>
              <a:t>TABLE</a:t>
            </a:r>
            <a:r>
              <a:rPr lang="en-us" cap="none"/>
              <a:t>  </a:t>
            </a:r>
            <a:r>
              <a:rPr lang="ko-kr" cap="none"/>
              <a:t>테이블이름 </a:t>
            </a:r>
            <a:r>
              <a:rPr lang="en-us" b="1" cap="none"/>
              <a:t>ADD  CONSTRAINT  </a:t>
            </a:r>
            <a:r>
              <a:rPr lang="ko-kr" b="1" cap="none"/>
              <a:t>제약조건구문</a:t>
            </a:r>
          </a:p>
        </p:txBody>
      </p:sp>
      <p:sp>
        <p:nvSpPr>
          <p:cNvPr id="6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QcAAOsKAADVRQAAMw4AABAgAAAmAAAACAAAAP//////////"/>
              </a:ext>
            </a:extLst>
          </p:cNvSpPr>
          <p:nvPr/>
        </p:nvSpPr>
        <p:spPr>
          <a:xfrm>
            <a:off x="1141095" y="1774825"/>
            <a:ext cx="10210800" cy="53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ALTER</a:t>
            </a:r>
            <a:r>
              <a:rPr lang="en-us" cap="none"/>
              <a:t> </a:t>
            </a:r>
            <a:r>
              <a:rPr lang="en-us" b="1" cap="none"/>
              <a:t>TABLE</a:t>
            </a:r>
            <a:r>
              <a:rPr lang="en-us" cap="none"/>
              <a:t>  </a:t>
            </a:r>
            <a:r>
              <a:rPr lang="ko-kr" cap="none"/>
              <a:t>테이블이름 </a:t>
            </a:r>
            <a:r>
              <a:rPr lang="en-us" b="1" cap="none"/>
              <a:t>ADD COLUMN(</a:t>
            </a:r>
            <a:r>
              <a:rPr lang="ko-kr" b="1" cap="none"/>
              <a:t>컬럼명  </a:t>
            </a:r>
            <a:r>
              <a:rPr lang="en-us" b="1" cap="none"/>
              <a:t>DATA_TYPE [</a:t>
            </a:r>
            <a:r>
              <a:rPr lang="ko-kr" b="1" cap="none"/>
              <a:t>제약조건</a:t>
            </a:r>
            <a:r>
              <a:rPr lang="en-us" b="1" cap="none"/>
              <a:t>])</a:t>
            </a:r>
            <a:endParaRPr lang="ko-kr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MEAAAA7RwAAsAQAABAAAAAmAAAACAAAAAEAAAAAAAAA"/>
              </a:ext>
            </a:extLst>
          </p:cNvSpPr>
          <p:nvPr>
            <p:ph type="title"/>
          </p:nvPr>
        </p:nvSpPr>
        <p:spPr>
          <a:xfrm>
            <a:off x="609600" y="122555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테이블 수정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F0HAAA7RwAAsycAABAAAAAmAAAACAAAAAEgAAAAAAAA"/>
              </a:ext>
            </a:extLst>
          </p:cNvSpPr>
          <p:nvPr>
            <p:ph type="body" idx="1"/>
          </p:nvPr>
        </p:nvSpPr>
        <p:spPr>
          <a:xfrm>
            <a:off x="609600" y="1196975"/>
            <a:ext cx="10969625" cy="52565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컬럼 삭제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 lvl="1">
              <a:defRPr lang="ko-kr"/>
            </a:pPr>
            <a:endParaRPr lang="en-us" sz="1800" cap="none"/>
          </a:p>
          <a:p>
            <a:pPr lvl="1">
              <a:defRPr lang="ko-kr"/>
            </a:pPr>
            <a:r>
              <a:rPr lang="ko-kr" sz="2400" cap="none"/>
              <a:t>예</a:t>
            </a:r>
            <a:r>
              <a:rPr lang="en-us" sz="2400" cap="none"/>
              <a:t>) ALTER TABLE employee DROP COLUMN address</a:t>
            </a:r>
            <a:endParaRPr lang="en-us" sz="3200" cap="none"/>
          </a:p>
          <a:p>
            <a:pPr>
              <a:defRPr lang="ko-kr"/>
            </a:pPr>
            <a:r>
              <a:t>제약조건 삭제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sz="1800" cap="none"/>
          </a:p>
          <a:p>
            <a:pPr lvl="1">
              <a:defRPr lang="ko-kr"/>
            </a:pPr>
            <a:r>
              <a:rPr lang="ko-kr" sz="2400" cap="none"/>
              <a:t>예</a:t>
            </a:r>
            <a:r>
              <a:rPr lang="en-us" sz="2400" cap="none"/>
              <a:t>) ALTER TABLE employee DROP CONSTRANT fk_emp_dept</a:t>
            </a:r>
          </a:p>
          <a:p>
            <a:pPr lvl="1">
              <a:defRPr lang="ko-kr"/>
            </a:pPr>
            <a:r>
              <a:rPr lang="ko-kr" sz="2400" cap="none"/>
              <a:t>예</a:t>
            </a:r>
            <a:r>
              <a:rPr lang="en-us" sz="2400" cap="none"/>
              <a:t>) ALTER TABLE employee DROP PRIMARY KEY</a:t>
            </a:r>
            <a:endParaRPr lang="en-us" sz="1800" cap="none"/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QYAAHAXAADVRQAAqBsAABAgAAAmAAAACAAAAP//////////"/>
              </a:ext>
            </a:extLst>
          </p:cNvSpPr>
          <p:nvPr/>
        </p:nvSpPr>
        <p:spPr>
          <a:xfrm>
            <a:off x="988695" y="3810000"/>
            <a:ext cx="10363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ALTER</a:t>
            </a:r>
            <a:r>
              <a:rPr lang="en-us" sz="2000" cap="none"/>
              <a:t> </a:t>
            </a:r>
            <a:r>
              <a:rPr lang="en-us" sz="2000" b="1" cap="none"/>
              <a:t>TABLE</a:t>
            </a:r>
            <a:r>
              <a:rPr lang="en-us" sz="2000" cap="none"/>
              <a:t>  </a:t>
            </a:r>
            <a:r>
              <a:rPr lang="ko-kr" sz="2000" cap="none"/>
              <a:t>테이블이름  </a:t>
            </a:r>
            <a:r>
              <a:rPr lang="en-us" sz="2000" b="1" cap="none"/>
              <a:t>DROP CONSTRAINT  </a:t>
            </a:r>
            <a:r>
              <a:rPr lang="ko-kr" sz="2000" cap="none"/>
              <a:t>삭제할제약조건이름</a:t>
            </a:r>
          </a:p>
        </p:txBody>
      </p:sp>
      <p:sp>
        <p:nvSpPr>
          <p:cNvPr id="5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QYAAIEKAABdRQAAiA4AABAgAAAmAAAACAAAAP//////////"/>
              </a:ext>
            </a:extLst>
          </p:cNvSpPr>
          <p:nvPr/>
        </p:nvSpPr>
        <p:spPr>
          <a:xfrm>
            <a:off x="988695" y="1707515"/>
            <a:ext cx="10287000" cy="6546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ALTER TABLE</a:t>
            </a:r>
            <a:r>
              <a:rPr lang="en-us" sz="2000" cap="none"/>
              <a:t>  </a:t>
            </a:r>
            <a:r>
              <a:rPr lang="ko-kr" sz="2000" cap="none"/>
              <a:t>테이블이름  </a:t>
            </a:r>
            <a:r>
              <a:rPr lang="en-us" sz="2000" b="1" cap="none"/>
              <a:t>DROP COLUMN  </a:t>
            </a:r>
            <a:r>
              <a:rPr lang="ko-kr" sz="2000" cap="none"/>
              <a:t>삭제할컬럼이름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DML</a:t>
            </a:r>
          </a:p>
        </p:txBody>
      </p:sp>
      <p:sp>
        <p:nvSpPr>
          <p:cNvPr id="3" name="텍스트 개체 틀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Z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5632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INSERT (</a:t>
            </a:r>
            <a:r>
              <a:t>데이터 삽입</a:t>
            </a:r>
            <a:r>
              <a:rPr lang="en-us" cap="none"/>
              <a:t>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gIAAO0GAACWSQAAjScAABAAAAAmAAAACAAAAD0gAAAAAAAA"/>
              </a:ext>
            </a:extLst>
          </p:cNvSpPr>
          <p:nvPr>
            <p:ph type="body" idx="1"/>
          </p:nvPr>
        </p:nvSpPr>
        <p:spPr>
          <a:xfrm>
            <a:off x="455930" y="1125855"/>
            <a:ext cx="11506200" cy="530352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 dirty="0">
                <a:latin typeface="맑은 고딕"/>
                <a:ea typeface="맑은 고딕"/>
              </a:rPr>
              <a:t>INSERT </a:t>
            </a:r>
            <a:r>
              <a:rPr dirty="0">
                <a:latin typeface="맑은 고딕"/>
                <a:ea typeface="맑은 고딕"/>
              </a:rPr>
              <a:t>기본구문</a:t>
            </a:r>
            <a:endParaRPr lang="en-us" cap="none" dirty="0">
              <a:latin typeface="맑은 고딕"/>
              <a:ea typeface="맑은 고딕"/>
            </a:endParaRPr>
          </a:p>
          <a:p>
            <a:pPr>
              <a:defRPr lang="ko-kr"/>
            </a:pPr>
            <a:endParaRPr lang="en-us" cap="none"/>
          </a:p>
          <a:p>
            <a:pPr lvl="1">
              <a:buNone/>
              <a:defRPr lang="ko-kr"/>
            </a:pPr>
            <a:endParaRPr lang="en-us" sz="1800" cap="none"/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예</a:t>
            </a:r>
            <a:r>
              <a:rPr lang="en-us" cap="none" dirty="0">
                <a:latin typeface="맑은 고딕"/>
                <a:ea typeface="맑은 고딕"/>
              </a:rPr>
              <a:t>) </a:t>
            </a:r>
            <a:r>
              <a:rPr lang="en-us" b="1" cap="none" dirty="0">
                <a:latin typeface="맑은 고딕"/>
                <a:ea typeface="맑은 고딕"/>
              </a:rPr>
              <a:t>INSERT INTO </a:t>
            </a:r>
            <a:r>
              <a:rPr lang="en-us" cap="none" dirty="0">
                <a:latin typeface="맑은 고딕"/>
                <a:ea typeface="맑은 고딕"/>
              </a:rPr>
              <a:t>DEPTARTMENT (DEPARTMENT_ID, DEPARTMENT_NAME, LOCATION) </a:t>
            </a:r>
            <a:br>
              <a:rPr dirty="0"/>
            </a:br>
            <a:r>
              <a:rPr lang="en-us" cap="none" dirty="0">
                <a:latin typeface="맑은 고딕"/>
                <a:ea typeface="맑은 고딕"/>
              </a:rPr>
              <a:t>               </a:t>
            </a:r>
            <a:r>
              <a:rPr lang="en-us" b="1" cap="none" dirty="0">
                <a:latin typeface="맑은 고딕"/>
                <a:ea typeface="맑은 고딕"/>
              </a:rPr>
              <a:t>VALUES</a:t>
            </a:r>
            <a:r>
              <a:rPr lang="en-us" cap="none" dirty="0">
                <a:latin typeface="맑은 고딕"/>
                <a:ea typeface="맑은 고딕"/>
              </a:rPr>
              <a:t> (100, ‘</a:t>
            </a:r>
            <a:r>
              <a:rPr dirty="0">
                <a:latin typeface="맑은 고딕"/>
                <a:ea typeface="맑은 고딕"/>
              </a:rPr>
              <a:t>기획부</a:t>
            </a:r>
            <a:r>
              <a:rPr lang="en-us" cap="none" dirty="0">
                <a:latin typeface="맑은 고딕"/>
                <a:ea typeface="맑은 고딕"/>
              </a:rPr>
              <a:t>’, ‘</a:t>
            </a:r>
            <a:r>
              <a:rPr dirty="0">
                <a:latin typeface="맑은 고딕"/>
                <a:ea typeface="맑은 고딕"/>
              </a:rPr>
              <a:t>서울</a:t>
            </a:r>
            <a:r>
              <a:rPr lang="en-us" cap="none" dirty="0">
                <a:latin typeface="맑은 고딕"/>
                <a:ea typeface="맑은 고딕"/>
              </a:rPr>
              <a:t>’)</a:t>
            </a:r>
          </a:p>
          <a:p>
            <a:pPr lvl="1">
              <a:defRPr lang="ko-kr"/>
            </a:pPr>
            <a:r>
              <a:rPr lang="en-us" cap="none" dirty="0">
                <a:latin typeface="맑은 고딕"/>
                <a:ea typeface="맑은 고딕"/>
              </a:rPr>
              <a:t>INSERT</a:t>
            </a:r>
            <a:r>
              <a:rPr dirty="0">
                <a:latin typeface="맑은 고딕"/>
                <a:ea typeface="맑은 고딕"/>
              </a:rPr>
              <a:t>는 한 행</a:t>
            </a:r>
            <a:r>
              <a:rPr lang="en-us" cap="none" dirty="0">
                <a:latin typeface="맑은 고딕"/>
                <a:ea typeface="맑은 고딕"/>
              </a:rPr>
              <a:t>(Row, </a:t>
            </a:r>
            <a:r>
              <a:rPr dirty="0">
                <a:latin typeface="맑은 고딕"/>
                <a:ea typeface="맑은 고딕"/>
              </a:rPr>
              <a:t>레코드</a:t>
            </a:r>
            <a:r>
              <a:rPr lang="en-us" cap="none" dirty="0">
                <a:latin typeface="맑은 고딕"/>
                <a:ea typeface="맑은 고딕"/>
              </a:rPr>
              <a:t>) </a:t>
            </a:r>
            <a:r>
              <a:rPr dirty="0">
                <a:latin typeface="맑은 고딕"/>
                <a:ea typeface="맑은 고딕"/>
              </a:rPr>
              <a:t>씩 처리한다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문자열의 경우 삽입할 값을 </a:t>
            </a:r>
            <a:r>
              <a:rPr lang="en-us" b="1" cap="none" dirty="0">
                <a:latin typeface="맑은 고딕"/>
                <a:ea typeface="맑은 고딕"/>
              </a:rPr>
              <a:t>‘ ’</a:t>
            </a:r>
            <a:r>
              <a:rPr dirty="0">
                <a:latin typeface="맑은 고딕"/>
                <a:ea typeface="맑은 고딕"/>
              </a:rPr>
              <a:t>로 감싸준다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날짜는 형태에 맞게 문자열로 넣어준다</a:t>
            </a:r>
            <a:r>
              <a:rPr lang="en-us" cap="none" dirty="0">
                <a:latin typeface="맑은 고딕"/>
                <a:ea typeface="맑은 고딕"/>
              </a:rPr>
              <a:t>. ( </a:t>
            </a:r>
            <a:r>
              <a:rPr dirty="0">
                <a:latin typeface="맑은 고딕"/>
                <a:ea typeface="맑은 고딕"/>
              </a:rPr>
              <a:t>날짜</a:t>
            </a:r>
            <a:r>
              <a:rPr lang="en-us" cap="none" dirty="0">
                <a:latin typeface="맑은 고딕"/>
                <a:ea typeface="맑은 고딕"/>
              </a:rPr>
              <a:t>: </a:t>
            </a:r>
            <a:r>
              <a:rPr lang="en-us" b="1" cap="none" dirty="0">
                <a:latin typeface="맑은 고딕"/>
                <a:ea typeface="맑은 고딕"/>
              </a:rPr>
              <a:t>-</a:t>
            </a:r>
            <a:r>
              <a:rPr lang="en-us" cap="none" dirty="0">
                <a:latin typeface="맑은 고딕"/>
                <a:ea typeface="맑은 고딕"/>
              </a:rPr>
              <a:t> </a:t>
            </a:r>
            <a:r>
              <a:rPr dirty="0">
                <a:latin typeface="맑은 고딕"/>
                <a:ea typeface="맑은 고딕"/>
              </a:rPr>
              <a:t>나  </a:t>
            </a:r>
            <a:r>
              <a:rPr lang="en-us" b="1" cap="none" dirty="0">
                <a:latin typeface="맑은 고딕"/>
                <a:ea typeface="맑은 고딕"/>
              </a:rPr>
              <a:t>/</a:t>
            </a:r>
            <a:r>
              <a:rPr lang="en-us" cap="none" dirty="0">
                <a:latin typeface="맑은 고딕"/>
                <a:ea typeface="맑은 고딕"/>
              </a:rPr>
              <a:t> </a:t>
            </a:r>
            <a:r>
              <a:rPr dirty="0">
                <a:latin typeface="맑은 고딕"/>
                <a:ea typeface="맑은 고딕"/>
              </a:rPr>
              <a:t>로 구분</a:t>
            </a:r>
            <a:r>
              <a:rPr lang="en-us" cap="none" dirty="0">
                <a:latin typeface="맑은 고딕"/>
                <a:ea typeface="맑은 고딕"/>
              </a:rPr>
              <a:t>, </a:t>
            </a:r>
            <a:r>
              <a:rPr dirty="0">
                <a:latin typeface="맑은 고딕"/>
                <a:ea typeface="맑은 고딕"/>
              </a:rPr>
              <a:t>시간 </a:t>
            </a:r>
            <a:r>
              <a:rPr lang="en-us" b="1" cap="none" dirty="0">
                <a:latin typeface="맑은 고딕"/>
                <a:ea typeface="맑은 고딕"/>
              </a:rPr>
              <a:t>:</a:t>
            </a:r>
            <a:r>
              <a:rPr lang="en-us" cap="none" dirty="0">
                <a:latin typeface="맑은 고딕"/>
                <a:ea typeface="맑은 고딕"/>
              </a:rPr>
              <a:t> </a:t>
            </a:r>
            <a:r>
              <a:rPr dirty="0">
                <a:latin typeface="맑은 고딕"/>
                <a:ea typeface="맑은 고딕"/>
              </a:rPr>
              <a:t>로 구분</a:t>
            </a:r>
            <a:r>
              <a:rPr lang="en-us" cap="none" dirty="0">
                <a:latin typeface="맑은 고딕"/>
                <a:ea typeface="맑은 고딕"/>
              </a:rPr>
              <a:t>)</a:t>
            </a:r>
          </a:p>
          <a:p>
            <a:pPr lvl="1">
              <a:defRPr lang="ko-kr"/>
            </a:pPr>
            <a:r>
              <a:rPr lang="ko-KR" altLang="en-US" dirty="0" err="1">
                <a:latin typeface="맑은 고딕"/>
                <a:ea typeface="맑은 고딕"/>
              </a:rPr>
              <a:t>결측치값은</a:t>
            </a:r>
            <a:r>
              <a:rPr lang="en-us" cap="none" dirty="0">
                <a:latin typeface="맑은 고딕"/>
                <a:ea typeface="맑은 고딕"/>
              </a:rPr>
              <a:t>  </a:t>
            </a:r>
            <a:r>
              <a:rPr lang="en-us" b="1" cap="none" dirty="0">
                <a:latin typeface="맑은 고딕"/>
                <a:ea typeface="맑은 고딕"/>
              </a:rPr>
              <a:t>null </a:t>
            </a:r>
            <a:r>
              <a:rPr lang="en-us" cap="none" dirty="0" err="1">
                <a:latin typeface="맑은 고딕"/>
                <a:ea typeface="맑은 고딕"/>
              </a:rPr>
              <a:t>키워드를</a:t>
            </a:r>
            <a:r>
              <a:rPr lang="en-us" cap="none" dirty="0">
                <a:latin typeface="맑은 고딕"/>
                <a:ea typeface="맑은 고딕"/>
              </a:rPr>
              <a:t> </a:t>
            </a:r>
            <a:r>
              <a:rPr lang="ko-KR" altLang="en-US" dirty="0" err="1">
                <a:latin typeface="맑은 고딕"/>
                <a:ea typeface="맑은 고딕"/>
              </a:rPr>
              <a:t>입력</a:t>
            </a:r>
            <a:r>
              <a:rPr lang="ko-KR" altLang="en-US" dirty="0">
                <a:latin typeface="맑은 고딕"/>
                <a:ea typeface="맑은 고딕"/>
              </a:rPr>
              <a:t>한다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테이블의 </a:t>
            </a:r>
            <a:r>
              <a:rPr lang="ko-kr" b="1" cap="none" dirty="0">
                <a:latin typeface="맑은 고딕"/>
                <a:ea typeface="맑은 고딕"/>
              </a:rPr>
              <a:t>모든 컬럼에 데이터를 넣을 경우 컬럼 항목은 생략</a:t>
            </a:r>
            <a:r>
              <a:rPr dirty="0">
                <a:latin typeface="맑은 고딕"/>
                <a:ea typeface="맑은 고딕"/>
              </a:rPr>
              <a:t>할 수 있다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marL="274320" lvl="1" indent="0">
              <a:buNone/>
              <a:defRPr lang="ko-kr"/>
            </a:pPr>
            <a:endParaRPr lang="en-us" cap="none"/>
          </a:p>
        </p:txBody>
      </p:sp>
      <p:sp>
        <p:nvSpPr>
          <p:cNvPr id="4" name="AutoShape 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FAKAAC1RwAAAA8AABAgAAAmAAAACAAAAP//////////"/>
              </a:ext>
            </a:extLst>
          </p:cNvSpPr>
          <p:nvPr/>
        </p:nvSpPr>
        <p:spPr>
          <a:xfrm>
            <a:off x="912495" y="1676400"/>
            <a:ext cx="107442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400" b="1" cap="none"/>
              <a:t>INSERT INTO</a:t>
            </a:r>
            <a:r>
              <a:rPr lang="en-us" sz="2400" cap="none"/>
              <a:t> </a:t>
            </a:r>
            <a:r>
              <a:rPr lang="ko-kr" sz="2400" cap="none"/>
              <a:t>테이블이름 </a:t>
            </a:r>
            <a:r>
              <a:rPr lang="en-us" sz="2400" cap="none"/>
              <a:t>(</a:t>
            </a:r>
            <a:r>
              <a:rPr lang="ko-kr" sz="2400" cap="none"/>
              <a:t>컬럼명</a:t>
            </a:r>
            <a:r>
              <a:rPr lang="en-us" sz="2400" cap="none"/>
              <a:t>, </a:t>
            </a:r>
            <a:r>
              <a:rPr lang="ko-kr" sz="2400" cap="none"/>
              <a:t>컬럼명 </a:t>
            </a:r>
            <a:r>
              <a:rPr lang="en-us" sz="2400" cap="none"/>
              <a:t>[,….]) </a:t>
            </a:r>
            <a:r>
              <a:rPr lang="en-us" sz="2400" b="1" cap="none"/>
              <a:t>VALUES</a:t>
            </a:r>
            <a:r>
              <a:rPr lang="en-us" sz="2400" cap="none"/>
              <a:t> (</a:t>
            </a:r>
            <a:r>
              <a:rPr lang="ko-kr" sz="2400" cap="none"/>
              <a:t>값</a:t>
            </a:r>
            <a:r>
              <a:rPr lang="en-us" sz="2400" cap="none"/>
              <a:t>1, </a:t>
            </a:r>
            <a:r>
              <a:rPr lang="ko-kr" sz="2400" cap="none"/>
              <a:t>값</a:t>
            </a:r>
            <a:r>
              <a:rPr lang="en-us" sz="2400" cap="none"/>
              <a:t>2 [,....])</a:t>
            </a:r>
            <a:endParaRPr lang="ko-kr" sz="2400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g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UPDATE (</a:t>
            </a:r>
            <a:r>
              <a:t>데이터 수정</a:t>
            </a:r>
            <a:r>
              <a:rPr lang="en-us" cap="none"/>
              <a:t>), DELETE (</a:t>
            </a:r>
            <a:r>
              <a:t>데이터 삭제</a:t>
            </a:r>
            <a:r>
              <a:rPr lang="en-us" cap="none"/>
              <a:t>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oGAAA7RwAAhikAABAAAAAmAAAACAAAAD0gAAAAAAAA"/>
              </a:ext>
            </a:extLst>
          </p:cNvSpPr>
          <p:nvPr>
            <p:ph type="body" idx="1"/>
          </p:nvPr>
        </p:nvSpPr>
        <p:spPr>
          <a:xfrm>
            <a:off x="609600" y="1052830"/>
            <a:ext cx="10969625" cy="569722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r>
              <a:rPr lang="en-us" b="1" cap="none"/>
              <a:t>UPDATE </a:t>
            </a:r>
            <a:r>
              <a:rPr lang="ko-kr" b="1" cap="none"/>
              <a:t>기본구문</a:t>
            </a:r>
            <a:endParaRPr lang="en-us" b="1" cap="none"/>
          </a:p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sz="2000" cap="none"/>
          </a:p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sz="2000" cap="none"/>
          </a:p>
          <a:p>
            <a:pPr>
              <a:spcAft>
                <a:spcPts val="0"/>
              </a:spcAft>
              <a:buNone/>
              <a:defRPr lang="ko-kr"/>
            </a:pPr>
            <a:endParaRPr lang="en-us" sz="2000" cap="none"/>
          </a:p>
          <a:p>
            <a:pPr lvl="1">
              <a:spcAft>
                <a:spcPts val="0"/>
              </a:spcAft>
              <a:buFont typeface="Arial" pitchFamily="2" charset="0"/>
              <a:buChar char="–"/>
              <a:defRPr lang="ko-kr"/>
            </a:pPr>
            <a:r>
              <a:rPr lang="ko-kr" sz="1800" cap="none"/>
              <a:t>예</a:t>
            </a:r>
            <a:r>
              <a:rPr lang="en-us" sz="1800" cap="none"/>
              <a:t>) </a:t>
            </a:r>
            <a:r>
              <a:rPr lang="en-us" sz="1800" b="1" cap="none">
                <a:solidFill>
                  <a:srgbClr val="000000"/>
                </a:solidFill>
              </a:rPr>
              <a:t>UPDATE</a:t>
            </a:r>
            <a:r>
              <a:rPr lang="en-us" sz="1800" cap="none">
                <a:solidFill>
                  <a:srgbClr val="000000"/>
                </a:solidFill>
              </a:rPr>
              <a:t> EMPLOYEE </a:t>
            </a:r>
            <a:r>
              <a:rPr lang="en-us" sz="1800" b="1" cap="none">
                <a:solidFill>
                  <a:srgbClr val="000000"/>
                </a:solidFill>
              </a:rPr>
              <a:t>SET</a:t>
            </a:r>
            <a:r>
              <a:rPr lang="en-us" sz="1800" cap="none">
                <a:solidFill>
                  <a:srgbClr val="000000"/>
                </a:solidFill>
              </a:rPr>
              <a:t> HIREDATE = SYSDATE </a:t>
            </a:r>
            <a:br/>
            <a:r>
              <a:rPr lang="en-us" sz="1800" cap="none"/>
              <a:t>     </a:t>
            </a:r>
            <a:r>
              <a:rPr lang="en-us" sz="1800" b="1" cap="none">
                <a:solidFill>
                  <a:srgbClr val="000000"/>
                </a:solidFill>
              </a:rPr>
              <a:t>UPDATE</a:t>
            </a:r>
            <a:r>
              <a:rPr lang="en-us" sz="1800" cap="none">
                <a:solidFill>
                  <a:srgbClr val="000000"/>
                </a:solidFill>
              </a:rPr>
              <a:t> EMPLOYEE </a:t>
            </a:r>
            <a:r>
              <a:rPr lang="en-us" sz="1800" b="1" cap="none">
                <a:solidFill>
                  <a:srgbClr val="000000"/>
                </a:solidFill>
              </a:rPr>
              <a:t>SET</a:t>
            </a:r>
            <a:r>
              <a:rPr lang="en-us" sz="1800" cap="none">
                <a:solidFill>
                  <a:srgbClr val="000000"/>
                </a:solidFill>
              </a:rPr>
              <a:t> SALARY = SALARY * 1.1 </a:t>
            </a:r>
            <a:r>
              <a:rPr lang="en-us" sz="1800" b="1" cap="none">
                <a:solidFill>
                  <a:srgbClr val="000000"/>
                </a:solidFill>
              </a:rPr>
              <a:t>WHERE</a:t>
            </a:r>
            <a:r>
              <a:rPr lang="en-us" sz="1800" cap="none">
                <a:solidFill>
                  <a:srgbClr val="000000"/>
                </a:solidFill>
              </a:rPr>
              <a:t> EMPLOYEE_ID = 120 </a:t>
            </a:r>
            <a:br/>
            <a:r>
              <a:rPr lang="en-us" sz="1800" cap="none">
                <a:solidFill>
                  <a:srgbClr val="000000"/>
                </a:solidFill>
              </a:rPr>
              <a:t>     </a:t>
            </a:r>
            <a:r>
              <a:rPr lang="en-us" b="1" cap="none">
                <a:solidFill>
                  <a:srgbClr val="000000"/>
                </a:solidFill>
              </a:rPr>
              <a:t>UPDATE</a:t>
            </a:r>
            <a:r>
              <a:rPr lang="en-us" cap="none">
                <a:solidFill>
                  <a:srgbClr val="000000"/>
                </a:solidFill>
              </a:rPr>
              <a:t> DEPARTMENT </a:t>
            </a:r>
            <a:r>
              <a:rPr lang="en-us" b="1" cap="none">
                <a:solidFill>
                  <a:srgbClr val="000000"/>
                </a:solidFill>
              </a:rPr>
              <a:t>SET</a:t>
            </a:r>
            <a:r>
              <a:rPr lang="en-us" cap="none">
                <a:solidFill>
                  <a:srgbClr val="000000"/>
                </a:solidFill>
              </a:rPr>
              <a:t> LOCATION = ‘</a:t>
            </a:r>
            <a:r>
              <a:rPr lang="ko-kr" cap="none">
                <a:solidFill>
                  <a:srgbClr val="000000"/>
                </a:solidFill>
              </a:rPr>
              <a:t>부산</a:t>
            </a:r>
            <a:r>
              <a:rPr lang="en-us" cap="none">
                <a:solidFill>
                  <a:srgbClr val="000000"/>
                </a:solidFill>
              </a:rPr>
              <a:t>’ </a:t>
            </a:r>
            <a:r>
              <a:rPr lang="en-us" b="1" cap="none">
                <a:solidFill>
                  <a:srgbClr val="000000"/>
                </a:solidFill>
              </a:rPr>
              <a:t>WHERE</a:t>
            </a:r>
            <a:r>
              <a:rPr lang="en-us" cap="none">
                <a:solidFill>
                  <a:srgbClr val="000000"/>
                </a:solidFill>
              </a:rPr>
              <a:t> DEPARTMENT_ID &gt; 100</a:t>
            </a:r>
            <a:endParaRPr lang="en-us" cap="none">
              <a:solidFill>
                <a:srgbClr val="000000"/>
              </a:solidFill>
              <a:latin typeface="굴림체" pitchFamily="3" charset="-127"/>
              <a:ea typeface="굴림체" pitchFamily="3" charset="-127"/>
              <a:cs typeface="맑은 고딕" pitchFamily="3" charset="-127"/>
            </a:endParaRPr>
          </a:p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r>
              <a:rPr lang="en-us" b="1" cap="none">
                <a:solidFill>
                  <a:srgbClr val="000000"/>
                </a:solidFill>
              </a:rPr>
              <a:t>DELETE </a:t>
            </a:r>
            <a:r>
              <a:rPr lang="ko-kr" b="1" cap="none">
                <a:solidFill>
                  <a:srgbClr val="000000"/>
                </a:solidFill>
              </a:rPr>
              <a:t>기본구문</a:t>
            </a: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sz="2000" cap="none">
              <a:solidFill>
                <a:srgbClr val="000000"/>
              </a:solidFill>
              <a:latin typeface="굴림체" pitchFamily="3" charset="-127"/>
              <a:ea typeface="굴림체" pitchFamily="3" charset="-127"/>
              <a:cs typeface="맑은 고딕" pitchFamily="3" charset="-127"/>
            </a:endParaRPr>
          </a:p>
          <a:p>
            <a:pPr>
              <a:lnSpc>
                <a:spcPct val="70000"/>
              </a:lnSpc>
              <a:buNone/>
              <a:defRPr lang="ko-kr"/>
            </a:pPr>
            <a:r>
              <a:rPr lang="en-us" sz="2000" cap="none">
                <a:solidFill>
                  <a:srgbClr val="000000"/>
                </a:solidFill>
                <a:latin typeface="굴림체" pitchFamily="3" charset="-127"/>
                <a:ea typeface="굴림체" pitchFamily="3" charset="-127"/>
                <a:cs typeface="맑은 고딕" pitchFamily="3" charset="-127"/>
              </a:rPr>
              <a:t>   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2" charset="0"/>
              <a:buChar char="–"/>
              <a:defRPr lang="ko-kr"/>
            </a:pPr>
            <a:r>
              <a:rPr lang="ko-kr" sz="1800" cap="none">
                <a:solidFill>
                  <a:srgbClr val="000000"/>
                </a:solidFill>
                <a:latin typeface="굴림체" pitchFamily="3" charset="-127"/>
                <a:ea typeface="굴림체" pitchFamily="3" charset="-127"/>
                <a:cs typeface="맑은 고딕" pitchFamily="3" charset="-127"/>
              </a:rPr>
              <a:t>예</a:t>
            </a:r>
            <a:r>
              <a:rPr lang="en-us" sz="1800" cap="none">
                <a:solidFill>
                  <a:srgbClr val="000000"/>
                </a:solidFill>
                <a:latin typeface="굴림체" pitchFamily="3" charset="-127"/>
                <a:ea typeface="굴림체" pitchFamily="3" charset="-127"/>
                <a:cs typeface="맑은 고딕" pitchFamily="3" charset="-127"/>
              </a:rPr>
              <a:t>) </a:t>
            </a:r>
            <a:r>
              <a:rPr lang="en-us" sz="1800" b="1" cap="none">
                <a:solidFill>
                  <a:srgbClr val="000000"/>
                </a:solidFill>
              </a:rPr>
              <a:t>DELETE FROM</a:t>
            </a:r>
            <a:r>
              <a:rPr lang="en-us" sz="1800" cap="none">
                <a:solidFill>
                  <a:srgbClr val="000000"/>
                </a:solidFill>
              </a:rPr>
              <a:t> DEPARTMENT </a:t>
            </a:r>
            <a:r>
              <a:rPr lang="en-us" sz="1800" b="1" cap="none">
                <a:solidFill>
                  <a:srgbClr val="000000"/>
                </a:solidFill>
              </a:rPr>
              <a:t>WHERE</a:t>
            </a:r>
            <a:r>
              <a:rPr lang="en-us" sz="1800" cap="none">
                <a:solidFill>
                  <a:srgbClr val="000000"/>
                </a:solidFill>
              </a:rPr>
              <a:t> DEPARTMENT_ID = 100</a:t>
            </a:r>
            <a:br/>
            <a:r>
              <a:rPr lang="en-us" sz="1800" cap="none">
                <a:solidFill>
                  <a:srgbClr val="000000"/>
                </a:solidFill>
              </a:rPr>
              <a:t>      </a:t>
            </a:r>
            <a:r>
              <a:rPr lang="en-us" sz="1800" b="1" cap="none">
                <a:solidFill>
                  <a:srgbClr val="000000"/>
                </a:solidFill>
              </a:rPr>
              <a:t>DELETE FROM</a:t>
            </a:r>
            <a:r>
              <a:rPr lang="en-us" sz="1800" cap="none">
                <a:solidFill>
                  <a:srgbClr val="000000"/>
                </a:solidFill>
              </a:rPr>
              <a:t> EMPLOYEE </a:t>
            </a:r>
            <a:r>
              <a:rPr lang="en-us" sz="1800" b="1" cap="none">
                <a:solidFill>
                  <a:srgbClr val="000000"/>
                </a:solidFill>
              </a:rPr>
              <a:t>WHERE</a:t>
            </a:r>
            <a:r>
              <a:rPr lang="en-us" sz="1800" cap="none">
                <a:solidFill>
                  <a:srgbClr val="000000"/>
                </a:solidFill>
              </a:rPr>
              <a:t> SAL &lt; 5000000</a:t>
            </a:r>
            <a:br/>
            <a:r>
              <a:rPr lang="en-us" sz="1800" cap="none">
                <a:solidFill>
                  <a:srgbClr val="000000"/>
                </a:solidFill>
              </a:rPr>
              <a:t>      </a:t>
            </a:r>
            <a:r>
              <a:rPr lang="en-us" sz="1800" b="1" cap="none">
                <a:solidFill>
                  <a:srgbClr val="000000"/>
                </a:solidFill>
              </a:rPr>
              <a:t>DELETE FROM </a:t>
            </a:r>
            <a:r>
              <a:rPr lang="en-us" sz="1800" cap="none">
                <a:solidFill>
                  <a:srgbClr val="000000"/>
                </a:solidFill>
              </a:rPr>
              <a:t>DEPARTMENT</a:t>
            </a:r>
            <a:endParaRPr lang="ko-kr" sz="1800" cap="none"/>
          </a:p>
        </p:txBody>
      </p:sp>
      <p:sp>
        <p:nvSpPr>
          <p:cNvPr id="4" name="AutoShape 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GQYAAGAJAADBRAAAlhEAABAgAAAmAAAACAAAAP//////////"/>
              </a:ext>
            </a:extLst>
          </p:cNvSpPr>
          <p:nvPr/>
        </p:nvSpPr>
        <p:spPr>
          <a:xfrm>
            <a:off x="991235" y="1524000"/>
            <a:ext cx="10185400" cy="13347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300" b="1" cap="none"/>
              <a:t>UPDATE </a:t>
            </a:r>
            <a:r>
              <a:rPr lang="ko-kr" sz="2300" b="1" cap="none"/>
              <a:t>테이블이름</a:t>
            </a:r>
            <a:endParaRPr lang="en-us" sz="2300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300" b="1" cap="none"/>
              <a:t>SET	  </a:t>
            </a:r>
            <a:r>
              <a:rPr lang="ko-kr" sz="2300" b="1" cap="none"/>
              <a:t>컬럼</a:t>
            </a:r>
            <a:r>
              <a:rPr lang="en-us" sz="2300" b="1" cap="none"/>
              <a:t>=</a:t>
            </a:r>
            <a:r>
              <a:rPr lang="ko-kr" sz="2300" b="1" cap="none"/>
              <a:t>변경할값</a:t>
            </a:r>
            <a:r>
              <a:rPr lang="en-us" sz="2300" b="1" cap="none"/>
              <a:t> [, </a:t>
            </a:r>
            <a:r>
              <a:rPr lang="ko-kr" sz="2300" b="1" cap="none"/>
              <a:t>컬럼</a:t>
            </a:r>
            <a:r>
              <a:rPr lang="en-us" sz="2300" b="1" cap="none"/>
              <a:t>=</a:t>
            </a:r>
            <a:r>
              <a:rPr lang="ko-kr" sz="2300" b="1" cap="none"/>
              <a:t>변경할값</a:t>
            </a:r>
            <a:r>
              <a:rPr lang="en-us" sz="2300" b="1" cap="none"/>
              <a:t>]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300" b="1" cap="none"/>
              <a:t>[WHERE] </a:t>
            </a:r>
            <a:r>
              <a:rPr lang="ko-kr" sz="2300" b="1" cap="none"/>
              <a:t>제약조건</a:t>
            </a:r>
          </a:p>
        </p:txBody>
      </p:sp>
      <p:sp>
        <p:nvSpPr>
          <p:cNvPr id="5" name="AutoShape 1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QYAAEseAADlRAAAsCIAABAgAAAmAAAACAAAAP//////////"/>
              </a:ext>
            </a:extLst>
          </p:cNvSpPr>
          <p:nvPr/>
        </p:nvSpPr>
        <p:spPr>
          <a:xfrm>
            <a:off x="1014095" y="4924425"/>
            <a:ext cx="10185400" cy="7143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800" b="1" cap="none"/>
              <a:t>DELETE FROM </a:t>
            </a:r>
            <a:r>
              <a:rPr lang="ko-kr" sz="2800" cap="none"/>
              <a:t>테이블이름</a:t>
            </a:r>
            <a:r>
              <a:rPr lang="ko-kr" sz="2800" b="1" cap="none"/>
              <a:t> </a:t>
            </a:r>
            <a:r>
              <a:rPr lang="en-us" sz="2800" b="1" cap="none"/>
              <a:t>[WHERE </a:t>
            </a:r>
            <a:r>
              <a:rPr lang="ko-kr" sz="2800" b="1" cap="none"/>
              <a:t>제약조건</a:t>
            </a:r>
            <a:r>
              <a:rPr lang="en-us" sz="2800" b="1" cap="none"/>
              <a:t>]</a:t>
            </a:r>
            <a:endParaRPr lang="ko-kr" sz="2800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SELECT (</a:t>
            </a:r>
            <a:r>
              <a:t>조회</a:t>
            </a:r>
            <a:r>
              <a:rPr lang="en-us" cap="none"/>
              <a:t>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QEAAKAFAAAdSQAAyCgAABAAAAAmAAAACAAAAD0gAAAAAAAA"/>
              </a:ext>
            </a:extLst>
          </p:cNvSpPr>
          <p:nvPr>
            <p:ph type="body" idx="1"/>
          </p:nvPr>
        </p:nvSpPr>
        <p:spPr>
          <a:xfrm>
            <a:off x="302895" y="914400"/>
            <a:ext cx="11698116" cy="57150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r>
              <a:rPr lang="en-us" sz="2800" cap="none" dirty="0">
                <a:latin typeface="맑은 고딕"/>
                <a:ea typeface="맑은 고딕"/>
              </a:rPr>
              <a:t>SELECT </a:t>
            </a:r>
            <a:r>
              <a:rPr lang="ko-kr" sz="2800" cap="none" dirty="0">
                <a:latin typeface="맑은 고딕"/>
                <a:ea typeface="맑은 고딕"/>
              </a:rPr>
              <a:t>기본구문</a:t>
            </a:r>
            <a:endParaRPr lang="en-us" sz="2800" cap="none" dirty="0">
              <a:latin typeface="맑은 고딕"/>
              <a:ea typeface="맑은 고딕"/>
            </a:endParaRPr>
          </a:p>
          <a:p>
            <a:pPr>
              <a:spcAft>
                <a:spcPts val="0"/>
              </a:spcAft>
              <a:buNone/>
              <a:defRPr lang="ko-kr"/>
            </a:pPr>
            <a:endParaRPr lang="en-us" sz="4800" cap="none"/>
          </a:p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sz="4800" cap="none"/>
          </a:p>
          <a:p>
            <a:pPr lvl="3"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sz="2000" cap="none">
              <a:solidFill>
                <a:srgbClr val="000000"/>
              </a:solidFill>
            </a:endParaRPr>
          </a:p>
          <a:p>
            <a:pPr>
              <a:spcAft>
                <a:spcPts val="0"/>
              </a:spcAft>
              <a:buFont typeface="Arial" pitchFamily="2" charset="0"/>
              <a:buChar char="•"/>
              <a:defRPr lang="ko-kr"/>
            </a:pPr>
            <a:r>
              <a:rPr lang="ko-kr" sz="2800" cap="none" dirty="0">
                <a:solidFill>
                  <a:srgbClr val="000000"/>
                </a:solidFill>
                <a:latin typeface="맑은 고딕"/>
                <a:ea typeface="맑은 고딕"/>
              </a:rPr>
              <a:t>항목</a:t>
            </a:r>
            <a:endParaRPr lang="en-us" sz="2800" cap="none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1">
              <a:lnSpc>
                <a:spcPts val="2300"/>
              </a:lnSpc>
              <a:spcBef>
                <a:spcPts val="0"/>
              </a:spcBef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SELECT </a:t>
            </a:r>
            <a:r>
              <a:rPr lang="ko-kr" b="1" cap="none" dirty="0">
                <a:solidFill>
                  <a:srgbClr val="000000"/>
                </a:solidFill>
                <a:latin typeface="맑은 고딕"/>
                <a:ea typeface="맑은 고딕"/>
              </a:rPr>
              <a:t>절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조회할 컬럼들 지정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모든 컬럼 </a:t>
            </a:r>
            <a:r>
              <a:rPr lang="ko-kr" cap="none" dirty="0" err="1">
                <a:solidFill>
                  <a:srgbClr val="000000"/>
                </a:solidFill>
                <a:latin typeface="맑은 고딕"/>
                <a:ea typeface="맑은 고딕"/>
              </a:rPr>
              <a:t>조회시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맑은 고딕"/>
                <a:ea typeface="맑은 고딕"/>
              </a:rPr>
              <a:t>*</a:t>
            </a: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사용</a:t>
            </a:r>
            <a:r>
              <a:rPr lang="en-us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별칭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(alias)–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조회 결과의 </a:t>
            </a:r>
            <a:r>
              <a:rPr lang="ko-kr" cap="none" dirty="0" err="1">
                <a:solidFill>
                  <a:srgbClr val="000000"/>
                </a:solidFill>
                <a:latin typeface="맑은 고딕"/>
                <a:ea typeface="맑은 고딕"/>
              </a:rPr>
              <a:t>컬럼명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별칭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  <a:p>
            <a:pPr lvl="1">
              <a:lnSpc>
                <a:spcPts val="2300"/>
              </a:lnSpc>
              <a:spcBef>
                <a:spcPts val="0"/>
              </a:spcBef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FROM </a:t>
            </a:r>
            <a:r>
              <a:rPr lang="ko-kr" b="1" cap="none" dirty="0">
                <a:solidFill>
                  <a:srgbClr val="000000"/>
                </a:solidFill>
                <a:latin typeface="맑은 고딕"/>
                <a:ea typeface="맑은 고딕"/>
              </a:rPr>
              <a:t>절 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조회대상 테이블이름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별칭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 –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테이블이름 대신 쿼리 내에서 사용할 별칭</a:t>
            </a:r>
            <a:endParaRPr lang="en-us" cap="none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WHERE </a:t>
            </a:r>
            <a:r>
              <a:rPr lang="ko-kr" b="1" cap="none" dirty="0">
                <a:solidFill>
                  <a:srgbClr val="000000"/>
                </a:solidFill>
                <a:latin typeface="맑은 고딕"/>
                <a:ea typeface="맑은 고딕"/>
              </a:rPr>
              <a:t>절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조회할 행에 대한 선택 조건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1">
              <a:lnSpc>
                <a:spcPts val="2300"/>
              </a:lnSpc>
              <a:spcBef>
                <a:spcPts val="0"/>
              </a:spcBef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GROUP BY </a:t>
            </a:r>
            <a:r>
              <a:rPr lang="ko-kr" b="1" cap="none" dirty="0">
                <a:solidFill>
                  <a:srgbClr val="000000"/>
                </a:solidFill>
                <a:latin typeface="맑은 고딕"/>
                <a:ea typeface="맑은 고딕"/>
              </a:rPr>
              <a:t>절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집계결과 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조회 시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 어떤 컬럼의 값이 같은 것 끼리 묶어서 조회할지 지정</a:t>
            </a:r>
            <a:endParaRPr lang="en-us" cap="none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HAVING </a:t>
            </a:r>
            <a:r>
              <a:rPr lang="ko-kr" b="1" cap="none" dirty="0">
                <a:solidFill>
                  <a:srgbClr val="000000"/>
                </a:solidFill>
                <a:latin typeface="맑은 고딕"/>
                <a:ea typeface="맑은 고딕"/>
              </a:rPr>
              <a:t>절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집계결과 조회 시 그 결과에 대한 조회조건을 넣는다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–"/>
              <a:defRPr lang="ko-kr"/>
            </a:pPr>
            <a:r>
              <a:rPr lang="en-us" b="1" cap="none" dirty="0">
                <a:solidFill>
                  <a:srgbClr val="000000"/>
                </a:solidFill>
                <a:latin typeface="맑은 고딕"/>
                <a:ea typeface="맑은 고딕"/>
              </a:rPr>
              <a:t>ORDER BY  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조회결과 정렬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. (ASC: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오름차순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(Default), DESC</a:t>
            </a:r>
            <a:r>
              <a:rPr lang="ko-kr" cap="none" dirty="0">
                <a:solidFill>
                  <a:srgbClr val="000000"/>
                </a:solidFill>
                <a:latin typeface="맑은 고딕"/>
                <a:ea typeface="맑은 고딕"/>
              </a:rPr>
              <a:t>내림차순</a:t>
            </a:r>
            <a:r>
              <a:rPr lang="en-us" cap="none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AutoShape 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MAADgJAABqOwAAgBYAABAgAAAmAAAACAAAAP//////////"/>
              </a:ext>
            </a:extLst>
          </p:cNvSpPr>
          <p:nvPr/>
        </p:nvSpPr>
        <p:spPr>
          <a:xfrm>
            <a:off x="607695" y="1498600"/>
            <a:ext cx="9050655" cy="215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 algn="just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SELECT  </a:t>
            </a:r>
            <a:r>
              <a:rPr lang="ko-kr" sz="2000" b="1" cap="none"/>
              <a:t>조회컬럼 </a:t>
            </a:r>
            <a:r>
              <a:rPr lang="en-us" sz="2000" b="1" cap="none"/>
              <a:t>[</a:t>
            </a:r>
            <a:r>
              <a:rPr lang="ko-kr" sz="2000" b="1" cap="none"/>
              <a:t>별칭</a:t>
            </a:r>
            <a:r>
              <a:rPr lang="en-us" sz="2000" b="1" cap="none"/>
              <a:t>][, </a:t>
            </a:r>
            <a:r>
              <a:rPr lang="ko-kr" sz="2000" b="1" cap="none"/>
              <a:t>조회컬럼</a:t>
            </a:r>
            <a:r>
              <a:rPr lang="en-us" sz="2000" b="1" cap="none"/>
              <a:t>,...]</a:t>
            </a:r>
          </a:p>
          <a:p>
            <a:pPr algn="just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FROM	   </a:t>
            </a:r>
            <a:r>
              <a:rPr lang="ko-kr" sz="2000" b="1" cap="none"/>
              <a:t>테이블이름 </a:t>
            </a:r>
            <a:r>
              <a:rPr lang="en-us" sz="2000" b="1" cap="none"/>
              <a:t>[</a:t>
            </a:r>
            <a:r>
              <a:rPr lang="ko-kr" sz="2000" b="1" cap="none"/>
              <a:t>별칭</a:t>
            </a:r>
            <a:r>
              <a:rPr lang="en-us" sz="2000" b="1" cap="none"/>
              <a:t>]</a:t>
            </a:r>
          </a:p>
          <a:p>
            <a:pPr algn="just"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[WHERE  </a:t>
            </a:r>
            <a:r>
              <a:rPr lang="ko-kr" sz="2000" b="1" cap="none"/>
              <a:t>제약조건</a:t>
            </a:r>
            <a:r>
              <a:rPr lang="en-us" sz="2000" b="1" cap="none"/>
              <a:t>]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[GROUP BY </a:t>
            </a:r>
            <a:r>
              <a:rPr lang="ko-kr" sz="2000" b="1" cap="none"/>
              <a:t>그룹화할 기준컬럼</a:t>
            </a:r>
            <a:r>
              <a:rPr lang="en-us" sz="2000" b="1" cap="none"/>
              <a:t>]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[HAVING </a:t>
            </a:r>
            <a:r>
              <a:rPr lang="ko-kr" sz="2000" b="1" cap="none"/>
              <a:t>조건</a:t>
            </a:r>
            <a:r>
              <a:rPr lang="en-us" sz="2000" b="1" cap="none"/>
              <a:t>] 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[ORDER BY </a:t>
            </a:r>
            <a:r>
              <a:rPr lang="ko-kr" sz="2000" b="1" cap="none"/>
              <a:t>정렬기준컬럼</a:t>
            </a:r>
            <a:r>
              <a:rPr lang="en-us" sz="2000" b="1" cap="none"/>
              <a:t> [ASC | DESC]]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SELECT (</a:t>
            </a:r>
            <a:r>
              <a:t>조회</a:t>
            </a:r>
            <a:r>
              <a:rPr lang="en-us" cap="none"/>
              <a:t>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IAABgGAADsSAAAQCkAABAAAAAmAAAACAAAAAEgAAAAAAAA"/>
              </a:ext>
            </a:extLst>
          </p:cNvSpPr>
          <p:nvPr>
            <p:ph type="body" idx="1"/>
          </p:nvPr>
        </p:nvSpPr>
        <p:spPr>
          <a:xfrm>
            <a:off x="431800" y="990600"/>
            <a:ext cx="11422380" cy="57150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r>
              <a:rPr lang="ko-kr" sz="3200" cap="none">
                <a:solidFill>
                  <a:srgbClr val="000000"/>
                </a:solidFill>
              </a:rPr>
              <a:t>예제</a:t>
            </a:r>
            <a:br/>
            <a:br/>
            <a:endParaRPr lang="en-us" cap="none">
              <a:solidFill>
                <a:srgbClr val="000000"/>
              </a:solidFill>
            </a:endParaRP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Arial" pitchFamily="2" charset="0"/>
              <a:buChar char="•"/>
              <a:defRPr lang="ko-kr"/>
            </a:pPr>
            <a:endParaRPr lang="en-us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r>
              <a:rPr lang="en-us" b="1" cap="none">
                <a:solidFill>
                  <a:srgbClr val="000000"/>
                </a:solidFill>
              </a:rPr>
              <a:t>   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endParaRPr lang="en-us" sz="2800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endParaRPr lang="en-us" sz="2800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endParaRPr lang="en-us" sz="2800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endParaRPr lang="en-us" sz="2800" b="1" cap="none">
              <a:solidFill>
                <a:srgbClr val="000000"/>
              </a:solidFill>
            </a:endParaRP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ko-kr"/>
            </a:pPr>
            <a:endParaRPr lang="ko-kr" sz="2800" cap="none"/>
          </a:p>
        </p:txBody>
      </p:sp>
      <p:sp>
        <p:nvSpPr>
          <p:cNvPr id="4" name="사각형: 둥근 모서리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egMAAAAPAADXOQAAYBgAABAAAAAmAAAACAAAAP//////////"/>
              </a:ext>
            </a:extLst>
          </p:cNvSpPr>
          <p:nvPr/>
        </p:nvSpPr>
        <p:spPr>
          <a:xfrm>
            <a:off x="565150" y="2438400"/>
            <a:ext cx="8837295" cy="152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</a:t>
            </a:r>
            <a:r>
              <a:rPr lang="en-us" cap="none"/>
              <a:t> 	   department_name </a:t>
            </a:r>
            <a:r>
              <a:rPr lang="ko-kr" cap="none"/>
              <a:t>부서명</a:t>
            </a:r>
            <a:r>
              <a:rPr lang="en-us" cap="none"/>
              <a:t>, location </a:t>
            </a:r>
            <a:r>
              <a:rPr lang="ko-kr" cap="none"/>
              <a:t>위치</a:t>
            </a:r>
            <a:br/>
            <a:r>
              <a:rPr lang="en-us" b="1" cap="none"/>
              <a:t>FROM</a:t>
            </a:r>
            <a:r>
              <a:rPr lang="en-us" cap="none"/>
              <a:t> 	   department</a:t>
            </a:r>
            <a:br/>
            <a:r>
              <a:rPr lang="en-us" b="1" cap="none"/>
              <a:t>WHERE</a:t>
            </a:r>
            <a:r>
              <a:rPr lang="en-us" cap="none"/>
              <a:t> 	   location= ‘</a:t>
            </a:r>
            <a:r>
              <a:rPr lang="ko-kr" cap="none"/>
              <a:t>서울</a:t>
            </a:r>
            <a:r>
              <a:rPr lang="en-us" cap="none"/>
              <a:t>’ </a:t>
            </a:r>
            <a:br/>
            <a:r>
              <a:rPr lang="en-us" b="1" cap="none"/>
              <a:t>ORDER BY</a:t>
            </a:r>
            <a:r>
              <a:rPr lang="en-us" cap="none"/>
              <a:t>   department_no </a:t>
            </a:r>
            <a:r>
              <a:rPr lang="en-us" b="1" cap="none"/>
              <a:t>DESC</a:t>
            </a:r>
            <a:endParaRPr lang="ko-kr" cap="none"/>
          </a:p>
        </p:txBody>
      </p:sp>
      <p:sp>
        <p:nvSpPr>
          <p:cNvPr id="5" name="사각형: 둥근 모서리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RQMAAMgZAACjOQAAKCMAABAAAAAmAAAACAAAAP//////////"/>
              </a:ext>
            </a:extLst>
          </p:cNvSpPr>
          <p:nvPr/>
        </p:nvSpPr>
        <p:spPr>
          <a:xfrm>
            <a:off x="531495" y="4191000"/>
            <a:ext cx="8837930" cy="152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 	       </a:t>
            </a:r>
            <a:r>
              <a:rPr lang="en-us" cap="none"/>
              <a:t>department_no, avg(salary)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FROM   	       </a:t>
            </a:r>
            <a:r>
              <a:rPr lang="en-us" cap="none"/>
              <a:t>employee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GROUP BY    </a:t>
            </a:r>
            <a:r>
              <a:rPr lang="en-us" cap="none"/>
              <a:t>department_no</a:t>
            </a:r>
            <a:br/>
            <a:r>
              <a:rPr lang="en-us" b="1" cap="none"/>
              <a:t>HAVING       </a:t>
            </a:r>
            <a:r>
              <a:rPr lang="en-us" cap="none"/>
              <a:t>avg(salary) &gt; 30000000</a:t>
            </a:r>
            <a:endParaRPr lang="ko-kr" sz="2000" cap="none"/>
          </a:p>
        </p:txBody>
      </p:sp>
      <p:sp>
        <p:nvSpPr>
          <p:cNvPr id="6" name="사각형: 둥근 모서리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AAAAA8zMzADAwP8Af39/AAAAAAAAAAAAAAAAAAAAAAAAAAAAIQAAABgAAAAUAAAAvQMAANgJAAAbOgAAmA0AABAAAAAmAAAACAAAAP//////////"/>
              </a:ext>
            </a:extLst>
          </p:cNvSpPr>
          <p:nvPr/>
        </p:nvSpPr>
        <p:spPr>
          <a:xfrm>
            <a:off x="607695" y="1600200"/>
            <a:ext cx="883793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</a:t>
            </a:r>
            <a:r>
              <a:rPr lang="ko-kr" b="1" cap="none"/>
              <a:t> </a:t>
            </a:r>
            <a:r>
              <a:rPr lang="en-us" b="1" cap="none"/>
              <a:t>*</a:t>
            </a:r>
            <a:r>
              <a:rPr lang="ko-kr" b="1" cap="none"/>
              <a:t> </a:t>
            </a:r>
            <a:r>
              <a:rPr lang="en-us" b="1" cap="none"/>
              <a:t>FROM</a:t>
            </a:r>
            <a:r>
              <a:rPr lang="ko-kr" b="1" cap="none"/>
              <a:t> </a:t>
            </a:r>
            <a:r>
              <a:rPr lang="en-us" cap="none"/>
              <a:t>employee</a:t>
            </a:r>
            <a:endParaRPr lang="ko-kr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연산자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u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7613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530"/>
              </a:spcBef>
              <a:defRPr lang="ko-kr" sz="2040" cap="none"/>
            </a:pPr>
            <a:r>
              <a:t>컬럼이나 상수값에 사칙연산을 이용할 수 있다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SELECT </a:t>
            </a:r>
            <a:r>
              <a:t>조회 컬럼에 사용시 연산은 </a:t>
            </a:r>
            <a:r>
              <a:rPr lang="ko-kr" b="1" cap="none"/>
              <a:t>행 단위로 이루어진다</a:t>
            </a:r>
            <a:r>
              <a:rPr lang="en-us" b="1" cap="none"/>
              <a:t>.</a:t>
            </a:r>
            <a:endParaRPr lang="en-us" cap="none"/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t>연산자</a:t>
            </a:r>
            <a:endParaRPr lang="en-us" cap="none"/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+, -, *, /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%, MOD : </a:t>
            </a:r>
            <a:r>
              <a:t>나머지 연산자</a:t>
            </a:r>
            <a:endParaRPr lang="en-us" cap="none"/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DIV: </a:t>
            </a:r>
            <a:r>
              <a:t>몫 연산자</a:t>
            </a:r>
            <a:endParaRPr lang="en-us" cap="none"/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t>연산자 우선순위지정은 </a:t>
            </a:r>
            <a:r>
              <a:rPr lang="en-us" cap="none"/>
              <a:t>( ) </a:t>
            </a:r>
            <a:r>
              <a:t>로 묶는다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spcBef>
                <a:spcPts val="1530"/>
              </a:spcBef>
              <a:defRPr lang="ko-kr" sz="2040" cap="none"/>
            </a:pPr>
            <a:r>
              <a:t>예</a:t>
            </a:r>
            <a:r>
              <a:rPr lang="en-us" cap="none"/>
              <a:t>) 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tall + 20 FROM user;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tall – weight FROM user;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salary * bonus_rate FROM employee;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tall</a:t>
            </a:r>
            <a:r>
              <a:rPr lang="ko-kr" b="1" cap="none"/>
              <a:t> </a:t>
            </a:r>
            <a:r>
              <a:rPr lang="en-us" b="1" cap="none"/>
              <a:t>/</a:t>
            </a:r>
            <a:r>
              <a:rPr lang="ko-kr" b="1" cap="none"/>
              <a:t> </a:t>
            </a:r>
            <a:r>
              <a:rPr lang="en-us" b="1" cap="none"/>
              <a:t>weight</a:t>
            </a:r>
            <a:r>
              <a:rPr lang="ko-kr" b="1" cap="none"/>
              <a:t> </a:t>
            </a:r>
            <a:r>
              <a:rPr lang="en-us" b="1" cap="none"/>
              <a:t>FROM</a:t>
            </a:r>
            <a:r>
              <a:rPr lang="ko-kr" b="1" cap="none"/>
              <a:t> </a:t>
            </a:r>
            <a:r>
              <a:rPr lang="en-us" b="1" cap="none"/>
              <a:t>user;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tall DIV weight FROM user;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tall MOD weight FROM user;</a:t>
            </a:r>
            <a:r>
              <a:rPr lang="en-us" cap="none"/>
              <a:t> or </a:t>
            </a:r>
            <a:r>
              <a:rPr lang="en-us" b="1" cap="none"/>
              <a:t>SELECT tall % weight FROM user;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b="1" cap="none"/>
              <a:t>SELECT * FROM user WHERE tall/100 &gt; 1.7;</a:t>
            </a:r>
            <a:endParaRPr lang="ko-kr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WHERE </a:t>
            </a:r>
            <a:r>
              <a:t>절에서 사용하는 검색 조건의 주요 연산자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12660"/>
              </p:ext>
            </p:extLst>
          </p:nvPr>
        </p:nvGraphicFramePr>
        <p:xfrm>
          <a:off x="607695" y="926326"/>
          <a:ext cx="9996170" cy="485066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74"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연산자</a:t>
                      </a:r>
                      <a:endParaRPr lang="ko-kr" b="1" cap="none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b="1" cap="none" dirty="0">
                          <a:solidFill>
                            <a:schemeClr val="bg1"/>
                          </a:solidFill>
                        </a:rPr>
                        <a:t> </a:t>
                      </a:r>
                      <a:r>
                        <a:rPr b="1" dirty="0">
                          <a:solidFill>
                            <a:schemeClr val="bg1"/>
                          </a:solidFill>
                        </a:rPr>
                        <a:t>설</a:t>
                      </a:r>
                      <a:r>
                        <a:rPr lang="ko-KR" b="1" dirty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431165"/>
                  </a:ext>
                </a:extLst>
              </a:tr>
              <a:tr h="58434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AND, OR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논리 연산자로 조건이 하나 이상일 경우 연결 연산자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AND :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두 조건을 모두 만족하는 것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. OR :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둘 중 하나만 만족하는 것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407035"/>
                  </a:ext>
                </a:extLst>
              </a:tr>
              <a:tr h="59793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=, &lt;&gt; (!=), &gt;, &lt;, &gt;=, &lt;=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= :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같은 것 조회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 !=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같지 않은 것 조회</a:t>
                      </a:r>
                      <a:br>
                        <a:rPr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&gt; :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큰 값들 조회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, &lt; : 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작은 값들 조회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560070"/>
                  </a:ext>
                </a:extLst>
              </a:tr>
              <a:tr h="36011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BETWEEN a AND b 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와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사이의 데이터를 조회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(a, b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값 포함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4650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IN  (list)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list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(,</a:t>
                      </a:r>
                      <a:r>
                        <a:rPr lang="ko-KR" altLang="en-US" sz="1600" cap="none" dirty="0" err="1">
                          <a:solidFill>
                            <a:schemeClr val="bg1"/>
                          </a:solidFill>
                        </a:rPr>
                        <a:t>를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600" cap="none" dirty="0">
                          <a:solidFill>
                            <a:schemeClr val="bg1"/>
                          </a:solidFill>
                        </a:rPr>
                        <a:t>구분자로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600" cap="none" dirty="0">
                          <a:solidFill>
                            <a:schemeClr val="bg1"/>
                          </a:solidFill>
                        </a:rPr>
                        <a:t>나열</a:t>
                      </a:r>
                      <a:r>
                        <a:rPr lang="en-US" altLang="ko-KR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의 값 중 어느 하나와 일치하는 데이터를 조회</a:t>
                      </a:r>
                      <a:endParaRPr lang="en-us" sz="1600" cap="none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24485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LIKE 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문자 형태로 부분일치하는 데이터를 조회 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(%, _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사용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24485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IS NULL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NULL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값을 가진 데이터를 조회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24485"/>
                  </a:ext>
                </a:extLst>
              </a:tr>
              <a:tr h="536777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NOT BETWEEN a AND b 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와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사이에 있지 않은 데이터를 조회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(a, b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값 포함하지 않음</a:t>
                      </a: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560070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NOT IN  (list)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list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의 값과 일치하지 않는 데이터를 조회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24485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NOT LIKE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문자 형태와 일치하지 않는 데이터를 조회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24485"/>
                  </a:ext>
                </a:extLst>
              </a:tr>
              <a:tr h="43485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b="1" cap="none" dirty="0">
                          <a:solidFill>
                            <a:schemeClr val="bg1"/>
                          </a:solidFill>
                        </a:rPr>
                        <a:t>IS NOT NULL</a:t>
                      </a:r>
                      <a:endParaRPr lang="en-US" sz="1600" b="1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600" cap="none" dirty="0">
                          <a:solidFill>
                            <a:schemeClr val="bg1"/>
                          </a:solidFill>
                        </a:rPr>
                        <a:t>NULL</a:t>
                      </a:r>
                      <a:r>
                        <a:rPr lang="ko-kr" sz="1600" cap="none" dirty="0">
                          <a:solidFill>
                            <a:schemeClr val="bg1"/>
                          </a:solidFill>
                        </a:rPr>
                        <a:t>값을 갖지 않는 데이터를 조회</a:t>
                      </a:r>
                      <a:endParaRPr lang="en-us" sz="1600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8905" marR="-635" marT="128905" marB="-63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457200"/>
                  </a:ext>
                </a:extLst>
              </a:tr>
            </a:tbl>
          </a:graphicData>
        </a:graphic>
      </p:graphicFrame>
      <p:sp>
        <p:nvSpPr>
          <p:cNvPr id="4" name="TextBox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QMAABgkAAA7LwAAxikAABAgAAAmAAAACAAAAP//////////"/>
              </a:ext>
            </a:extLst>
          </p:cNvSpPr>
          <p:nvPr/>
        </p:nvSpPr>
        <p:spPr>
          <a:xfrm>
            <a:off x="531495" y="5867400"/>
            <a:ext cx="7146290" cy="9232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buFont typeface="Arial" pitchFamily="2" charset="0"/>
              <a:buChar char="•"/>
              <a:defRPr lang="en-us"/>
            </a:pPr>
            <a:r>
              <a:rPr lang="en-us" cap="none">
                <a:solidFill>
                  <a:srgbClr val="FF0000"/>
                </a:solidFill>
              </a:rPr>
              <a:t> where </a:t>
            </a:r>
            <a:r>
              <a:rPr lang="ko-kr" cap="none">
                <a:solidFill>
                  <a:srgbClr val="FF0000"/>
                </a:solidFill>
              </a:rPr>
              <a:t>절은 </a:t>
            </a:r>
            <a:r>
              <a:rPr lang="en-us" cap="none">
                <a:solidFill>
                  <a:srgbClr val="FF0000"/>
                </a:solidFill>
              </a:rPr>
              <a:t>update, delete, select </a:t>
            </a:r>
            <a:r>
              <a:rPr lang="ko-kr" cap="none">
                <a:solidFill>
                  <a:srgbClr val="FF0000"/>
                </a:solidFill>
              </a:rPr>
              <a:t>에서 행을 선택할 때 사용한다</a:t>
            </a:r>
            <a:r>
              <a:rPr lang="en-us" cap="none">
                <a:solidFill>
                  <a:srgbClr val="FF0000"/>
                </a:solidFill>
              </a:rPr>
              <a:t>. </a:t>
            </a:r>
          </a:p>
          <a:p>
            <a:pPr>
              <a:buFont typeface="Arial" pitchFamily="2" charset="0"/>
              <a:buChar char="•"/>
              <a:defRPr lang="en-us"/>
            </a:pPr>
            <a:r>
              <a:rPr lang="ko-kr" cap="none">
                <a:solidFill>
                  <a:srgbClr val="FF0000"/>
                </a:solidFill>
              </a:rPr>
              <a:t> 조건이 여러 개인 경우 </a:t>
            </a:r>
            <a:r>
              <a:rPr lang="en-us" cap="none">
                <a:solidFill>
                  <a:srgbClr val="FF0000"/>
                </a:solidFill>
              </a:rPr>
              <a:t>and </a:t>
            </a:r>
            <a:r>
              <a:rPr lang="ko-kr" cap="none">
                <a:solidFill>
                  <a:srgbClr val="FF0000"/>
                </a:solidFill>
              </a:rPr>
              <a:t>나 </a:t>
            </a:r>
            <a:r>
              <a:rPr lang="en-us" cap="none">
                <a:solidFill>
                  <a:srgbClr val="FF0000"/>
                </a:solidFill>
              </a:rPr>
              <a:t>or </a:t>
            </a:r>
            <a:r>
              <a:rPr lang="ko-kr" cap="none">
                <a:solidFill>
                  <a:srgbClr val="FF0000"/>
                </a:solidFill>
              </a:rPr>
              <a:t>로 연결한다</a:t>
            </a:r>
            <a:r>
              <a:rPr lang="en-us" cap="none">
                <a:solidFill>
                  <a:srgbClr val="FF0000"/>
                </a:solidFill>
              </a:rPr>
              <a:t>. </a:t>
            </a:r>
          </a:p>
          <a:p>
            <a:pPr>
              <a:buFont typeface="Arial" pitchFamily="2" charset="0"/>
              <a:buChar char="•"/>
              <a:defRPr lang="en-us"/>
            </a:pPr>
            <a:r>
              <a:rPr lang="ko-kr" cap="none">
                <a:solidFill>
                  <a:srgbClr val="FF0000"/>
                </a:solidFill>
              </a:rPr>
              <a:t> 연산의 우선순위를 바꿀 경우 </a:t>
            </a:r>
            <a:r>
              <a:rPr lang="en-us" cap="none">
                <a:solidFill>
                  <a:srgbClr val="FF0000"/>
                </a:solidFill>
              </a:rPr>
              <a:t>( ) </a:t>
            </a:r>
            <a:r>
              <a:rPr lang="ko-kr" cap="none">
                <a:solidFill>
                  <a:srgbClr val="FF0000"/>
                </a:solidFill>
              </a:rPr>
              <a:t>를 사용한다</a:t>
            </a:r>
            <a:r>
              <a:rPr lang="en-us" cap="none">
                <a:solidFill>
                  <a:srgbClr val="FF0000"/>
                </a:solidFill>
              </a:rPr>
              <a:t>.</a:t>
            </a:r>
            <a:endParaRPr lang="ko-kr" cap="none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</a:t>
            </a:r>
          </a:p>
        </p:txBody>
      </p:sp>
      <p:sp>
        <p:nvSpPr>
          <p:cNvPr id="3" name="텍스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종류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6CYAABAAAAAmAAAACAAAADw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b="1" cap="none"/>
              <a:t>단일 행 함수 </a:t>
            </a:r>
          </a:p>
          <a:p>
            <a:pPr lvl="1">
              <a:defRPr lang="ko-kr"/>
            </a:pPr>
            <a:r>
              <a:t>행 단위로 값을 처리하는 함수. </a:t>
            </a:r>
          </a:p>
          <a:p>
            <a:pPr lvl="1">
              <a:defRPr lang="ko-kr"/>
            </a:pPr>
            <a:r>
              <a:t>단일행은 </a:t>
            </a:r>
            <a:r>
              <a:rPr lang="en-us" cap="none"/>
              <a:t>select</a:t>
            </a:r>
            <a:r>
              <a:t>, where 절에서 사용 가능.</a:t>
            </a:r>
            <a:endParaRPr lang="en-us" cap="none"/>
          </a:p>
          <a:p>
            <a:pPr lvl="1">
              <a:defRPr lang="ko-kr"/>
            </a:pPr>
            <a:r>
              <a:t>함수에 함수를 넣어 여러 처리를 한번에 할 수 있다</a:t>
            </a:r>
            <a:r>
              <a:rPr lang="en-us" cap="none"/>
              <a:t>.</a:t>
            </a:r>
          </a:p>
          <a:p>
            <a:pPr lvl="2">
              <a:defRPr lang="ko-kr"/>
            </a:pPr>
            <a:r>
              <a:rPr lang="en-us" b="1" cap="none"/>
              <a:t>CHAR_LENGTH</a:t>
            </a:r>
            <a:r>
              <a:rPr lang="en-us" cap="none"/>
              <a:t>(</a:t>
            </a:r>
            <a:r>
              <a:rPr lang="en-us" b="1" cap="none"/>
              <a:t>CONCAT</a:t>
            </a:r>
            <a:r>
              <a:rPr lang="en-us" cap="none"/>
              <a:t>('A','B'))</a:t>
            </a:r>
          </a:p>
          <a:p>
            <a:pPr>
              <a:buFont typeface="Arial" pitchFamily="2" charset="0"/>
              <a:buChar char="▪"/>
              <a:defRPr lang="ko-kr"/>
            </a:pPr>
            <a:r>
              <a:rPr lang="ko-kr" b="1" cap="none"/>
              <a:t>다중</a:t>
            </a:r>
            <a:r>
              <a:rPr lang="en-us" b="1" cap="none"/>
              <a:t> </a:t>
            </a:r>
            <a:r>
              <a:rPr lang="ko-kr" b="1" cap="none"/>
              <a:t>행 함수 </a:t>
            </a:r>
          </a:p>
          <a:p>
            <a:pPr lvl="1">
              <a:defRPr lang="ko-kr"/>
            </a:pPr>
            <a:r>
              <a:t>여러 행의 값들을 묶어서 한번에 처리하는 함수</a:t>
            </a:r>
          </a:p>
          <a:p>
            <a:pPr lvl="1">
              <a:defRPr lang="ko-kr"/>
            </a:pPr>
            <a:r>
              <a:t>집계함수, 그룹함수라고 한다.</a:t>
            </a:r>
          </a:p>
          <a:p>
            <a:pPr lvl="1">
              <a:defRPr lang="ko-kr"/>
            </a:pPr>
            <a:r>
              <a:t>다중행은 </a:t>
            </a:r>
            <a:r>
              <a:rPr lang="en-us" cap="none"/>
              <a:t>select,</a:t>
            </a:r>
            <a:r>
              <a:t> </a:t>
            </a:r>
            <a:r>
              <a:rPr lang="en-us" cap="none"/>
              <a:t>having 절에서 사용 가능.</a:t>
            </a:r>
          </a:p>
          <a:p>
            <a:pPr lvl="2">
              <a:defRPr lang="ko-kr"/>
            </a:pPr>
            <a:r>
              <a:rPr lang="en-us" cap="none"/>
              <a:t>where</a:t>
            </a:r>
            <a:r>
              <a:t>절에는 사용할 수 없다. (</a:t>
            </a:r>
            <a:r>
              <a:rPr lang="en-us" cap="none"/>
              <a:t>subquery</a:t>
            </a:r>
            <a:r>
              <a:t> 이용)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조건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u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7613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if (</a:t>
            </a:r>
            <a:r>
              <a:t>조건수식</a:t>
            </a:r>
            <a:r>
              <a:rPr lang="en-us" cap="none"/>
              <a:t>, </a:t>
            </a:r>
            <a:r>
              <a:t>참</a:t>
            </a:r>
            <a:r>
              <a:rPr lang="en-us" cap="none"/>
              <a:t>, </a:t>
            </a:r>
            <a:r>
              <a:t>거짓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조건수식</a:t>
            </a:r>
            <a:r>
              <a:t>이 </a:t>
            </a:r>
            <a:r>
              <a:rPr lang="en-us" cap="none"/>
              <a:t>True</a:t>
            </a:r>
            <a:r>
              <a:t>이면 </a:t>
            </a:r>
            <a:r>
              <a:rPr lang="ko-kr" b="1" cap="none"/>
              <a:t>참</a:t>
            </a:r>
            <a:r>
              <a:t>을 </a:t>
            </a:r>
            <a:r>
              <a:rPr lang="en-us" cap="none"/>
              <a:t>False</a:t>
            </a:r>
            <a:r>
              <a:t>이면 </a:t>
            </a:r>
            <a:r>
              <a:rPr lang="ko-kr" b="1" cap="none"/>
              <a:t>거짓</a:t>
            </a:r>
            <a:r>
              <a:t>을 출력한다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ifnull (</a:t>
            </a:r>
            <a:r>
              <a:t>기준컬럼</a:t>
            </a:r>
            <a:r>
              <a:rPr lang="en-us" cap="none"/>
              <a:t>(</a:t>
            </a:r>
            <a:r>
              <a:t>값</a:t>
            </a:r>
            <a:r>
              <a:rPr lang="en-us" cap="none"/>
              <a:t>), </a:t>
            </a:r>
            <a:r>
              <a:t>기본값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기준컬럼</a:t>
            </a:r>
            <a:r>
              <a:rPr lang="en-us" b="1" cap="none"/>
              <a:t>(</a:t>
            </a:r>
            <a:r>
              <a:rPr lang="ko-kr" b="1" cap="none"/>
              <a:t>값</a:t>
            </a:r>
            <a:r>
              <a:rPr lang="en-us" b="1" cap="none"/>
              <a:t>)</a:t>
            </a:r>
            <a:r>
              <a:t>이 </a:t>
            </a:r>
            <a:r>
              <a:rPr lang="en-us" cap="none"/>
              <a:t>NULL</a:t>
            </a:r>
            <a:r>
              <a:t>값이면 </a:t>
            </a:r>
            <a:r>
              <a:rPr lang="ko-kr" b="1" cap="none"/>
              <a:t>기본값</a:t>
            </a:r>
            <a:r>
              <a:t>을 출력하고 </a:t>
            </a:r>
            <a:r>
              <a:rPr lang="en-us" cap="none"/>
              <a:t>NULL</a:t>
            </a:r>
            <a:r>
              <a:t>이 아니면 </a:t>
            </a:r>
            <a:r>
              <a:rPr lang="ko-kr" b="1" cap="none"/>
              <a:t>기준컬럼 값</a:t>
            </a:r>
            <a:r>
              <a:t>을 출력</a:t>
            </a:r>
            <a:endParaRPr lang="en-us" cap="none"/>
          </a:p>
          <a:p>
            <a:pPr>
              <a:defRPr lang="ko-kr"/>
            </a:pPr>
            <a:r>
              <a:rPr lang="en-us" cap="none"/>
              <a:t>nullif(</a:t>
            </a:r>
            <a:r>
              <a:t>컬럼</a:t>
            </a:r>
            <a:r>
              <a:rPr lang="en-us" cap="none"/>
              <a:t>1, </a:t>
            </a:r>
            <a:r>
              <a:t>컬럼</a:t>
            </a:r>
            <a:r>
              <a:rPr lang="en-us" cap="none"/>
              <a:t>2)</a:t>
            </a:r>
          </a:p>
          <a:p>
            <a:pPr lvl="1">
              <a:defRPr lang="ko-kr"/>
            </a:pPr>
            <a:r>
              <a:rPr lang="ko-kr" b="1" cap="none"/>
              <a:t>컬럼</a:t>
            </a:r>
            <a:r>
              <a:rPr lang="en-us" b="1" cap="none"/>
              <a:t>1</a:t>
            </a:r>
            <a:r>
              <a:t>과 </a:t>
            </a:r>
            <a:r>
              <a:rPr lang="ko-kr" b="1" cap="none"/>
              <a:t>컬럼</a:t>
            </a:r>
            <a:r>
              <a:rPr lang="en-us" b="1" cap="none"/>
              <a:t>2</a:t>
            </a:r>
            <a:r>
              <a:t>가 같으면 </a:t>
            </a:r>
            <a:r>
              <a:rPr lang="en-us" cap="none"/>
              <a:t>NULL</a:t>
            </a:r>
            <a:r>
              <a:t>을 반환</a:t>
            </a:r>
            <a:r>
              <a:rPr lang="en-us" cap="none"/>
              <a:t>, </a:t>
            </a:r>
            <a:r>
              <a:t>다르면 </a:t>
            </a:r>
            <a:r>
              <a:rPr lang="ko-kr" b="1" cap="none"/>
              <a:t>컬럼</a:t>
            </a:r>
            <a:r>
              <a:rPr lang="en-us" b="1" cap="none"/>
              <a:t>1</a:t>
            </a:r>
            <a:r>
              <a:t>을 반환</a:t>
            </a: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조건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u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7613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CASE  </a:t>
            </a:r>
            <a:r>
              <a:t>구문</a:t>
            </a:r>
            <a:r>
              <a:rPr lang="en-us" cap="none"/>
              <a:t>(</a:t>
            </a:r>
            <a:r>
              <a:t>함수가 아닌 연산자임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t>동등 조건 비교</a:t>
            </a:r>
            <a:endParaRPr lang="en-us" cap="none"/>
          </a:p>
          <a:p>
            <a:pPr lvl="2">
              <a:defRPr lang="ko-kr"/>
            </a:pPr>
            <a:r>
              <a:rPr lang="en-us" b="1" cap="none"/>
              <a:t>CASE</a:t>
            </a:r>
            <a:r>
              <a:rPr lang="en-us" cap="none"/>
              <a:t> </a:t>
            </a:r>
            <a:r>
              <a:t>수식 </a:t>
            </a:r>
            <a:r>
              <a:rPr lang="en-us" b="1" cap="none"/>
              <a:t>WHEN</a:t>
            </a:r>
            <a:r>
              <a:rPr lang="en-us" cap="none"/>
              <a:t> </a:t>
            </a:r>
            <a:r>
              <a:t>비교값</a:t>
            </a:r>
            <a:r>
              <a:rPr lang="en-us" cap="none"/>
              <a:t>1</a:t>
            </a:r>
            <a:r>
              <a:t> </a:t>
            </a:r>
            <a:r>
              <a:rPr lang="en-us" b="1" cap="none"/>
              <a:t>THEN</a:t>
            </a:r>
            <a:r>
              <a:rPr lang="en-us" cap="none"/>
              <a:t> </a:t>
            </a:r>
            <a:r>
              <a:t>출력값</a:t>
            </a:r>
            <a:r>
              <a:rPr lang="en-us" cap="none"/>
              <a:t>1 ... </a:t>
            </a:r>
            <a:r>
              <a:rPr lang="en-us" b="1" cap="none"/>
              <a:t>ELSE</a:t>
            </a:r>
            <a:r>
              <a:rPr lang="en-us" cap="none"/>
              <a:t> </a:t>
            </a:r>
            <a:r>
              <a:t>출력값</a:t>
            </a:r>
            <a:r>
              <a:rPr lang="en-us" cap="none"/>
              <a:t>2 </a:t>
            </a:r>
            <a:r>
              <a:rPr lang="en-us" b="1" cap="none"/>
              <a:t>END</a:t>
            </a:r>
          </a:p>
          <a:p>
            <a:pPr lvl="3">
              <a:defRPr lang="ko-kr"/>
            </a:pPr>
            <a:r>
              <a:t>수식의 값이 비교값</a:t>
            </a:r>
            <a:r>
              <a:rPr lang="en-us" cap="none"/>
              <a:t>1</a:t>
            </a:r>
            <a:r>
              <a:t>과 같으면 출력값</a:t>
            </a:r>
            <a:r>
              <a:rPr lang="en-us" cap="none"/>
              <a:t>2</a:t>
            </a:r>
            <a:r>
              <a:t>을 출력한다</a:t>
            </a:r>
            <a:r>
              <a:rPr lang="en-us" cap="none"/>
              <a:t>.</a:t>
            </a:r>
          </a:p>
          <a:p>
            <a:pPr lvl="4">
              <a:defRPr lang="ko-kr"/>
            </a:pPr>
            <a:r>
              <a:t>조건이 여러 개일 경우 </a:t>
            </a:r>
            <a:r>
              <a:rPr lang="en-us" b="1" cap="none"/>
              <a:t>WHEN </a:t>
            </a:r>
            <a:r>
              <a:rPr lang="ko-kr" b="1" cap="none"/>
              <a:t>비교값 </a:t>
            </a:r>
            <a:r>
              <a:rPr lang="en-us" b="1" cap="none"/>
              <a:t>THEN </a:t>
            </a:r>
            <a:r>
              <a:rPr lang="ko-kr" b="1" cap="none"/>
              <a:t>출력값 </a:t>
            </a:r>
            <a:r>
              <a:t>을 반복한다</a:t>
            </a:r>
            <a:r>
              <a:rPr lang="en-us" cap="none"/>
              <a:t>.</a:t>
            </a:r>
          </a:p>
          <a:p>
            <a:pPr lvl="3">
              <a:defRPr lang="ko-kr"/>
            </a:pPr>
            <a:r>
              <a:t>모든 비교값과 일치하지 않으면 </a:t>
            </a:r>
            <a:r>
              <a:rPr lang="en-us" cap="none"/>
              <a:t>ELSE</a:t>
            </a:r>
            <a:r>
              <a:t>의 출력값</a:t>
            </a:r>
            <a:r>
              <a:rPr lang="en-us" cap="none"/>
              <a:t>2</a:t>
            </a:r>
            <a:r>
              <a:t>을 출력한다</a:t>
            </a:r>
            <a:r>
              <a:rPr lang="en-us" cap="none"/>
              <a:t>. </a:t>
            </a:r>
          </a:p>
          <a:p>
            <a:pPr lvl="4">
              <a:defRPr lang="ko-kr"/>
            </a:pPr>
            <a:r>
              <a:rPr lang="en-us" cap="none"/>
              <a:t>ELSE</a:t>
            </a:r>
            <a:r>
              <a:t>는 생략가능 하며 생략시 </a:t>
            </a:r>
            <a:r>
              <a:rPr lang="en-us" cap="none"/>
              <a:t>NULL </a:t>
            </a:r>
            <a:r>
              <a:t>출력한다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t>조건 비교</a:t>
            </a:r>
            <a:endParaRPr lang="en-us" cap="none"/>
          </a:p>
          <a:p>
            <a:pPr lvl="2">
              <a:defRPr lang="ko-kr"/>
            </a:pPr>
            <a:r>
              <a:rPr lang="en-us" b="1" cap="none"/>
              <a:t>CASE WHEN </a:t>
            </a:r>
            <a:r>
              <a:t>수식</a:t>
            </a:r>
            <a:r>
              <a:rPr lang="en-us" cap="none"/>
              <a:t>1 </a:t>
            </a:r>
            <a:r>
              <a:rPr lang="en-us" b="1" cap="none"/>
              <a:t>THEN</a:t>
            </a:r>
            <a:r>
              <a:rPr lang="en-us" cap="none"/>
              <a:t> </a:t>
            </a:r>
            <a:r>
              <a:t>출력값</a:t>
            </a:r>
            <a:r>
              <a:rPr lang="en-us" cap="none"/>
              <a:t>1 … </a:t>
            </a:r>
            <a:r>
              <a:rPr lang="en-us" b="1" cap="none"/>
              <a:t>ELSE</a:t>
            </a:r>
            <a:r>
              <a:rPr lang="en-us" cap="none"/>
              <a:t> </a:t>
            </a:r>
            <a:r>
              <a:t>출력값</a:t>
            </a:r>
            <a:r>
              <a:rPr lang="en-us" cap="none"/>
              <a:t>2 </a:t>
            </a:r>
            <a:r>
              <a:rPr lang="en-us" b="1" cap="none"/>
              <a:t>END</a:t>
            </a:r>
          </a:p>
          <a:p>
            <a:pPr lvl="3">
              <a:defRPr lang="ko-kr"/>
            </a:pPr>
            <a:r>
              <a:t>수식</a:t>
            </a:r>
            <a:r>
              <a:rPr lang="en-us" cap="none"/>
              <a:t>1</a:t>
            </a:r>
            <a:r>
              <a:t>의 조건이 </a:t>
            </a:r>
            <a:r>
              <a:rPr lang="en-us" cap="none"/>
              <a:t>True</a:t>
            </a:r>
            <a:r>
              <a:t>이면 출력값 </a:t>
            </a:r>
            <a:r>
              <a:rPr lang="en-us" cap="none"/>
              <a:t>1</a:t>
            </a:r>
            <a:r>
              <a:t>을 출력한다</a:t>
            </a:r>
            <a:r>
              <a:rPr lang="en-us" cap="none"/>
              <a:t>.</a:t>
            </a:r>
          </a:p>
          <a:p>
            <a:pPr lvl="4">
              <a:defRPr lang="ko-kr"/>
            </a:pPr>
            <a:r>
              <a:t>조건이 여러 개일 경우 </a:t>
            </a:r>
            <a:r>
              <a:rPr lang="en-us" b="1" cap="none"/>
              <a:t>WHEN </a:t>
            </a:r>
            <a:r>
              <a:rPr lang="ko-kr" b="1" cap="none"/>
              <a:t>비교값 </a:t>
            </a:r>
            <a:r>
              <a:rPr lang="en-us" b="1" cap="none"/>
              <a:t>THEN </a:t>
            </a:r>
            <a:r>
              <a:rPr lang="ko-kr" b="1" cap="none"/>
              <a:t>출력값</a:t>
            </a:r>
            <a:r>
              <a:t> 을 반복한다</a:t>
            </a:r>
            <a:r>
              <a:rPr lang="en-us" cap="none"/>
              <a:t>.</a:t>
            </a:r>
          </a:p>
          <a:p>
            <a:pPr lvl="3">
              <a:defRPr lang="ko-kr"/>
            </a:pPr>
            <a:r>
              <a:t>모든 조건이 </a:t>
            </a:r>
            <a:r>
              <a:rPr lang="en-us" cap="none"/>
              <a:t>False</a:t>
            </a:r>
            <a:r>
              <a:t>일 경우 출력값</a:t>
            </a:r>
            <a:r>
              <a:rPr lang="en-us" cap="none"/>
              <a:t>2</a:t>
            </a:r>
            <a:r>
              <a:t>를 출력한다</a:t>
            </a:r>
            <a:r>
              <a:rPr lang="en-us" cap="none"/>
              <a:t>.</a:t>
            </a:r>
          </a:p>
          <a:p>
            <a:pPr lvl="4">
              <a:defRPr lang="ko-kr"/>
            </a:pPr>
            <a:r>
              <a:rPr lang="en-us" cap="none"/>
              <a:t>ELSE</a:t>
            </a:r>
            <a:r>
              <a:t>는 생략가능 하며 생략시 </a:t>
            </a:r>
            <a:r>
              <a:rPr lang="en-us" cap="none"/>
              <a:t>NULL </a:t>
            </a:r>
            <a:r>
              <a:t>출력한다</a:t>
            </a:r>
            <a:r>
              <a:rPr lang="en-us" cap="none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문자열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Q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6851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함수에 전달하는 값이 문자열이거나 처리결과가 문자열인 함수들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char_length (</a:t>
            </a:r>
            <a:r>
              <a:t>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t>글자수 반환</a:t>
            </a:r>
            <a:endParaRPr lang="en-us" cap="none"/>
          </a:p>
          <a:p>
            <a:pPr>
              <a:defRPr lang="ko-kr"/>
            </a:pPr>
            <a:r>
              <a:rPr lang="en-us" cap="none"/>
              <a:t>concat(</a:t>
            </a:r>
            <a:r>
              <a:t>값</a:t>
            </a:r>
            <a:r>
              <a:rPr lang="en-us" cap="none"/>
              <a:t>1, </a:t>
            </a:r>
            <a:r>
              <a:t>값</a:t>
            </a:r>
            <a:r>
              <a:rPr lang="en-us" cap="none"/>
              <a:t>2, …), concat_ws(</a:t>
            </a:r>
            <a:r>
              <a:t>구분자</a:t>
            </a:r>
            <a:r>
              <a:rPr lang="en-us" cap="none"/>
              <a:t>, </a:t>
            </a:r>
            <a:r>
              <a:t>값</a:t>
            </a:r>
            <a:r>
              <a:rPr lang="en-us" cap="none"/>
              <a:t>1, </a:t>
            </a:r>
            <a:r>
              <a:t>값</a:t>
            </a:r>
            <a:r>
              <a:rPr lang="en-us" cap="none"/>
              <a:t>2, …)</a:t>
            </a:r>
          </a:p>
          <a:p>
            <a:pPr lvl="1">
              <a:defRPr lang="ko-kr"/>
            </a:pPr>
            <a:r>
              <a:t>전달된 문자열들을 합친다</a:t>
            </a:r>
            <a:r>
              <a:rPr lang="en-us" cap="none"/>
              <a:t>. </a:t>
            </a:r>
          </a:p>
          <a:p>
            <a:pPr lvl="1">
              <a:defRPr lang="ko-kr"/>
            </a:pPr>
            <a:r>
              <a:rPr lang="en-us" cap="none"/>
              <a:t>CONCAT_WS()</a:t>
            </a:r>
            <a:r>
              <a:t>는 첫번째로 전달한 구분자를 이용해 합친다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format(</a:t>
            </a:r>
            <a:r>
              <a:t>숫자</a:t>
            </a:r>
            <a:r>
              <a:rPr lang="en-us" cap="none"/>
              <a:t>, </a:t>
            </a:r>
            <a:r>
              <a:t>소수부자릿수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정수부분</a:t>
            </a:r>
            <a:r>
              <a:rPr lang="en-us" cap="none"/>
              <a:t>:</a:t>
            </a:r>
            <a:r>
              <a:t> 단위 구분자 </a:t>
            </a:r>
            <a:r>
              <a:rPr lang="ko-kr" b="1" cap="none"/>
              <a:t>쉼표 구분자</a:t>
            </a:r>
            <a:r>
              <a:rPr lang="en-us" b="1" cap="none"/>
              <a:t>(,)</a:t>
            </a:r>
            <a:r>
              <a:t>를 표시</a:t>
            </a:r>
            <a:endParaRPr lang="en-us" cap="none"/>
          </a:p>
          <a:p>
            <a:pPr lvl="1">
              <a:defRPr lang="ko-kr"/>
            </a:pPr>
            <a:r>
              <a:rPr lang="ko-kr" b="1" cap="none"/>
              <a:t>소수부분</a:t>
            </a:r>
            <a:r>
              <a:rPr lang="en-us" cap="none"/>
              <a:t>:</a:t>
            </a:r>
            <a:r>
              <a:t> 지정한 자리까지 출력한다</a:t>
            </a:r>
            <a:r>
              <a:rPr lang="en-us" cap="none"/>
              <a:t>.  </a:t>
            </a:r>
            <a:r>
              <a:t>적을 경우 </a:t>
            </a:r>
            <a:r>
              <a:rPr lang="en-us" cap="none"/>
              <a:t>0</a:t>
            </a:r>
            <a:r>
              <a:t>으로 채우고 더 많을 경우 반올림한다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rPr lang="en-us" cap="none"/>
              <a:t>upper(</a:t>
            </a:r>
            <a:r>
              <a:t>문자열</a:t>
            </a:r>
            <a:r>
              <a:rPr lang="en-us" cap="none"/>
              <a:t>), lower(</a:t>
            </a:r>
            <a:r>
              <a:t>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문자열</a:t>
            </a:r>
            <a:r>
              <a:t>의 소문자를 대문자로</a:t>
            </a:r>
            <a:r>
              <a:rPr lang="en-us" cap="none"/>
              <a:t>(UPPER), </a:t>
            </a:r>
            <a:r>
              <a:t>대문자를 소문자로</a:t>
            </a:r>
            <a:r>
              <a:rPr lang="en-us" cap="none"/>
              <a:t>(LOWER)</a:t>
            </a:r>
            <a:r>
              <a:t>로 변환</a:t>
            </a:r>
            <a:r>
              <a:rPr lang="en-us" cap="none"/>
              <a:t>.</a:t>
            </a:r>
          </a:p>
          <a:p>
            <a:pPr>
              <a:defRPr lang="ko-kr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문자열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uCkAABAAAAAmAAAACAAAAD0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7613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ko-kr"/>
            </a:pPr>
            <a:r>
              <a:rPr lang="en-us" cap="none"/>
              <a:t>insert(</a:t>
            </a:r>
            <a:r>
              <a:t>기준문자열</a:t>
            </a:r>
            <a:r>
              <a:rPr lang="en-us" cap="none"/>
              <a:t>, </a:t>
            </a:r>
            <a:r>
              <a:t>위치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, </a:t>
            </a:r>
            <a:r>
              <a:t>삽입문자열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기준문자열</a:t>
            </a:r>
            <a:r>
              <a:t>의 위치</a:t>
            </a:r>
            <a:r>
              <a:rPr lang="en-us" cap="none"/>
              <a:t>(</a:t>
            </a:r>
            <a:r>
              <a:rPr lang="en-us" b="1" cap="none"/>
              <a:t>1</a:t>
            </a:r>
            <a:r>
              <a:rPr lang="ko-kr" b="1" cap="none"/>
              <a:t>부터 시작</a:t>
            </a:r>
            <a:r>
              <a:rPr lang="en-us" cap="none"/>
              <a:t>)</a:t>
            </a:r>
            <a:r>
              <a:t>에서부터 </a:t>
            </a:r>
            <a:r>
              <a:rPr lang="ko-kr" b="1" cap="none"/>
              <a:t>길이</a:t>
            </a:r>
            <a:r>
              <a:t>까지 지우고 </a:t>
            </a:r>
            <a:r>
              <a:rPr lang="ko-kr" b="1" cap="none"/>
              <a:t>삽입문자열</a:t>
            </a:r>
            <a:r>
              <a:t>을 넣는다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defRPr lang="ko-kr"/>
            </a:pPr>
            <a:r>
              <a:rPr lang="en-us" cap="none"/>
              <a:t>replace(</a:t>
            </a:r>
            <a:r>
              <a:t>기준문자열</a:t>
            </a:r>
            <a:r>
              <a:rPr lang="en-us" cap="none"/>
              <a:t>, </a:t>
            </a:r>
            <a:r>
              <a:t>원래문자열</a:t>
            </a:r>
            <a:r>
              <a:rPr lang="en-us" cap="none"/>
              <a:t>, </a:t>
            </a:r>
            <a:r>
              <a:t>바꿀문자열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기준문자열</a:t>
            </a:r>
            <a:r>
              <a:t>의 </a:t>
            </a:r>
            <a:r>
              <a:rPr lang="ko-kr" b="1" cap="none"/>
              <a:t>원래문자열</a:t>
            </a:r>
            <a:r>
              <a:t>을 </a:t>
            </a:r>
            <a:r>
              <a:rPr lang="ko-kr" b="1" cap="none"/>
              <a:t>바꿀문자열</a:t>
            </a:r>
            <a:r>
              <a:t>로 바꾼다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defRPr lang="ko-kr"/>
            </a:pPr>
            <a:r>
              <a:rPr lang="en-us" cap="none"/>
              <a:t>left(</a:t>
            </a:r>
            <a:r>
              <a:t>기준문자열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), right(</a:t>
            </a:r>
            <a:r>
              <a:t>기준문자열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기준문자열</a:t>
            </a:r>
            <a:r>
              <a:t>에서 왼쪽</a:t>
            </a:r>
            <a:r>
              <a:rPr lang="en-us" cap="none"/>
              <a:t>(left), </a:t>
            </a:r>
            <a:r>
              <a:t>오른쪽</a:t>
            </a:r>
            <a:r>
              <a:rPr lang="en-us" cap="none"/>
              <a:t>(right)</a:t>
            </a:r>
            <a:r>
              <a:t>의 </a:t>
            </a:r>
            <a:r>
              <a:rPr lang="ko-kr" b="1" cap="none"/>
              <a:t>길이</a:t>
            </a:r>
            <a:r>
              <a:t>(개수)만큼의 문자열을 잘라서 반환한다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defRPr lang="ko-kr"/>
            </a:pPr>
            <a:r>
              <a:rPr lang="en-us" cap="none"/>
              <a:t>substring(</a:t>
            </a:r>
            <a:r>
              <a:t>기준문자열</a:t>
            </a:r>
            <a:r>
              <a:rPr lang="en-us" cap="none"/>
              <a:t>, </a:t>
            </a:r>
            <a:r>
              <a:t>시작위치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기준문자열</a:t>
            </a:r>
            <a:r>
              <a:t>에서 </a:t>
            </a:r>
            <a:r>
              <a:rPr lang="ko-kr" b="1" cap="none"/>
              <a:t>시작위치</a:t>
            </a:r>
            <a:r>
              <a:t>부터 </a:t>
            </a:r>
            <a:r>
              <a:rPr lang="ko-kr" b="1" cap="none"/>
              <a:t>길이 개수의</a:t>
            </a:r>
            <a:r>
              <a:t> 글자 만큼 잘라서 반환한다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defRPr lang="ko-kr"/>
            </a:pPr>
            <a:r>
              <a:t>길이를 생략하면 마지막까지 잘라낸다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defRPr lang="ko-kr"/>
            </a:pPr>
            <a:r>
              <a:rPr lang="en-us" cap="none"/>
              <a:t>substring_index(</a:t>
            </a:r>
            <a:r>
              <a:t>기준문자열</a:t>
            </a:r>
            <a:r>
              <a:rPr lang="en-us" cap="none"/>
              <a:t>, </a:t>
            </a:r>
            <a:r>
              <a:t>구분자</a:t>
            </a:r>
            <a:r>
              <a:rPr lang="en-us" cap="none"/>
              <a:t>, </a:t>
            </a:r>
            <a:r>
              <a:t>개수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기준문자열</a:t>
            </a:r>
            <a:r>
              <a:t>을 </a:t>
            </a:r>
            <a:r>
              <a:rPr lang="ko-kr" b="1" cap="none"/>
              <a:t>구분자</a:t>
            </a:r>
            <a:r>
              <a:t>를 기준으로 나눈 뒤 </a:t>
            </a:r>
            <a:r>
              <a:rPr lang="ko-kr" b="1" cap="none"/>
              <a:t>개수</a:t>
            </a:r>
            <a:r>
              <a:t>만큼 반환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b="1" cap="none"/>
              <a:t>개수</a:t>
            </a:r>
            <a:r>
              <a:rPr lang="en-us" cap="none"/>
              <a:t>: </a:t>
            </a:r>
            <a:r>
              <a:rPr lang="ko-kr" b="1" cap="none"/>
              <a:t>양수</a:t>
            </a:r>
            <a:r>
              <a:t> </a:t>
            </a:r>
            <a:r>
              <a:rPr lang="en-us" cap="none"/>
              <a:t>– </a:t>
            </a:r>
            <a:r>
              <a:t>앞에서 부터 개수</a:t>
            </a:r>
            <a:r>
              <a:rPr lang="en-us" cap="none"/>
              <a:t>,  </a:t>
            </a:r>
            <a:r>
              <a:rPr lang="ko-kr" b="1" cap="none"/>
              <a:t>음수</a:t>
            </a:r>
            <a:r>
              <a:t> </a:t>
            </a:r>
            <a:r>
              <a:rPr lang="en-us" cap="none"/>
              <a:t>– </a:t>
            </a:r>
            <a:r>
              <a:t>뒤에서 부터 개수만큼 반환</a:t>
            </a:r>
            <a:endParaRPr lang="en-us" cap="none"/>
          </a:p>
          <a:p>
            <a:pPr>
              <a:lnSpc>
                <a:spcPct val="90000"/>
              </a:lnSpc>
              <a:defRPr lang="ko-kr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문자열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ltrim(</a:t>
            </a:r>
            <a:r>
              <a:t>문자열</a:t>
            </a:r>
            <a:r>
              <a:rPr lang="en-us" cap="none"/>
              <a:t>), rtrim(</a:t>
            </a:r>
            <a:r>
              <a:t>문자열</a:t>
            </a:r>
            <a:r>
              <a:rPr lang="en-us" cap="none"/>
              <a:t>), trim(</a:t>
            </a:r>
            <a:r>
              <a:t>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t>문자열에서 왼쪽</a:t>
            </a:r>
            <a:r>
              <a:rPr lang="en-us" cap="none"/>
              <a:t>(ltrim), </a:t>
            </a:r>
            <a:r>
              <a:t>오른쪽</a:t>
            </a:r>
            <a:r>
              <a:rPr lang="en-us" cap="none"/>
              <a:t>(rtrim), </a:t>
            </a:r>
            <a:r>
              <a:t>양쪽</a:t>
            </a:r>
            <a:r>
              <a:rPr lang="en-us" cap="none"/>
              <a:t>(trim)</a:t>
            </a:r>
            <a:r>
              <a:t>의 공백을 제거한다</a:t>
            </a:r>
            <a:r>
              <a:rPr lang="en-us" cap="none"/>
              <a:t>. </a:t>
            </a:r>
            <a:r>
              <a:t>중간공백은 유지</a:t>
            </a:r>
            <a:endParaRPr lang="en-us" cap="none"/>
          </a:p>
          <a:p>
            <a:pPr>
              <a:defRPr lang="ko-kr"/>
            </a:pPr>
            <a:r>
              <a:rPr lang="en-us" cap="none"/>
              <a:t>trim(</a:t>
            </a:r>
            <a:r>
              <a:t>방향  제거할문자열  </a:t>
            </a:r>
            <a:r>
              <a:rPr lang="en-us" cap="none"/>
              <a:t>from </a:t>
            </a:r>
            <a:r>
              <a:t>기준문자열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기준문자열</a:t>
            </a:r>
            <a:r>
              <a:t>에서 </a:t>
            </a:r>
            <a:r>
              <a:rPr lang="ko-kr" b="1" cap="none"/>
              <a:t>방향</a:t>
            </a:r>
            <a:r>
              <a:t>에 있는 </a:t>
            </a:r>
            <a:r>
              <a:rPr lang="ko-kr" b="1" cap="none"/>
              <a:t>제거할문자열</a:t>
            </a:r>
            <a:r>
              <a:t>을 제거한다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t>방향</a:t>
            </a:r>
            <a:r>
              <a:rPr lang="en-us" cap="none"/>
              <a:t>: </a:t>
            </a:r>
            <a:r>
              <a:rPr lang="en-us" b="1" cap="none"/>
              <a:t>both</a:t>
            </a:r>
            <a:r>
              <a:rPr lang="en-us" cap="none"/>
              <a:t> (</a:t>
            </a:r>
            <a:r>
              <a:t>앞</a:t>
            </a:r>
            <a:r>
              <a:rPr lang="en-us" cap="none"/>
              <a:t>,</a:t>
            </a:r>
            <a:r>
              <a:t>뒤</a:t>
            </a:r>
            <a:r>
              <a:rPr lang="en-us" cap="none"/>
              <a:t>), </a:t>
            </a:r>
            <a:r>
              <a:rPr lang="en-us" b="1" cap="none"/>
              <a:t>leading</a:t>
            </a:r>
            <a:r>
              <a:rPr lang="en-us" cap="none"/>
              <a:t> (</a:t>
            </a:r>
            <a:r>
              <a:t>앞</a:t>
            </a:r>
            <a:r>
              <a:rPr lang="en-us" cap="none"/>
              <a:t>), </a:t>
            </a:r>
            <a:r>
              <a:rPr lang="en-us" b="1" cap="none"/>
              <a:t>trailing</a:t>
            </a:r>
            <a:r>
              <a:rPr lang="en-us" cap="none"/>
              <a:t> (</a:t>
            </a:r>
            <a:r>
              <a:t>뒤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t>예</a:t>
            </a:r>
            <a:r>
              <a:rPr lang="en-us" cap="none"/>
              <a:t>)</a:t>
            </a:r>
          </a:p>
          <a:p>
            <a:pPr lvl="2">
              <a:defRPr lang="ko-kr"/>
            </a:pPr>
            <a:r>
              <a:rPr lang="en-us" cap="none"/>
              <a:t>SELECT trim(both  ‘a’  from ‘aaa</a:t>
            </a:r>
            <a:r>
              <a:t>안녕</a:t>
            </a:r>
            <a:r>
              <a:rPr lang="en-us" cap="none"/>
              <a:t>aaa’); =&gt; ‘</a:t>
            </a:r>
            <a:r>
              <a:t>안녕</a:t>
            </a:r>
            <a:r>
              <a:rPr lang="en-us" cap="none"/>
              <a:t>‘</a:t>
            </a:r>
          </a:p>
          <a:p>
            <a:pPr>
              <a:defRPr lang="ko-kr"/>
            </a:pPr>
            <a:r>
              <a:rPr lang="en-us" cap="none"/>
              <a:t>lpad(</a:t>
            </a:r>
            <a:r>
              <a:t>기준문자열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, </a:t>
            </a:r>
            <a:r>
              <a:t>채울문자열</a:t>
            </a:r>
            <a:r>
              <a:rPr lang="en-us" cap="none"/>
              <a:t>), rpad(</a:t>
            </a:r>
            <a:r>
              <a:t>기준문자열</a:t>
            </a:r>
            <a:r>
              <a:rPr lang="en-us" cap="none"/>
              <a:t>, </a:t>
            </a:r>
            <a:r>
              <a:t>길이</a:t>
            </a:r>
            <a:r>
              <a:rPr lang="en-us" cap="none"/>
              <a:t>, </a:t>
            </a:r>
            <a:r>
              <a:t>채울문자열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기준문자열</a:t>
            </a:r>
            <a:r>
              <a:t>을 </a:t>
            </a:r>
            <a:r>
              <a:rPr lang="ko-kr" b="1" cap="none"/>
              <a:t>길이</a:t>
            </a:r>
            <a:r>
              <a:t>만큼 늘린 뒤 남는 길이만큼 </a:t>
            </a:r>
            <a:r>
              <a:rPr lang="ko-kr" b="1" cap="none"/>
              <a:t>채울문자열</a:t>
            </a:r>
            <a:r>
              <a:t>로 왼쪽</a:t>
            </a:r>
            <a:r>
              <a:rPr lang="en-us" cap="none"/>
              <a:t>(lpad), </a:t>
            </a:r>
            <a:r>
              <a:t>오른쪽</a:t>
            </a:r>
            <a:r>
              <a:rPr lang="en-us" cap="none"/>
              <a:t>(rpad)</a:t>
            </a:r>
            <a:r>
              <a:t>에 채운다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t>기준문자열 글자수가 길이보다 많을 경우 나머지는 자른다</a:t>
            </a:r>
            <a:r>
              <a:rPr lang="en-us" cap="none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숫자</a:t>
            </a:r>
            <a:r>
              <a:rPr lang="en-us" cap="none"/>
              <a:t>(</a:t>
            </a:r>
            <a:r>
              <a:t>수학</a:t>
            </a:r>
            <a:r>
              <a:rPr lang="en-us" cap="none"/>
              <a:t>) </a:t>
            </a:r>
            <a:r>
              <a:t>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BgGAAA7RwAAQCkAABAAAAAmAAAACAAAAD0gAAAAAAAA"/>
              </a:ext>
            </a:extLst>
          </p:cNvSpPr>
          <p:nvPr>
            <p:ph type="body" idx="1"/>
          </p:nvPr>
        </p:nvSpPr>
        <p:spPr>
          <a:xfrm>
            <a:off x="609600" y="990600"/>
            <a:ext cx="10969625" cy="57150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cap="none"/>
              <a:t>ceil(</a:t>
            </a:r>
            <a:r>
              <a:t>실수</a:t>
            </a:r>
            <a:r>
              <a:rPr lang="en-us" cap="none"/>
              <a:t>), floor(</a:t>
            </a:r>
            <a:r>
              <a:t>실수</a:t>
            </a:r>
            <a:r>
              <a:rPr lang="en-us" cap="none"/>
              <a:t>)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t>올림</a:t>
            </a:r>
            <a:r>
              <a:rPr lang="en-us" cap="none"/>
              <a:t>, </a:t>
            </a:r>
            <a:r>
              <a:t>내림</a:t>
            </a:r>
            <a:r>
              <a:rPr lang="en-us" cap="none"/>
              <a:t>, </a:t>
            </a:r>
            <a:r>
              <a:t>반올림 한 정수를 반환</a:t>
            </a:r>
            <a:endParaRPr lang="en-us" cap="none"/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cap="none"/>
              <a:t>round(</a:t>
            </a:r>
            <a:r>
              <a:t>실수</a:t>
            </a:r>
            <a:r>
              <a:rPr lang="en-us" cap="none"/>
              <a:t>, </a:t>
            </a:r>
            <a:r>
              <a:t>자릿수</a:t>
            </a:r>
            <a:r>
              <a:rPr lang="en-us" cap="none"/>
              <a:t>), truncate(</a:t>
            </a:r>
            <a:r>
              <a:t>기준숫자</a:t>
            </a:r>
            <a:r>
              <a:rPr lang="en-us" cap="none"/>
              <a:t>, </a:t>
            </a:r>
            <a:r>
              <a:t>자릿수</a:t>
            </a:r>
            <a:r>
              <a:rPr lang="en-us" cap="none"/>
              <a:t>)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ko-kr" b="1" cap="none"/>
              <a:t>기준숫자</a:t>
            </a:r>
            <a:r>
              <a:t>에서 지정한 </a:t>
            </a:r>
            <a:r>
              <a:rPr lang="ko-kr" b="1" cap="none"/>
              <a:t>자릿수</a:t>
            </a:r>
            <a:r>
              <a:t> 이하에서 반올림</a:t>
            </a:r>
            <a:r>
              <a:rPr lang="en-us" cap="none"/>
              <a:t>(round)/</a:t>
            </a:r>
            <a:r>
              <a:t>버린다</a:t>
            </a:r>
            <a:r>
              <a:rPr lang="en-us" cap="none"/>
              <a:t>(truncate).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t>자릿수가 양수이면 소수부분 자릿수를 음수이면 정수부분 자릿수가 된다</a:t>
            </a:r>
            <a:r>
              <a:rPr lang="en-us" cap="none"/>
              <a:t>.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truncate(12345.12345, 2) -&gt; 12345.12, 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truncate(12345.12345, -2) -&gt; 12300</a:t>
            </a:r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cap="none"/>
              <a:t>mod(n1, n2)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modular </a:t>
            </a:r>
            <a:r>
              <a:t>연산</a:t>
            </a:r>
            <a:r>
              <a:rPr lang="en-us" cap="none"/>
              <a:t>(</a:t>
            </a:r>
            <a:r>
              <a:t>나머지 연산</a:t>
            </a:r>
            <a:r>
              <a:rPr lang="en-us" cap="none"/>
              <a:t>).  </a:t>
            </a:r>
            <a:r>
              <a:rPr lang="en-us" b="1" cap="none"/>
              <a:t>n1 % n2</a:t>
            </a:r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cap="none"/>
              <a:t>abs(n)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t>숫자 </a:t>
            </a:r>
            <a:r>
              <a:rPr lang="en-us" b="1" cap="none"/>
              <a:t>n</a:t>
            </a:r>
            <a:r>
              <a:t>의 절대값을 반환</a:t>
            </a:r>
            <a:endParaRPr lang="en-us" cap="none"/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cap="none"/>
              <a:t>sign(n)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t>숫자 </a:t>
            </a:r>
            <a:r>
              <a:rPr lang="en-us" b="1" cap="none"/>
              <a:t>n</a:t>
            </a:r>
            <a:r>
              <a:t>의 부호를 정수로 반환</a:t>
            </a:r>
            <a:r>
              <a:rPr lang="en-us" cap="none"/>
              <a:t>. 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t>반환 값</a:t>
            </a:r>
            <a:r>
              <a:rPr lang="en-us" cap="none"/>
              <a:t>:</a:t>
            </a:r>
            <a:r>
              <a:t> </a:t>
            </a:r>
            <a:r>
              <a:rPr lang="en-us" cap="none"/>
              <a:t>1(</a:t>
            </a:r>
            <a:r>
              <a:t>양수</a:t>
            </a:r>
            <a:r>
              <a:rPr lang="en-us" cap="none"/>
              <a:t>), 0, -1(</a:t>
            </a:r>
            <a:r>
              <a:t>음수</a:t>
            </a:r>
            <a:r>
              <a:rPr lang="en-us" cap="none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날짜</a:t>
            </a:r>
            <a:r>
              <a:rPr lang="en-us" cap="none"/>
              <a:t>, </a:t>
            </a:r>
            <a:r>
              <a:t>시간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Q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6851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curdate()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실행 시점 날짜</a:t>
            </a:r>
            <a:r>
              <a:rPr lang="en-us" cap="none"/>
              <a:t>(</a:t>
            </a:r>
            <a:r>
              <a:t>년</a:t>
            </a:r>
            <a:r>
              <a:rPr lang="en-us" cap="none"/>
              <a:t>-</a:t>
            </a:r>
            <a:r>
              <a:t>월</a:t>
            </a:r>
            <a:r>
              <a:rPr lang="en-us" cap="none"/>
              <a:t>-</a:t>
            </a:r>
            <a:r>
              <a:t>일</a:t>
            </a:r>
            <a:r>
              <a:rPr lang="en-us" cap="none"/>
              <a:t>) </a:t>
            </a:r>
            <a:r>
              <a:t>반환</a:t>
            </a: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curtime()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실행 시점의 시간</a:t>
            </a:r>
            <a:r>
              <a:rPr lang="en-us" cap="none"/>
              <a:t>(</a:t>
            </a:r>
            <a:r>
              <a:t>시</a:t>
            </a:r>
            <a:r>
              <a:rPr lang="en-us" cap="none"/>
              <a:t>:</a:t>
            </a:r>
            <a:r>
              <a:t>분</a:t>
            </a:r>
            <a:r>
              <a:rPr lang="en-us" cap="none"/>
              <a:t>:</a:t>
            </a:r>
            <a:r>
              <a:t>초</a:t>
            </a:r>
            <a:r>
              <a:rPr lang="en-us" cap="none"/>
              <a:t>) </a:t>
            </a:r>
            <a:r>
              <a:t>반환</a:t>
            </a: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now()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실행 시점의 일시</a:t>
            </a:r>
            <a:r>
              <a:rPr lang="en-us" cap="none"/>
              <a:t>(</a:t>
            </a:r>
            <a:r>
              <a:t>년</a:t>
            </a:r>
            <a:r>
              <a:rPr lang="en-us" cap="none"/>
              <a:t>-</a:t>
            </a:r>
            <a:r>
              <a:t>월</a:t>
            </a:r>
            <a:r>
              <a:rPr lang="en-us" cap="none"/>
              <a:t>-</a:t>
            </a:r>
            <a:r>
              <a:t>일 시</a:t>
            </a:r>
            <a:r>
              <a:rPr lang="en-us" cap="none"/>
              <a:t>:</a:t>
            </a:r>
            <a:r>
              <a:t>분</a:t>
            </a:r>
            <a:r>
              <a:rPr lang="en-us" cap="none"/>
              <a:t>:</a:t>
            </a:r>
            <a:r>
              <a:t>초</a:t>
            </a:r>
            <a:r>
              <a:rPr lang="en-us" cap="none"/>
              <a:t>) </a:t>
            </a:r>
            <a:r>
              <a:t>반환</a:t>
            </a: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year(</a:t>
            </a:r>
            <a:r>
              <a:t>날짜</a:t>
            </a:r>
            <a:r>
              <a:rPr lang="en-us" cap="none"/>
              <a:t>), month(</a:t>
            </a:r>
            <a:r>
              <a:t>날짜</a:t>
            </a:r>
            <a:r>
              <a:rPr lang="en-us" cap="none"/>
              <a:t>), day(</a:t>
            </a:r>
            <a:r>
              <a:t>날짜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날짜 또는 일시의 </a:t>
            </a:r>
            <a:r>
              <a:rPr lang="ko-kr" b="1" cap="none"/>
              <a:t>년</a:t>
            </a:r>
            <a:r>
              <a:rPr lang="en-us" b="1" cap="none"/>
              <a:t>, </a:t>
            </a:r>
            <a:r>
              <a:rPr lang="ko-kr" b="1" cap="none"/>
              <a:t>월</a:t>
            </a:r>
            <a:r>
              <a:rPr lang="en-us" b="1" cap="none"/>
              <a:t>, </a:t>
            </a:r>
            <a:r>
              <a:rPr lang="ko-kr" b="1" cap="none"/>
              <a:t>일 </a:t>
            </a:r>
            <a:r>
              <a:t>을 반환한다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hour(</a:t>
            </a:r>
            <a:r>
              <a:t>시간</a:t>
            </a:r>
            <a:r>
              <a:rPr lang="en-us" cap="none"/>
              <a:t>), minute(</a:t>
            </a:r>
            <a:r>
              <a:t>시간</a:t>
            </a:r>
            <a:r>
              <a:rPr lang="en-us" cap="none"/>
              <a:t>), second(</a:t>
            </a:r>
            <a:r>
              <a:t>시간</a:t>
            </a:r>
            <a:r>
              <a:rPr lang="en-us" cap="none"/>
              <a:t>), microsecond(</a:t>
            </a:r>
            <a:r>
              <a:t>시간</a:t>
            </a:r>
            <a:r>
              <a:rPr lang="en-us" cap="none"/>
              <a:t>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t>시간 또는 일시의 </a:t>
            </a:r>
            <a:r>
              <a:rPr lang="ko-kr" b="1" cap="none"/>
              <a:t>시</a:t>
            </a:r>
            <a:r>
              <a:rPr lang="en-us" b="1" cap="none"/>
              <a:t>, </a:t>
            </a:r>
            <a:r>
              <a:rPr lang="ko-kr" b="1" cap="none"/>
              <a:t>분</a:t>
            </a:r>
            <a:r>
              <a:rPr lang="en-us" b="1" cap="none"/>
              <a:t>, </a:t>
            </a:r>
            <a:r>
              <a:rPr lang="ko-kr" b="1" cap="none"/>
              <a:t>초</a:t>
            </a:r>
            <a:r>
              <a:rPr lang="en-us" b="1" cap="none"/>
              <a:t>, </a:t>
            </a:r>
            <a:r>
              <a:rPr lang="ko-kr" b="1" cap="none"/>
              <a:t>밀리초</a:t>
            </a:r>
            <a:r>
              <a:t>를 반환한다</a:t>
            </a:r>
            <a:r>
              <a:rPr lang="en-us" cap="none"/>
              <a:t>.</a:t>
            </a:r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cap="none"/>
              <a:t>date(), time()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en-us" cap="none"/>
              <a:t>datetime </a:t>
            </a:r>
            <a:r>
              <a:t>에서 날짜</a:t>
            </a:r>
            <a:r>
              <a:rPr lang="en-us" cap="none"/>
              <a:t>(date), </a:t>
            </a:r>
            <a:r>
              <a:t>시간</a:t>
            </a:r>
            <a:r>
              <a:rPr lang="en-us" cap="none"/>
              <a:t>(time)</a:t>
            </a:r>
            <a:r>
              <a:t>만 추출한다</a:t>
            </a:r>
            <a:r>
              <a:rPr lang="en-us" cap="none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날짜</a:t>
            </a:r>
            <a:r>
              <a:rPr lang="en-us" cap="none"/>
              <a:t>, </a:t>
            </a:r>
            <a:r>
              <a:t>시간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QCk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6851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1260"/>
              </a:spcBef>
              <a:defRPr lang="ko-kr" sz="1680" cap="none"/>
            </a:pPr>
            <a:r>
              <a:rPr lang="en-us" cap="none"/>
              <a:t>adddate(</a:t>
            </a:r>
            <a:r>
              <a:t>기준일시</a:t>
            </a:r>
            <a:r>
              <a:rPr lang="en-us" cap="none"/>
              <a:t>, </a:t>
            </a:r>
            <a:r>
              <a:t>더할 구문</a:t>
            </a:r>
            <a:r>
              <a:rPr lang="en-us" cap="none"/>
              <a:t>),  subdate(</a:t>
            </a:r>
            <a:r>
              <a:t>기준일시</a:t>
            </a:r>
            <a:r>
              <a:rPr lang="en-us" cap="none"/>
              <a:t>, </a:t>
            </a:r>
            <a:r>
              <a:t>뺄 구문</a:t>
            </a:r>
            <a:r>
              <a:rPr lang="en-us" cap="none"/>
              <a:t>)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rPr lang="ko-kr" b="1" cap="none"/>
              <a:t>기준일시</a:t>
            </a:r>
            <a:r>
              <a:t>에서 더할</a:t>
            </a:r>
            <a:r>
              <a:rPr lang="en-us" cap="none"/>
              <a:t>/</a:t>
            </a:r>
            <a:r>
              <a:t>뺄 구문에 맞춰 계산된 날짜를 반환한다</a:t>
            </a:r>
            <a:r>
              <a:rPr lang="en-us" cap="none"/>
              <a:t>.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t>더할</a:t>
            </a:r>
            <a:r>
              <a:rPr lang="en-us" cap="none"/>
              <a:t>/</a:t>
            </a:r>
            <a:r>
              <a:t>뺄 구문</a:t>
            </a:r>
            <a:endParaRPr lang="en-us" cap="none"/>
          </a:p>
          <a:p>
            <a:pPr lvl="2">
              <a:lnSpc>
                <a:spcPct val="110000"/>
              </a:lnSpc>
              <a:spcBef>
                <a:spcPts val="420"/>
              </a:spcBef>
              <a:defRPr lang="ko-kr" sz="1260" cap="none"/>
            </a:pPr>
            <a:r>
              <a:rPr lang="en-us" b="1" cap="none"/>
              <a:t>interval </a:t>
            </a:r>
            <a:r>
              <a:t>날짜</a:t>
            </a:r>
            <a:r>
              <a:rPr lang="ko-kr" b="1" cap="none"/>
              <a:t> 단위</a:t>
            </a:r>
            <a:endParaRPr lang="en-us" b="1" cap="none"/>
          </a:p>
          <a:p>
            <a:pPr lvl="3">
              <a:lnSpc>
                <a:spcPct val="110000"/>
              </a:lnSpc>
              <a:spcBef>
                <a:spcPts val="420"/>
              </a:spcBef>
              <a:defRPr lang="ko-kr" sz="1120" cap="none"/>
            </a:pPr>
            <a:r>
              <a:t>단위</a:t>
            </a:r>
            <a:r>
              <a:rPr lang="en-us" cap="none"/>
              <a:t>: microsecond, second, minute, hour, day, week, month, quarter(</a:t>
            </a:r>
            <a:r>
              <a:t>분기</a:t>
            </a:r>
            <a:r>
              <a:rPr lang="en-us" cap="none"/>
              <a:t>-3</a:t>
            </a:r>
            <a:r>
              <a:t>개월</a:t>
            </a:r>
            <a:r>
              <a:rPr lang="en-us" cap="none"/>
              <a:t>), year</a:t>
            </a:r>
          </a:p>
          <a:p>
            <a:pPr lvl="2">
              <a:lnSpc>
                <a:spcPct val="110000"/>
              </a:lnSpc>
              <a:spcBef>
                <a:spcPts val="420"/>
              </a:spcBef>
              <a:defRPr lang="ko-kr" sz="1260" cap="none"/>
            </a:pPr>
            <a:r>
              <a:rPr lang="en-us" cap="none"/>
              <a:t>SELECT </a:t>
            </a:r>
            <a:r>
              <a:rPr lang="en-us" b="1" cap="none"/>
              <a:t>adddate(‘2010-10-20’, interval 20 day)</a:t>
            </a:r>
          </a:p>
          <a:p>
            <a:pPr>
              <a:lnSpc>
                <a:spcPct val="80000"/>
              </a:lnSpc>
              <a:spcBef>
                <a:spcPts val="1260"/>
              </a:spcBef>
              <a:defRPr lang="ko-kr" sz="1680" cap="none"/>
            </a:pPr>
            <a:r>
              <a:rPr lang="en-us" cap="none"/>
              <a:t>addtime(</a:t>
            </a:r>
            <a:r>
              <a:t>기준일시</a:t>
            </a:r>
            <a:r>
              <a:rPr lang="en-us" cap="none"/>
              <a:t>, </a:t>
            </a:r>
            <a:r>
              <a:t>더할시간</a:t>
            </a:r>
            <a:r>
              <a:rPr lang="en-us" cap="none"/>
              <a:t>), subtime(</a:t>
            </a:r>
            <a:r>
              <a:t>기준일시</a:t>
            </a:r>
            <a:r>
              <a:rPr lang="en-us" cap="none"/>
              <a:t>, </a:t>
            </a:r>
            <a:r>
              <a:t>뺄시간</a:t>
            </a:r>
            <a:r>
              <a:rPr lang="en-us" cap="none"/>
              <a:t>)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rPr lang="ko-kr" b="1" cap="none"/>
              <a:t>기준일시</a:t>
            </a:r>
            <a:r>
              <a:t>에서 더할시간</a:t>
            </a:r>
            <a:r>
              <a:rPr lang="en-us" cap="none"/>
              <a:t>/</a:t>
            </a:r>
            <a:r>
              <a:t>뺄시간 만큼 계산한 날짜시간을 반환한다</a:t>
            </a:r>
            <a:r>
              <a:rPr lang="en-us" cap="none"/>
              <a:t>.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t>더할</a:t>
            </a:r>
            <a:r>
              <a:rPr lang="en-us" cap="none"/>
              <a:t>/</a:t>
            </a:r>
            <a:r>
              <a:t>뺄 시간은 </a:t>
            </a:r>
            <a:r>
              <a:rPr lang="en-us" b="1" cap="none"/>
              <a:t>‘</a:t>
            </a:r>
            <a:r>
              <a:rPr lang="ko-kr" b="1" cap="none"/>
              <a:t>시</a:t>
            </a:r>
            <a:r>
              <a:rPr lang="en-us" b="1" cap="none"/>
              <a:t>:</a:t>
            </a:r>
            <a:r>
              <a:rPr lang="ko-kr" b="1" cap="none"/>
              <a:t>분</a:t>
            </a:r>
            <a:r>
              <a:rPr lang="en-us" b="1" cap="none"/>
              <a:t>:</a:t>
            </a:r>
            <a:r>
              <a:rPr lang="ko-kr" b="1" cap="none"/>
              <a:t>초</a:t>
            </a:r>
            <a:r>
              <a:rPr lang="en-us" b="1" cap="none"/>
              <a:t>‘ </a:t>
            </a:r>
            <a:r>
              <a:t>형식으로 지정한다</a:t>
            </a:r>
            <a:r>
              <a:rPr lang="en-us" cap="none"/>
              <a:t>.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rPr lang="en-us" cap="none"/>
              <a:t>SELECT addtime(‘11:20:30’, ‘1:0:0’); =&gt; 12:20:30</a:t>
            </a:r>
          </a:p>
          <a:p>
            <a:pPr>
              <a:lnSpc>
                <a:spcPct val="80000"/>
              </a:lnSpc>
              <a:spcBef>
                <a:spcPts val="1260"/>
              </a:spcBef>
              <a:defRPr lang="ko-kr" sz="1680" cap="none"/>
            </a:pPr>
            <a:r>
              <a:rPr lang="en-us" cap="none"/>
              <a:t>timestampdiff(</a:t>
            </a:r>
            <a:r>
              <a:t>옵션</a:t>
            </a:r>
            <a:r>
              <a:rPr lang="en-us" cap="none"/>
              <a:t>, </a:t>
            </a:r>
            <a:r>
              <a:t>일시</a:t>
            </a:r>
            <a:r>
              <a:rPr lang="en-us" cap="none"/>
              <a:t>1, </a:t>
            </a:r>
            <a:r>
              <a:t>일시</a:t>
            </a:r>
            <a:r>
              <a:rPr lang="en-us" cap="none"/>
              <a:t>2)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t>일시</a:t>
            </a:r>
            <a:r>
              <a:rPr lang="en-us" cap="none"/>
              <a:t>2 – </a:t>
            </a:r>
            <a:r>
              <a:t>일시</a:t>
            </a:r>
            <a:r>
              <a:rPr lang="en-us" cap="none"/>
              <a:t>1 </a:t>
            </a:r>
            <a:r>
              <a:t>을 </a:t>
            </a:r>
            <a:r>
              <a:rPr lang="ko-kr" b="1" cap="none"/>
              <a:t>옵션</a:t>
            </a:r>
            <a:r>
              <a:t>을 기준으로 계산한다</a:t>
            </a:r>
            <a:r>
              <a:rPr lang="en-us" cap="none"/>
              <a:t>.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t>옵션</a:t>
            </a:r>
            <a:r>
              <a:rPr lang="en-us" cap="none"/>
              <a:t>: microsecond, second, minute, hour, day, week, month, quarter(</a:t>
            </a:r>
            <a:r>
              <a:t>분기</a:t>
            </a:r>
            <a:r>
              <a:rPr lang="en-us" cap="none"/>
              <a:t>-3</a:t>
            </a:r>
            <a:r>
              <a:t>개월</a:t>
            </a:r>
            <a:r>
              <a:rPr lang="en-us" cap="none"/>
              <a:t>), year</a:t>
            </a:r>
          </a:p>
          <a:p>
            <a:pPr>
              <a:lnSpc>
                <a:spcPct val="80000"/>
              </a:lnSpc>
              <a:spcBef>
                <a:spcPts val="1260"/>
              </a:spcBef>
              <a:defRPr lang="ko-kr" sz="1680" cap="none"/>
            </a:pPr>
            <a:r>
              <a:rPr lang="en-us" cap="none"/>
              <a:t>datediff(</a:t>
            </a:r>
            <a:r>
              <a:t>날짜</a:t>
            </a:r>
            <a:r>
              <a:rPr lang="en-us" cap="none"/>
              <a:t>1, </a:t>
            </a:r>
            <a:r>
              <a:t>날짜</a:t>
            </a:r>
            <a:r>
              <a:rPr lang="en-us" cap="none"/>
              <a:t>2)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rPr lang="ko-kr" b="1" cap="none"/>
              <a:t>날짜</a:t>
            </a:r>
            <a:r>
              <a:rPr lang="en-us" b="1" cap="none"/>
              <a:t>1 – </a:t>
            </a:r>
            <a:r>
              <a:rPr lang="ko-kr" b="1" cap="none"/>
              <a:t>날짜</a:t>
            </a:r>
            <a:r>
              <a:rPr lang="en-us" b="1" cap="none"/>
              <a:t>2</a:t>
            </a:r>
            <a:r>
              <a:t>한 일수를 반환</a:t>
            </a:r>
            <a:endParaRPr lang="en-us" b="1" cap="none"/>
          </a:p>
          <a:p>
            <a:pPr>
              <a:lnSpc>
                <a:spcPct val="80000"/>
              </a:lnSpc>
              <a:spcBef>
                <a:spcPts val="1260"/>
              </a:spcBef>
              <a:defRPr lang="ko-kr" sz="1680" cap="none"/>
            </a:pPr>
            <a:r>
              <a:rPr lang="en-us" cap="none"/>
              <a:t>timediff(</a:t>
            </a:r>
            <a:r>
              <a:t>시간</a:t>
            </a:r>
            <a:r>
              <a:rPr lang="en-us" cap="none"/>
              <a:t>1, </a:t>
            </a:r>
            <a:r>
              <a:t>시간</a:t>
            </a:r>
            <a:r>
              <a:rPr lang="en-us" cap="none"/>
              <a:t>2)</a:t>
            </a:r>
          </a:p>
          <a:p>
            <a:pPr lvl="1">
              <a:lnSpc>
                <a:spcPct val="110000"/>
              </a:lnSpc>
              <a:spcBef>
                <a:spcPts val="420"/>
              </a:spcBef>
              <a:defRPr lang="ko-kr" sz="1400" cap="none"/>
            </a:pPr>
            <a:r>
              <a:t>시간</a:t>
            </a:r>
            <a:r>
              <a:rPr lang="en-us" cap="none"/>
              <a:t>1-</a:t>
            </a:r>
            <a:r>
              <a:t>시간</a:t>
            </a:r>
            <a:r>
              <a:rPr lang="en-us" cap="none"/>
              <a:t>2 </a:t>
            </a:r>
            <a:r>
              <a:t>한 시간을 계산해서 반환 </a:t>
            </a:r>
            <a:r>
              <a:rPr lang="en-us" cap="none"/>
              <a:t>(</a:t>
            </a:r>
            <a:r>
              <a:t>뺀 결과를 시</a:t>
            </a:r>
            <a:r>
              <a:rPr lang="en-us" cap="none"/>
              <a:t>:</a:t>
            </a:r>
            <a:r>
              <a:t>분</a:t>
            </a:r>
            <a:r>
              <a:rPr lang="en-us" cap="none"/>
              <a:t>:</a:t>
            </a:r>
            <a:r>
              <a:t>초 로 반환</a:t>
            </a:r>
            <a:r>
              <a:rPr lang="en-us" cap="none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날짜</a:t>
            </a:r>
            <a:r>
              <a:rPr lang="en-us" cap="none"/>
              <a:t>, </a:t>
            </a:r>
            <a:r>
              <a:t>시간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dayofweek(</a:t>
            </a:r>
            <a:r>
              <a:t>날짜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날짜</a:t>
            </a:r>
            <a:r>
              <a:t>의 요일을 정수로 반환 </a:t>
            </a:r>
            <a:r>
              <a:rPr lang="en-us" cap="none"/>
              <a:t>(1: </a:t>
            </a:r>
            <a:r>
              <a:t>일요일 </a:t>
            </a:r>
            <a:r>
              <a:rPr lang="en-us" cap="none"/>
              <a:t>~ 7: </a:t>
            </a:r>
            <a:r>
              <a:t>토요일</a:t>
            </a:r>
            <a:r>
              <a:rPr lang="en-us" cap="none"/>
              <a:t>)</a:t>
            </a:r>
          </a:p>
          <a:p>
            <a:pPr>
              <a:defRPr lang="ko-kr"/>
            </a:pPr>
            <a:r>
              <a:rPr lang="en-us" cap="none"/>
              <a:t>monthname(</a:t>
            </a:r>
            <a:r>
              <a:t>날짜</a:t>
            </a:r>
            <a:r>
              <a:rPr lang="en-us" cap="none"/>
              <a:t>), dayofyear(</a:t>
            </a:r>
            <a:r>
              <a:t>날짜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날짜</a:t>
            </a:r>
            <a:r>
              <a:t>의 월 단어</a:t>
            </a:r>
            <a:r>
              <a:rPr lang="en-us" cap="none"/>
              <a:t>(monthname), </a:t>
            </a:r>
            <a:r>
              <a:t>일년 중 몇 번째 날짜인지 반환</a:t>
            </a:r>
            <a:endParaRPr lang="en-us" cap="none"/>
          </a:p>
          <a:p>
            <a:pPr>
              <a:defRPr lang="ko-kr"/>
            </a:pPr>
            <a:r>
              <a:rPr lang="en-us" cap="none"/>
              <a:t>last_day(</a:t>
            </a:r>
            <a:r>
              <a:t>날짜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날짜</a:t>
            </a:r>
            <a:r>
              <a:t>의 마지막 날짜를 반환 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last_day(now()) -&gt; 1</a:t>
            </a:r>
            <a:r>
              <a:t>월일 경우 </a:t>
            </a:r>
            <a:r>
              <a:rPr lang="en-us" b="1" cap="none"/>
              <a:t>2020-01-31</a:t>
            </a:r>
          </a:p>
          <a:p>
            <a:pPr>
              <a:defRPr lang="ko-kr"/>
            </a:pPr>
            <a:r>
              <a:rPr lang="en-us" cap="none"/>
              <a:t>quarter(</a:t>
            </a:r>
            <a:r>
              <a:t>날짜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날짜</a:t>
            </a:r>
            <a:r>
              <a:t>가 </a:t>
            </a:r>
            <a:r>
              <a:rPr lang="en-us" cap="none"/>
              <a:t>4</a:t>
            </a:r>
            <a:r>
              <a:t>분기 중 몇 분기인지를 정수로 반환</a:t>
            </a:r>
            <a:endParaRPr lang="en-us" b="1" cap="none"/>
          </a:p>
          <a:p>
            <a:pPr>
              <a:defRPr lang="ko-kr"/>
            </a:pPr>
            <a:endParaRPr lang="ko-kr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날짜</a:t>
            </a:r>
            <a:r>
              <a:rPr lang="en-us" cap="none"/>
              <a:t>, </a:t>
            </a:r>
            <a:r>
              <a:t>시간 처리 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BgGAAC1RwAAuSYAABAAAAAmAAAACAAAAAEAAAAAAAAA"/>
              </a:ext>
            </a:extLst>
          </p:cNvSpPr>
          <p:nvPr>
            <p:ph type="body" idx="1"/>
          </p:nvPr>
        </p:nvSpPr>
        <p:spPr>
          <a:xfrm>
            <a:off x="607695" y="990600"/>
            <a:ext cx="11049000" cy="530415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date_format(</a:t>
            </a:r>
            <a:r>
              <a:t>일시</a:t>
            </a:r>
            <a:r>
              <a:rPr lang="en-us" cap="none"/>
              <a:t>, </a:t>
            </a:r>
            <a:r>
              <a:t>출력형식문자열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ko-kr" b="1" cap="none"/>
              <a:t>일시</a:t>
            </a:r>
            <a:r>
              <a:t>를 </a:t>
            </a:r>
            <a:r>
              <a:rPr lang="ko-kr" b="1" cap="none"/>
              <a:t>출력형식문자열</a:t>
            </a:r>
            <a:r>
              <a:t>에 맞는 </a:t>
            </a:r>
            <a:r>
              <a:rPr lang="ko-kr" b="1" cap="none"/>
              <a:t>문자열</a:t>
            </a:r>
            <a:r>
              <a:t>로 변환해서 반환한다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t>출력형식</a:t>
            </a:r>
            <a:r>
              <a:rPr lang="en-us" cap="none"/>
              <a:t>(format) </a:t>
            </a:r>
            <a:r>
              <a:t>명시자</a:t>
            </a:r>
            <a:r>
              <a:rPr lang="en-us" cap="none"/>
              <a:t>(specifier)</a:t>
            </a:r>
          </a:p>
          <a:p>
            <a:pPr lvl="2">
              <a:defRPr lang="ko-kr"/>
            </a:pPr>
            <a:r>
              <a:rPr lang="en-us" cap="none">
                <a:hlinkClick r:id="rId3"/>
              </a:rPr>
              <a:t>https://dev.mysql.com/doc/refman/8.0/en/date-and-time-functions.html#function_date-format</a:t>
            </a:r>
            <a:endParaRPr lang="en-us" cap="none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628725"/>
              </p:ext>
            </p:extLst>
          </p:nvPr>
        </p:nvGraphicFramePr>
        <p:xfrm>
          <a:off x="6475095" y="2743200"/>
          <a:ext cx="5382895" cy="401764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5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85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err="1">
                          <a:solidFill>
                            <a:srgbClr val="000000"/>
                          </a:solidFill>
                        </a:rPr>
                        <a:t>명시자</a:t>
                      </a:r>
                      <a:endParaRPr lang="ko-kr" sz="1600" b="1" cap="none" dirty="0" err="1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600" b="1" cap="none" dirty="0">
                          <a:solidFill>
                            <a:srgbClr val="000000"/>
                          </a:solidFill>
                        </a:rPr>
                        <a:t>설명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1422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%Y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연도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자리</a:t>
                      </a: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%m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월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 2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자리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(01 ~ 12)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%d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일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자리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(01 ~ 31)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%H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시간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(00 ~ 23)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%h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시간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(00 ~ 12)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</a:t>
                      </a:r>
                      <a:r>
                        <a:rPr lang="en-us" sz="1500" cap="none" err="1">
                          <a:solidFill>
                            <a:srgbClr val="000000"/>
                          </a:solidFill>
                        </a:rPr>
                        <a:t>i</a:t>
                      </a:r>
                      <a:endParaRPr lang="ko-kr" sz="1500" cap="none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분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자리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(00 ~ 59)</a:t>
                      </a:r>
                      <a:endParaRPr lang="en-US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%S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초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자리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(00 ~ 59)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%p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AM, PM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%W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요일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단어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58485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%w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요일 정수 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(0: 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일요일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, 1: </a:t>
                      </a:r>
                      <a:r>
                        <a:rPr lang="ko-kr" sz="1500" cap="none" dirty="0">
                          <a:solidFill>
                            <a:srgbClr val="000000"/>
                          </a:solidFill>
                        </a:rPr>
                        <a:t>토요일</a:t>
                      </a:r>
                      <a:r>
                        <a:rPr lang="en-us" sz="1500" cap="none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ko-kr" sz="1500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</a:tbl>
          </a:graphicData>
        </a:graphic>
      </p:graphicFrame>
      <p:sp>
        <p:nvSpPr>
          <p:cNvPr id="5" name="사각형: 둥근 모서리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MzMzA8zMzADAwP8Af39/AAAAAAAAAAAAAAAAAAAAAAAAAAAAIQAAABgAAAAUAAAAvQMAAOQSAADlJgAATBcAABAAAAAmAAAACAAAAP//////////"/>
              </a:ext>
            </a:extLst>
          </p:cNvSpPr>
          <p:nvPr/>
        </p:nvSpPr>
        <p:spPr>
          <a:xfrm>
            <a:off x="607695" y="3070860"/>
            <a:ext cx="5715000" cy="71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dirty="0">
                <a:latin typeface="맑은 고딕"/>
                <a:ea typeface="맑은 고딕"/>
              </a:rPr>
              <a:t>SELECT </a:t>
            </a:r>
            <a:r>
              <a:rPr err="1">
                <a:latin typeface="맑은 고딕"/>
                <a:ea typeface="맑은 고딕"/>
              </a:rPr>
              <a:t>date_format</a:t>
            </a:r>
            <a:r>
              <a:rPr dirty="0">
                <a:latin typeface="맑은 고딕"/>
                <a:ea typeface="맑은 고딕"/>
              </a:rPr>
              <a:t>(now(), </a:t>
            </a:r>
            <a:r>
              <a:rPr b="1" dirty="0">
                <a:latin typeface="맑은 고딕"/>
                <a:ea typeface="맑은 고딕"/>
              </a:rPr>
              <a:t>‘%Y</a:t>
            </a:r>
            <a:r>
              <a:rPr lang="ko-kr" b="1" cap="none" dirty="0">
                <a:latin typeface="맑은 고딕"/>
                <a:ea typeface="맑은 고딕"/>
              </a:rPr>
              <a:t>년 </a:t>
            </a:r>
            <a:r>
              <a:rPr b="1" dirty="0">
                <a:latin typeface="맑은 고딕"/>
                <a:ea typeface="맑은 고딕"/>
              </a:rPr>
              <a:t>%m</a:t>
            </a:r>
            <a:r>
              <a:rPr lang="ko-kr" b="1" cap="none" dirty="0">
                <a:latin typeface="맑은 고딕"/>
                <a:ea typeface="맑은 고딕"/>
              </a:rPr>
              <a:t>월 </a:t>
            </a:r>
            <a:r>
              <a:rPr b="1" dirty="0">
                <a:latin typeface="맑은 고딕"/>
                <a:ea typeface="맑은 고딕"/>
              </a:rPr>
              <a:t>%d</a:t>
            </a:r>
            <a:r>
              <a:rPr lang="ko-kr" b="1" cap="none" dirty="0">
                <a:latin typeface="맑은 고딕"/>
                <a:ea typeface="맑은 고딕"/>
              </a:rPr>
              <a:t>일</a:t>
            </a:r>
            <a:r>
              <a:rPr b="1" dirty="0">
                <a:latin typeface="맑은 고딕"/>
                <a:ea typeface="맑은 고딕"/>
              </a:rPr>
              <a:t>‘</a:t>
            </a:r>
            <a:r>
              <a:rPr dirty="0">
                <a:latin typeface="맑은 고딕"/>
                <a:ea typeface="맑은 고딕"/>
              </a:rPr>
              <a:t>)</a:t>
            </a:r>
            <a:endParaRPr lang="ko-kr" cap="none" dirty="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– </a:t>
            </a:r>
            <a:r>
              <a:t>형 변환 처리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ko-kr"/>
            </a:pPr>
            <a:r>
              <a:t>형 변환이란</a:t>
            </a:r>
            <a:r>
              <a:rPr lang="en-us" cap="none"/>
              <a:t>? (Type casting)</a:t>
            </a:r>
          </a:p>
          <a:p>
            <a:pPr lvl="1">
              <a:lnSpc>
                <a:spcPct val="120000"/>
              </a:lnSpc>
              <a:defRPr lang="ko-kr"/>
            </a:pPr>
            <a:r>
              <a:t>값의 타입을 다른 타입으로 변환</a:t>
            </a:r>
            <a:endParaRPr lang="en-us" cap="none"/>
          </a:p>
          <a:p>
            <a:pPr lvl="1">
              <a:lnSpc>
                <a:spcPct val="120000"/>
              </a:lnSpc>
              <a:defRPr lang="ko-kr"/>
            </a:pPr>
            <a:r>
              <a:t>암시적 변환</a:t>
            </a:r>
            <a:endParaRPr lang="en-us" cap="none"/>
          </a:p>
          <a:p>
            <a:pPr lvl="2">
              <a:lnSpc>
                <a:spcPct val="120000"/>
              </a:lnSpc>
              <a:defRPr lang="ko-kr"/>
            </a:pPr>
            <a:r>
              <a:t>구문에 맞춰 </a:t>
            </a:r>
            <a:r>
              <a:rPr lang="en-us" cap="none"/>
              <a:t>MySQL </a:t>
            </a:r>
            <a:r>
              <a:t>서버가 알아서 변환한다</a:t>
            </a:r>
            <a:r>
              <a:rPr lang="en-us" cap="none"/>
              <a:t>.</a:t>
            </a:r>
          </a:p>
          <a:p>
            <a:pPr lvl="2">
              <a:lnSpc>
                <a:spcPct val="120000"/>
              </a:lnSpc>
              <a:defRPr lang="ko-kr"/>
            </a:pPr>
            <a:r>
              <a:rPr lang="en-us" cap="none"/>
              <a:t>ex)</a:t>
            </a:r>
          </a:p>
          <a:p>
            <a:pPr lvl="3">
              <a:lnSpc>
                <a:spcPct val="120000"/>
              </a:lnSpc>
              <a:defRPr lang="ko-kr"/>
            </a:pPr>
            <a:r>
              <a:rPr lang="en-us" cap="none"/>
              <a:t>select ‘1000’ + ‘2000’;  </a:t>
            </a:r>
            <a:r>
              <a:t>문자열 </a:t>
            </a:r>
            <a:r>
              <a:rPr lang="en-us" cap="none"/>
              <a:t>‘1000’, ‘2000’</a:t>
            </a:r>
            <a:r>
              <a:t>을 정수로 변환 후 더한다</a:t>
            </a:r>
            <a:r>
              <a:rPr lang="en-us" cap="none"/>
              <a:t>.</a:t>
            </a:r>
          </a:p>
          <a:p>
            <a:pPr lvl="3">
              <a:lnSpc>
                <a:spcPct val="120000"/>
              </a:lnSpc>
              <a:defRPr lang="ko-kr"/>
            </a:pPr>
            <a:r>
              <a:rPr lang="en-us" cap="none"/>
              <a:t>selct concat(322, ‘</a:t>
            </a:r>
            <a:r>
              <a:t>개</a:t>
            </a:r>
            <a:r>
              <a:rPr lang="en-us" cap="none"/>
              <a:t>’); 322 </a:t>
            </a:r>
            <a:r>
              <a:t>정수를 문자열로 변환한 뒤 붙인다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defRPr lang="ko-kr"/>
            </a:pPr>
            <a:r>
              <a:t>명시적 변환</a:t>
            </a:r>
            <a:endParaRPr lang="en-us" cap="none"/>
          </a:p>
          <a:p>
            <a:pPr lvl="2">
              <a:lnSpc>
                <a:spcPct val="120000"/>
              </a:lnSpc>
              <a:defRPr lang="ko-kr"/>
            </a:pPr>
            <a:r>
              <a:t>변환함수를 이용해 명시적으로 변환한다</a:t>
            </a:r>
            <a:r>
              <a:rPr lang="en-us" cap="none"/>
              <a:t>.</a:t>
            </a:r>
          </a:p>
          <a:p>
            <a:pPr lvl="2">
              <a:lnSpc>
                <a:spcPct val="120000"/>
              </a:lnSpc>
              <a:defRPr lang="ko-kr"/>
            </a:pPr>
            <a:r>
              <a:rPr lang="en-us" b="1" cap="none"/>
              <a:t>cast</a:t>
            </a:r>
            <a:r>
              <a:rPr lang="en-us" cap="none"/>
              <a:t>(</a:t>
            </a:r>
            <a:r>
              <a:t>값 </a:t>
            </a:r>
            <a:r>
              <a:rPr lang="en-us" b="1" cap="none"/>
              <a:t>as</a:t>
            </a:r>
            <a:r>
              <a:rPr lang="en-us" cap="none"/>
              <a:t> </a:t>
            </a:r>
            <a:r>
              <a:t>변환할 타입</a:t>
            </a:r>
            <a:r>
              <a:rPr lang="en-us" cap="none"/>
              <a:t>)</a:t>
            </a:r>
          </a:p>
          <a:p>
            <a:pPr lvl="2">
              <a:lnSpc>
                <a:spcPct val="120000"/>
              </a:lnSpc>
              <a:defRPr lang="ko-kr"/>
            </a:pPr>
            <a:r>
              <a:rPr lang="en-us" b="1" cap="none"/>
              <a:t>convert</a:t>
            </a:r>
            <a:r>
              <a:rPr lang="en-us" cap="none"/>
              <a:t>(</a:t>
            </a:r>
            <a:r>
              <a:t>값</a:t>
            </a:r>
            <a:r>
              <a:rPr lang="en-us" b="1" cap="none"/>
              <a:t>,</a:t>
            </a:r>
            <a:r>
              <a:rPr lang="en-us" cap="none"/>
              <a:t> </a:t>
            </a:r>
            <a:r>
              <a:t>변환할 타입</a:t>
            </a:r>
            <a:r>
              <a:rPr lang="en-us" cap="none"/>
              <a:t>)</a:t>
            </a:r>
          </a:p>
          <a:p>
            <a:pPr lvl="3">
              <a:lnSpc>
                <a:spcPct val="120000"/>
              </a:lnSpc>
              <a:defRPr lang="ko-kr"/>
            </a:pPr>
            <a:r>
              <a:t>값을 변환할 타입으로 변환한다</a:t>
            </a:r>
            <a:r>
              <a:rPr lang="en-us" cap="none"/>
              <a:t>.</a:t>
            </a:r>
          </a:p>
          <a:p>
            <a:pPr lvl="3">
              <a:lnSpc>
                <a:spcPct val="120000"/>
              </a:lnSpc>
              <a:defRPr lang="ko-kr"/>
            </a:pPr>
            <a:r>
              <a:t>두 함수는 구문만 차이가 있다</a:t>
            </a:r>
            <a:r>
              <a:rPr lang="en-us" cap="none"/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993717"/>
              </p:ext>
            </p:extLst>
          </p:nvPr>
        </p:nvGraphicFramePr>
        <p:xfrm>
          <a:off x="8252465" y="3078280"/>
          <a:ext cx="3733800" cy="36861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lang="ko-kr" b="1" cap="none">
                          <a:solidFill>
                            <a:srgbClr val="FFFFFF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b="1" err="1">
                          <a:solidFill>
                            <a:srgbClr val="000000"/>
                          </a:solidFill>
                        </a:rPr>
                        <a:t>변환할</a:t>
                      </a:r>
                      <a:r>
                        <a:rPr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1" err="1">
                          <a:solidFill>
                            <a:srgbClr val="000000"/>
                          </a:solidFill>
                        </a:rPr>
                        <a:t>타입</a:t>
                      </a:r>
                      <a:endParaRPr b="1" dirty="0" err="1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time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datetime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decimal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signed (</a:t>
                      </a:r>
                      <a:r>
                        <a:rPr err="1">
                          <a:solidFill>
                            <a:srgbClr val="000000"/>
                          </a:solidFill>
                        </a:rPr>
                        <a:t>부호있는</a:t>
                      </a:r>
                      <a:r>
                        <a:rPr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64bit</a:t>
                      </a:r>
                      <a:r>
                        <a:rPr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err="1">
                          <a:solidFill>
                            <a:srgbClr val="000000"/>
                          </a:solidFill>
                        </a:rPr>
                        <a:t>정수</a:t>
                      </a: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unsigned (</a:t>
                      </a:r>
                      <a:r>
                        <a:rPr err="1">
                          <a:solidFill>
                            <a:srgbClr val="000000"/>
                          </a:solidFill>
                        </a:rPr>
                        <a:t>부호</a:t>
                      </a:r>
                      <a:r>
                        <a:rPr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err="1">
                          <a:solidFill>
                            <a:srgbClr val="000000"/>
                          </a:solidFill>
                        </a:rPr>
                        <a:t>없는</a:t>
                      </a:r>
                      <a:r>
                        <a:rPr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64bit </a:t>
                      </a:r>
                      <a:r>
                        <a:rPr err="1">
                          <a:solidFill>
                            <a:srgbClr val="000000"/>
                          </a:solidFill>
                        </a:rPr>
                        <a:t>정수</a:t>
                      </a: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  <a:defRPr lang="ko-kr" cap="none">
                          <a:solidFill>
                            <a:srgbClr val="000000"/>
                          </a:solidFill>
                          <a:latin typeface="맑은 고딕" pitchFamily="3" charset="-127"/>
                          <a:ea typeface="맑은 고딕" pitchFamily="3" charset="-127"/>
                          <a:cs typeface="맑은 고딕" pitchFamily="3" charset="-127"/>
                        </a:defRPr>
                      </a:pPr>
                      <a:r>
                        <a:rPr lang="en-us" cap="none" dirty="0">
                          <a:solidFill>
                            <a:srgbClr val="000000"/>
                          </a:solidFill>
                        </a:rPr>
                        <a:t>binary </a:t>
                      </a:r>
                      <a:endParaRPr lang="en-US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0170" marR="45085" marT="90170" marB="4508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693816738" type="min" val="37084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- </a:t>
            </a:r>
            <a:r>
              <a:t>집계함수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BgGAAA7RwAAyCgAABAAAAAmAAAACAAAAAEgAAAAAAAA"/>
              </a:ext>
            </a:extLst>
          </p:cNvSpPr>
          <p:nvPr>
            <p:ph type="body" idx="1"/>
          </p:nvPr>
        </p:nvSpPr>
        <p:spPr>
          <a:xfrm>
            <a:off x="609600" y="990600"/>
            <a:ext cx="10969625" cy="56388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조회 결과를 묶어 집계 처리하는 함수들로 </a:t>
            </a:r>
            <a:r>
              <a:rPr lang="ko-kr" b="1" cap="none"/>
              <a:t>그룹함수</a:t>
            </a:r>
            <a:r>
              <a:rPr lang="en-us" b="1" cap="none"/>
              <a:t>, </a:t>
            </a:r>
            <a:r>
              <a:rPr lang="ko-kr" b="1" cap="none"/>
              <a:t>다중행 함수</a:t>
            </a:r>
            <a:r>
              <a:t>라고도 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t>기본적으로 전체 행을 기준으로 계산한다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rPr lang="en-us" cap="none"/>
              <a:t>select</a:t>
            </a:r>
            <a:r>
              <a:t>시 </a:t>
            </a:r>
            <a:r>
              <a:rPr lang="en-us" cap="none"/>
              <a:t>group by </a:t>
            </a:r>
            <a:r>
              <a:t>절을 이용해 그룹으로 묶을 기준 컬럼을 지정할 수 있다</a:t>
            </a:r>
            <a:r>
              <a:rPr lang="en-us" cap="none"/>
              <a:t>. </a:t>
            </a:r>
          </a:p>
          <a:p>
            <a:pPr lvl="2">
              <a:defRPr lang="ko-kr"/>
            </a:pPr>
            <a:r>
              <a:t>지정한 컬럼의 값이 같은 행끼리 하나의 그룹으로 묶인다</a:t>
            </a:r>
            <a:r>
              <a:rPr lang="en-us" cap="none"/>
              <a:t>.</a:t>
            </a:r>
          </a:p>
          <a:p>
            <a:pPr>
              <a:defRPr lang="ko-kr"/>
            </a:pPr>
            <a:r>
              <a:t>집계함수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avg(column) : </a:t>
            </a:r>
            <a:r>
              <a:t>평균 값 조회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sum(column) : </a:t>
            </a:r>
            <a:r>
              <a:t>합계 값 조회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max(column) : </a:t>
            </a:r>
            <a:r>
              <a:t>제일 큰 값 조회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min(column) : </a:t>
            </a:r>
            <a:r>
              <a:t>가장 작은 값 조회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count(column) : </a:t>
            </a:r>
            <a:r>
              <a:t>행 수 조회 </a:t>
            </a:r>
            <a:r>
              <a:rPr lang="en-us" cap="none"/>
              <a:t>(</a:t>
            </a:r>
            <a:r>
              <a:t>개수 조회</a:t>
            </a:r>
            <a:r>
              <a:rPr lang="en-us" cap="none"/>
              <a:t>)</a:t>
            </a:r>
          </a:p>
          <a:p>
            <a:pPr lvl="1">
              <a:defRPr lang="ko-kr"/>
            </a:pPr>
            <a:r>
              <a:rPr lang="en-us" cap="none"/>
              <a:t>count(distinct column): </a:t>
            </a:r>
            <a:r>
              <a:t>행 수 조회</a:t>
            </a:r>
            <a:r>
              <a:rPr lang="en-us" cap="none"/>
              <a:t>(</a:t>
            </a:r>
            <a:r>
              <a:t>개수 조회</a:t>
            </a:r>
            <a:r>
              <a:rPr lang="en-us" cap="none"/>
              <a:t>). </a:t>
            </a:r>
            <a:r>
              <a:t>중복된 값은 </a:t>
            </a:r>
            <a:r>
              <a:rPr lang="en-us" cap="none"/>
              <a:t>1</a:t>
            </a:r>
            <a:r>
              <a:t>개로 처리</a:t>
            </a:r>
            <a:r>
              <a:rPr lang="en-us" cap="none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함수 </a:t>
            </a:r>
            <a:r>
              <a:rPr lang="en-us" cap="none"/>
              <a:t>- </a:t>
            </a:r>
            <a:r>
              <a:t>집계함수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with rollup</a:t>
            </a:r>
          </a:p>
          <a:p>
            <a:pPr lvl="1">
              <a:defRPr lang="ko-kr"/>
            </a:pPr>
            <a:r>
              <a:t>총합</a:t>
            </a:r>
            <a:r>
              <a:rPr lang="en-us" cap="none"/>
              <a:t>, </a:t>
            </a:r>
            <a:r>
              <a:t>중간 합계를 조회결과에 넣는다</a:t>
            </a:r>
            <a:r>
              <a:rPr lang="en-us" cap="none"/>
              <a:t>.</a:t>
            </a:r>
          </a:p>
          <a:p>
            <a:pPr lvl="1">
              <a:defRPr lang="ko-kr"/>
            </a:pPr>
            <a:r>
              <a:rPr lang="en-us" cap="none"/>
              <a:t>group by </a:t>
            </a:r>
            <a:r>
              <a:t>절과 함께 사용</a:t>
            </a:r>
            <a:endParaRPr lang="en-us" cap="none"/>
          </a:p>
          <a:p>
            <a:pPr lvl="1">
              <a:defRPr lang="ko-kr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</a:t>
            </a:r>
            <a:r>
              <a:rPr lang="en-us" cap="none"/>
              <a:t>(JOIN)</a:t>
            </a:r>
          </a:p>
        </p:txBody>
      </p:sp>
      <p:sp>
        <p:nvSpPr>
          <p:cNvPr id="3" name="텍스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g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>
              <a:defRPr lang="ko-kr"/>
            </a:pPr>
            <a:r>
              <a:t>테이블 간의 관계 </a:t>
            </a:r>
            <a:r>
              <a:rPr lang="en-us" cap="none"/>
              <a:t>: Foreign</a:t>
            </a:r>
            <a:r>
              <a:t> </a:t>
            </a:r>
            <a:r>
              <a:rPr lang="en-us" cap="none"/>
              <a:t>key </a:t>
            </a:r>
            <a:r>
              <a:t>제약조건</a:t>
            </a:r>
          </a:p>
        </p:txBody>
      </p:sp>
      <p:sp>
        <p:nvSpPr>
          <p:cNvPr id="3" name="내용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KAFAAA7RwAAyCgAABAAAAAmAAAACAAAAD0gAAAAAAAA"/>
              </a:ext>
            </a:extLst>
          </p:cNvSpPr>
          <p:nvPr>
            <p:ph type="body" idx="1"/>
          </p:nvPr>
        </p:nvSpPr>
        <p:spPr>
          <a:xfrm>
            <a:off x="609600" y="914400"/>
            <a:ext cx="10969625" cy="5793093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en-us" sz="2200" cap="none" dirty="0">
                <a:latin typeface="맑은 고딕"/>
                <a:ea typeface="맑은 고딕"/>
              </a:rPr>
              <a:t>Foreign key</a:t>
            </a:r>
            <a:r>
              <a:rPr lang="en-us" sz="2200" dirty="0">
                <a:latin typeface="맑은 고딕"/>
                <a:ea typeface="맑은 고딕"/>
              </a:rPr>
              <a:t> </a:t>
            </a:r>
            <a:r>
              <a:rPr lang="en-us" sz="2200" cap="none" dirty="0">
                <a:latin typeface="맑은 고딕"/>
                <a:ea typeface="맑은 고딕"/>
              </a:rPr>
              <a:t>(</a:t>
            </a:r>
            <a:r>
              <a:rPr lang="en-us" sz="2200" cap="none" dirty="0" err="1">
                <a:latin typeface="맑은 고딕"/>
                <a:ea typeface="맑은 고딕"/>
              </a:rPr>
              <a:t>외래키</a:t>
            </a:r>
            <a:r>
              <a:rPr lang="en-us" sz="2200" cap="none" dirty="0">
                <a:latin typeface="맑은 고딕"/>
                <a:ea typeface="맑은 고딕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sz="1800" dirty="0">
                <a:latin typeface="맑은 고딕"/>
                <a:ea typeface="맑은 고딕"/>
              </a:rPr>
              <a:t>다른 테이블의 </a:t>
            </a:r>
            <a:r>
              <a:rPr lang="en-US" altLang="ko-KR" sz="1800" dirty="0" err="1">
                <a:latin typeface="맑은 고딕"/>
                <a:ea typeface="맑은 고딕"/>
              </a:rPr>
              <a:t>PK값만</a:t>
            </a:r>
            <a:r>
              <a:rPr lang="en-US" altLang="ko-KR" sz="1800" dirty="0">
                <a:latin typeface="맑은 고딕"/>
                <a:ea typeface="맑은 고딕"/>
              </a:rPr>
              <a:t> </a:t>
            </a:r>
            <a:r>
              <a:rPr lang="en-US" altLang="ko-KR" sz="1800" dirty="0" err="1">
                <a:latin typeface="맑은 고딕"/>
                <a:ea typeface="맑은 고딕"/>
              </a:rPr>
              <a:t>가질</a:t>
            </a:r>
            <a:r>
              <a:rPr lang="en-US" altLang="ko-KR" sz="1800" dirty="0">
                <a:latin typeface="맑은 고딕"/>
                <a:ea typeface="맑은 고딕"/>
              </a:rPr>
              <a:t> 수 </a:t>
            </a:r>
            <a:r>
              <a:rPr lang="en-US" altLang="ko-KR" sz="1800" dirty="0" err="1">
                <a:latin typeface="맑은 고딕"/>
                <a:ea typeface="맑은 고딕"/>
              </a:rPr>
              <a:t>있는</a:t>
            </a:r>
            <a:r>
              <a:rPr lang="en-US" altLang="ko-KR" sz="1800" dirty="0">
                <a:latin typeface="맑은 고딕"/>
                <a:ea typeface="맑은 고딕"/>
              </a:rPr>
              <a:t> </a:t>
            </a:r>
            <a:r>
              <a:rPr lang="en-US" altLang="ko-KR" sz="1800" dirty="0" err="1">
                <a:latin typeface="맑은 고딕"/>
                <a:ea typeface="맑은 고딕"/>
              </a:rPr>
              <a:t>컬럼</a:t>
            </a:r>
            <a:endParaRPr lang="en-US" altLang="ko-KR" sz="1800" cap="none">
              <a:latin typeface="맑은 고딕"/>
              <a:ea typeface="맑은 고딕"/>
            </a:endParaRP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2210" cap="none"/>
            </a:pPr>
            <a:r>
              <a:rPr lang="en-US" altLang="ko-KR" sz="1800" dirty="0" err="1">
                <a:latin typeface="맑은 고딕"/>
                <a:ea typeface="맑은 고딕"/>
              </a:rPr>
              <a:t>테이블간의</a:t>
            </a:r>
            <a:r>
              <a:rPr lang="en-US" altLang="ko-KR" sz="1800" dirty="0">
                <a:latin typeface="맑은 고딕"/>
                <a:ea typeface="맑은 고딕"/>
              </a:rPr>
              <a:t> </a:t>
            </a:r>
            <a:r>
              <a:rPr lang="en-US" altLang="ko-KR" sz="1800" dirty="0" err="1">
                <a:latin typeface="맑은 고딕"/>
                <a:ea typeface="맑은 고딕"/>
              </a:rPr>
              <a:t>연관관계를</a:t>
            </a:r>
            <a:r>
              <a:rPr lang="en-US" altLang="ko-KR" sz="1800" dirty="0">
                <a:latin typeface="맑은 고딕"/>
                <a:ea typeface="맑은 고딕"/>
              </a:rPr>
              <a:t> </a:t>
            </a:r>
            <a:r>
              <a:rPr lang="en-US" altLang="ko-KR" sz="1800" dirty="0" err="1">
                <a:latin typeface="맑은 고딕"/>
                <a:ea typeface="맑은 고딕"/>
              </a:rPr>
              <a:t>표현한다</a:t>
            </a:r>
            <a:r>
              <a:rPr lang="en-US" altLang="ko-KR" sz="1800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sz="2200" dirty="0">
                <a:latin typeface="맑은 고딕"/>
                <a:ea typeface="맑은 고딕"/>
              </a:rPr>
              <a:t>부모테이블 </a:t>
            </a:r>
            <a:r>
              <a:rPr lang="en-us" sz="2200" cap="none" dirty="0">
                <a:latin typeface="맑은 고딕"/>
                <a:ea typeface="맑은 고딕"/>
              </a:rPr>
              <a:t>– </a:t>
            </a:r>
            <a:r>
              <a:rPr sz="2200" dirty="0">
                <a:latin typeface="맑은 고딕"/>
                <a:ea typeface="맑은 고딕"/>
              </a:rPr>
              <a:t>참조 되는 테이블</a:t>
            </a:r>
            <a:endParaRPr lang="en-us" sz="2200" cap="none" dirty="0">
              <a:latin typeface="맑은 고딕"/>
              <a:ea typeface="맑은 고딕"/>
            </a:endParaRPr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sz="2200" dirty="0">
                <a:latin typeface="맑은 고딕"/>
                <a:ea typeface="맑은 고딕"/>
              </a:rPr>
              <a:t>자식테이블 </a:t>
            </a:r>
            <a:r>
              <a:rPr lang="en-us" sz="2200" cap="none" dirty="0">
                <a:latin typeface="맑은 고딕"/>
                <a:ea typeface="맑은 고딕"/>
              </a:rPr>
              <a:t>– </a:t>
            </a:r>
            <a:r>
              <a:rPr sz="2200" dirty="0">
                <a:latin typeface="맑은 고딕"/>
                <a:ea typeface="맑은 고딕"/>
              </a:rPr>
              <a:t>참조 하는 테이블</a:t>
            </a:r>
            <a:endParaRPr lang="en-us" sz="2200" cap="none" dirty="0">
              <a:latin typeface="맑은 고딕"/>
              <a:ea typeface="맑은 고딕"/>
            </a:endParaRPr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endParaRPr lang="en-us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altLang="en-US" sz="1800" b="1" dirty="0">
                <a:latin typeface="맑은 고딕"/>
                <a:ea typeface="맑은 고딕"/>
              </a:rPr>
              <a:t>부서테이블: 부모테이블, 직원테이블: 자식테이블</a:t>
            </a:r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800" b="1" cap="none" dirty="0">
                <a:latin typeface="맑은 고딕"/>
                <a:ea typeface="맑은 고딕"/>
              </a:rPr>
              <a:t>직원테이블</a:t>
            </a:r>
            <a:r>
              <a:rPr sz="1800" dirty="0">
                <a:latin typeface="맑은 고딕"/>
                <a:ea typeface="맑은 고딕"/>
              </a:rPr>
              <a:t>의 데이터</a:t>
            </a:r>
            <a:r>
              <a:rPr lang="en-us" sz="1800" cap="none" dirty="0">
                <a:latin typeface="맑은 고딕"/>
                <a:ea typeface="맑은 고딕"/>
              </a:rPr>
              <a:t>(ROW)</a:t>
            </a:r>
            <a:r>
              <a:rPr sz="1800" dirty="0">
                <a:latin typeface="맑은 고딕"/>
                <a:ea typeface="맑은 고딕"/>
              </a:rPr>
              <a:t>는 </a:t>
            </a:r>
            <a:r>
              <a:rPr lang="ko-kr" sz="1800" b="1" cap="none" dirty="0">
                <a:latin typeface="맑은 고딕"/>
                <a:ea typeface="맑은 고딕"/>
              </a:rPr>
              <a:t>부서테이블</a:t>
            </a:r>
            <a:r>
              <a:rPr sz="1800" dirty="0">
                <a:latin typeface="맑은 고딕"/>
                <a:ea typeface="맑은 고딕"/>
              </a:rPr>
              <a:t>의 데이터를 참조한다</a:t>
            </a:r>
            <a:r>
              <a:rPr lang="en-us" sz="1800" cap="none" dirty="0">
                <a:latin typeface="맑은 고딕"/>
                <a:ea typeface="맑은 고딕"/>
              </a:rPr>
              <a:t>.</a:t>
            </a:r>
            <a:endParaRPr lang="en-us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800" b="1" cap="none" dirty="0">
                <a:latin typeface="맑은 고딕"/>
                <a:ea typeface="맑은 고딕"/>
              </a:rPr>
              <a:t>부서테이블</a:t>
            </a:r>
            <a:r>
              <a:rPr sz="1800" dirty="0">
                <a:latin typeface="맑은 고딕"/>
                <a:ea typeface="맑은 고딕"/>
              </a:rPr>
              <a:t>의 </a:t>
            </a:r>
            <a:r>
              <a:rPr lang="en-us" sz="1800" cap="none" dirty="0">
                <a:latin typeface="맑은 고딕"/>
                <a:ea typeface="맑은 고딕"/>
              </a:rPr>
              <a:t>ROW</a:t>
            </a:r>
            <a:r>
              <a:rPr sz="1800" dirty="0">
                <a:latin typeface="맑은 고딕"/>
                <a:ea typeface="맑은 고딕"/>
              </a:rPr>
              <a:t>는 </a:t>
            </a:r>
            <a:r>
              <a:rPr lang="ko-kr" sz="1800" b="1" cap="none" dirty="0">
                <a:latin typeface="맑은 고딕"/>
                <a:ea typeface="맑은 고딕"/>
              </a:rPr>
              <a:t>직원테이블</a:t>
            </a:r>
            <a:r>
              <a:rPr sz="1800" dirty="0">
                <a:latin typeface="맑은 고딕"/>
                <a:ea typeface="맑은 고딕"/>
              </a:rPr>
              <a:t>의 데이터 </a:t>
            </a:r>
            <a:r>
              <a:rPr lang="en-us" sz="1800" cap="none" dirty="0">
                <a:latin typeface="맑은 고딕"/>
                <a:ea typeface="맑은 고딕"/>
              </a:rPr>
              <a:t>0</a:t>
            </a:r>
            <a:r>
              <a:rPr sz="1800" dirty="0">
                <a:latin typeface="맑은 고딕"/>
                <a:ea typeface="맑은 고딕"/>
              </a:rPr>
              <a:t>개</a:t>
            </a:r>
            <a:r>
              <a:rPr lang="en-us" sz="1800" cap="none" dirty="0">
                <a:latin typeface="맑은 고딕"/>
                <a:ea typeface="맑은 고딕"/>
              </a:rPr>
              <a:t>~N</a:t>
            </a:r>
            <a:r>
              <a:rPr sz="1800" dirty="0">
                <a:latin typeface="맑은 고딕"/>
                <a:ea typeface="맑은 고딕"/>
              </a:rPr>
              <a:t>개가 참조할 수 있다</a:t>
            </a:r>
            <a:r>
              <a:rPr lang="en-us" sz="1800" cap="none" dirty="0"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6" name="그림 5" descr="텍스트, 스크린샷, 디스플레이, 소프트웨어이(가) 표시된 사진">
            <a:extLst>
              <a:ext uri="{FF2B5EF4-FFF2-40B4-BE49-F238E27FC236}">
                <a16:creationId xmlns:a16="http://schemas.microsoft.com/office/drawing/2014/main" id="{FAE9AF7A-DBB6-1CB2-57DA-2B5A27A30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9" y="1969545"/>
            <a:ext cx="9800575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Foreign</a:t>
            </a:r>
            <a:r>
              <a:t> </a:t>
            </a:r>
            <a:r>
              <a:rPr lang="en-us" cap="none"/>
              <a:t>key </a:t>
            </a:r>
            <a:r>
              <a:t>제약조건</a:t>
            </a:r>
          </a:p>
        </p:txBody>
      </p:sp>
      <p:sp>
        <p:nvSpPr>
          <p:cNvPr id="3" name="내용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QEAAHoGAACCSQAAsycAABAAAAAmAAAACAAAAAEgAAAAAAAA"/>
              </a:ext>
            </a:extLst>
          </p:cNvSpPr>
          <p:nvPr>
            <p:ph type="body" idx="1"/>
          </p:nvPr>
        </p:nvSpPr>
        <p:spPr>
          <a:xfrm>
            <a:off x="239395" y="1052830"/>
            <a:ext cx="11710035" cy="54006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2000" cap="none" dirty="0">
                <a:latin typeface="맑은 고딕"/>
                <a:ea typeface="맑은 고딕"/>
              </a:rPr>
              <a:t>기본 구문</a:t>
            </a:r>
            <a:endParaRPr lang="en-us" sz="2000" cap="none" dirty="0">
              <a:latin typeface="맑은 고딕"/>
              <a:ea typeface="맑은 고딕"/>
            </a:endParaRPr>
          </a:p>
          <a:p>
            <a:pPr>
              <a:defRPr lang="ko-kr"/>
            </a:pPr>
            <a:endParaRPr lang="en-us" sz="2000" cap="none"/>
          </a:p>
          <a:p>
            <a:pPr>
              <a:defRPr lang="ko-kr"/>
            </a:pPr>
            <a:r>
              <a:rPr lang="ko-kr" sz="2000" cap="none" dirty="0">
                <a:latin typeface="맑은 고딕"/>
                <a:ea typeface="맑은 고딕"/>
              </a:rPr>
              <a:t>자식 테이블로부터 참조 당하는 부모 테이블의 </a:t>
            </a:r>
            <a:r>
              <a:rPr lang="en-us" sz="2000" cap="none" dirty="0">
                <a:latin typeface="맑은 고딕"/>
                <a:ea typeface="맑은 고딕"/>
              </a:rPr>
              <a:t>row</a:t>
            </a:r>
            <a:r>
              <a:rPr lang="en-US" altLang="ko-KR" sz="2000" dirty="0">
                <a:latin typeface="맑은 고딕"/>
                <a:ea typeface="맑은 고딕"/>
              </a:rPr>
              <a:t>(행)</a:t>
            </a:r>
            <a:r>
              <a:rPr lang="ko-kr" sz="2000" cap="none" dirty="0">
                <a:latin typeface="맑은 고딕"/>
                <a:ea typeface="맑은 고딕"/>
              </a:rPr>
              <a:t>는 삭제 할 수 없다</a:t>
            </a:r>
            <a:r>
              <a:rPr lang="en-us" sz="2000" cap="none" dirty="0">
                <a:latin typeface="맑은 고딕"/>
                <a:ea typeface="맑은 고딕"/>
              </a:rPr>
              <a:t>. </a:t>
            </a:r>
          </a:p>
          <a:p>
            <a:pPr>
              <a:defRPr lang="ko-kr"/>
            </a:pPr>
            <a:r>
              <a:rPr lang="en-us" sz="2000" cap="none" dirty="0">
                <a:latin typeface="맑은 고딕"/>
                <a:ea typeface="맑은 고딕"/>
              </a:rPr>
              <a:t>CASCADE DELETE</a:t>
            </a:r>
          </a:p>
          <a:p>
            <a:pPr lvl="1">
              <a:defRPr lang="ko-kr"/>
            </a:pPr>
            <a:r>
              <a:rPr lang="en-us" sz="1800" cap="none" dirty="0">
                <a:latin typeface="맑은 고딕"/>
                <a:ea typeface="맑은 고딕"/>
              </a:rPr>
              <a:t>FOREIGN KEY </a:t>
            </a:r>
            <a:r>
              <a:rPr lang="ko-kr" sz="1800" cap="none" dirty="0">
                <a:latin typeface="맑은 고딕"/>
                <a:ea typeface="맑은 고딕"/>
              </a:rPr>
              <a:t>설정 시 </a:t>
            </a:r>
            <a:r>
              <a:rPr lang="en-us" sz="1800" cap="none" dirty="0">
                <a:latin typeface="맑은 고딕"/>
                <a:ea typeface="맑은 고딕"/>
              </a:rPr>
              <a:t>ON DELETE CASCADE </a:t>
            </a:r>
            <a:r>
              <a:rPr lang="ko-kr" sz="1800" cap="none" dirty="0">
                <a:latin typeface="맑은 고딕"/>
                <a:ea typeface="맑은 고딕"/>
              </a:rPr>
              <a:t>설정</a:t>
            </a:r>
            <a:endParaRPr lang="en-us" sz="1800" cap="none" dirty="0">
              <a:latin typeface="맑은 고딕"/>
              <a:ea typeface="맑은 고딕"/>
            </a:endParaRPr>
          </a:p>
          <a:p>
            <a:pPr lvl="2">
              <a:defRPr lang="ko-kr"/>
            </a:pPr>
            <a:r>
              <a:rPr lang="ko-kr" sz="1600" cap="none" dirty="0">
                <a:latin typeface="맑은 고딕"/>
                <a:ea typeface="맑은 고딕"/>
              </a:rPr>
              <a:t>부모 테이블의 참조 </a:t>
            </a:r>
            <a:r>
              <a:rPr lang="en-us" sz="1600" cap="none" dirty="0">
                <a:latin typeface="맑은 고딕"/>
                <a:ea typeface="맑은 고딕"/>
              </a:rPr>
              <a:t>ROW </a:t>
            </a:r>
            <a:r>
              <a:rPr lang="ko-kr" sz="1600" cap="none" dirty="0">
                <a:latin typeface="맑은 고딕"/>
                <a:ea typeface="맑은 고딕"/>
              </a:rPr>
              <a:t>삭제 시 자식 테이블의 참조 </a:t>
            </a:r>
            <a:r>
              <a:rPr lang="en-us" sz="1600" cap="none" dirty="0">
                <a:latin typeface="맑은 고딕"/>
                <a:ea typeface="맑은 고딕"/>
              </a:rPr>
              <a:t>ROW </a:t>
            </a:r>
            <a:r>
              <a:rPr lang="ko-kr" sz="1600" cap="none" dirty="0">
                <a:latin typeface="맑은 고딕"/>
                <a:ea typeface="맑은 고딕"/>
              </a:rPr>
              <a:t>삭제</a:t>
            </a:r>
            <a:endParaRPr lang="en-us" sz="1600" cap="none" dirty="0">
              <a:latin typeface="맑은 고딕"/>
              <a:ea typeface="맑은 고딕"/>
            </a:endParaRPr>
          </a:p>
          <a:p>
            <a:pPr lvl="1">
              <a:buNone/>
              <a:defRPr lang="ko-kr"/>
            </a:pPr>
            <a:endParaRPr lang="en-us" sz="1800" cap="none"/>
          </a:p>
          <a:p>
            <a:pPr lvl="1">
              <a:buNone/>
              <a:defRPr lang="ko-kr"/>
            </a:pPr>
            <a:endParaRPr lang="en-us" sz="1800" cap="none"/>
          </a:p>
          <a:p>
            <a:pPr lvl="1">
              <a:defRPr lang="ko-kr"/>
            </a:pPr>
            <a:r>
              <a:rPr lang="en-us" sz="1800" cap="none" dirty="0">
                <a:latin typeface="맑은 고딕"/>
                <a:ea typeface="맑은 고딕"/>
              </a:rPr>
              <a:t>FOREIGN KEY </a:t>
            </a:r>
            <a:r>
              <a:rPr lang="ko-kr" sz="1800" cap="none" dirty="0">
                <a:latin typeface="맑은 고딕"/>
                <a:ea typeface="맑은 고딕"/>
              </a:rPr>
              <a:t>설정 시 </a:t>
            </a:r>
            <a:r>
              <a:rPr lang="en-us" sz="1800" cap="none" dirty="0">
                <a:latin typeface="맑은 고딕"/>
                <a:ea typeface="맑은 고딕"/>
              </a:rPr>
              <a:t>ON DELETE SET NULL</a:t>
            </a:r>
            <a:r>
              <a:rPr lang="ko-kr" sz="1800" cap="none" dirty="0">
                <a:latin typeface="맑은 고딕"/>
                <a:ea typeface="맑은 고딕"/>
              </a:rPr>
              <a:t>설정</a:t>
            </a:r>
            <a:endParaRPr lang="en-us" sz="1800" cap="none" dirty="0">
              <a:latin typeface="맑은 고딕"/>
              <a:ea typeface="맑은 고딕"/>
            </a:endParaRPr>
          </a:p>
          <a:p>
            <a:pPr lvl="2">
              <a:defRPr lang="ko-kr"/>
            </a:pPr>
            <a:r>
              <a:rPr lang="ko-kr" sz="1600" cap="none" dirty="0">
                <a:latin typeface="맑은 고딕"/>
                <a:ea typeface="맑은 고딕"/>
              </a:rPr>
              <a:t>부모 테이블의 참조 </a:t>
            </a:r>
            <a:r>
              <a:rPr lang="en-us" sz="1600" cap="none" dirty="0">
                <a:latin typeface="맑은 고딕"/>
                <a:ea typeface="맑은 고딕"/>
              </a:rPr>
              <a:t>ROW </a:t>
            </a:r>
            <a:r>
              <a:rPr lang="ko-kr" sz="1600" cap="none" dirty="0">
                <a:latin typeface="맑은 고딕"/>
                <a:ea typeface="맑은 고딕"/>
              </a:rPr>
              <a:t>삭제 시 참조 하는 자식 테이블의 컬럼 값을 </a:t>
            </a:r>
            <a:r>
              <a:rPr lang="en-us" sz="1600" cap="none" dirty="0">
                <a:latin typeface="맑은 고딕"/>
                <a:ea typeface="맑은 고딕"/>
              </a:rPr>
              <a:t>NULL</a:t>
            </a:r>
            <a:r>
              <a:rPr lang="ko-kr" sz="1600" cap="none" dirty="0">
                <a:latin typeface="맑은 고딕"/>
                <a:ea typeface="맑은 고딕"/>
              </a:rPr>
              <a:t>로 설정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FQUAAHAXAACVOgAAwBwAABAgAAAmAAAACAAAAP//////////"/>
              </a:ext>
            </a:extLst>
          </p:cNvSpPr>
          <p:nvPr/>
        </p:nvSpPr>
        <p:spPr>
          <a:xfrm>
            <a:off x="826135" y="3810000"/>
            <a:ext cx="8696960" cy="86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CONSTRAINT  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제약조건이름  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FOREIGN KEY(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REFERECES 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부모테이블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(PK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</a:t>
            </a: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ON DELETE CASCADE</a:t>
            </a:r>
            <a:endParaRPr lang="ko-kr" sz="2000" b="1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</p:txBody>
      </p:sp>
      <p:sp>
        <p:nvSpPr>
          <p:cNvPr id="5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UQUAAMAhAAANOwAAcCYAABAgAAAmAAAACAAAAP//////////"/>
              </a:ext>
            </a:extLst>
          </p:cNvSpPr>
          <p:nvPr/>
        </p:nvSpPr>
        <p:spPr>
          <a:xfrm>
            <a:off x="864235" y="5486400"/>
            <a:ext cx="873506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CONSTRAINT  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제약조건이름  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FOREIGN KEY(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REFERECES 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부모테이블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(PK</a:t>
            </a:r>
            <a:r>
              <a:rPr lang="ko-kr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sz="2000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</a:t>
            </a: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ON DELETE SET NULL</a:t>
            </a:r>
            <a:endParaRPr lang="ko-kr" sz="2000" b="1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</p:txBody>
      </p:sp>
      <p:sp>
        <p:nvSpPr>
          <p:cNvPr id="6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rQMAAMAIAADVRQAAMAwAABAgAAAmAAAACAAAAP//////////"/>
              </a:ext>
            </a:extLst>
          </p:cNvSpPr>
          <p:nvPr/>
        </p:nvSpPr>
        <p:spPr>
          <a:xfrm>
            <a:off x="597535" y="1422400"/>
            <a:ext cx="10754360" cy="55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CONSTRAINT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 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제약조건이름  </a:t>
            </a: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FOREIGN KEY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 </a:t>
            </a: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REFERECES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부모테이블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(PK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[ON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설정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]</a:t>
            </a:r>
            <a:endParaRPr lang="ko-kr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Foreign</a:t>
            </a:r>
            <a:r>
              <a:t> </a:t>
            </a:r>
            <a:r>
              <a:rPr lang="en-us" cap="none"/>
              <a:t>key </a:t>
            </a:r>
            <a:r>
              <a:t>제약조건</a:t>
            </a:r>
          </a:p>
        </p:txBody>
      </p:sp>
      <p:sp>
        <p:nvSpPr>
          <p:cNvPr id="3" name="내용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eQEAAHoGAACCSQAAsycAABAAAAAmAAAACAAAAAEgAAAAAAAA"/>
              </a:ext>
            </a:extLst>
          </p:cNvSpPr>
          <p:nvPr>
            <p:ph type="body" idx="1"/>
          </p:nvPr>
        </p:nvSpPr>
        <p:spPr>
          <a:xfrm>
            <a:off x="239395" y="1052830"/>
            <a:ext cx="11710035" cy="54006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sz="2000" cap="none"/>
              <a:t>기본 구문</a:t>
            </a:r>
            <a:endParaRPr lang="en-us" sz="2000" cap="none"/>
          </a:p>
          <a:p>
            <a:pPr>
              <a:defRPr lang="ko-kr"/>
            </a:pPr>
            <a:endParaRPr lang="en-us" sz="2000" cap="none"/>
          </a:p>
          <a:p>
            <a:pPr lvl="1">
              <a:defRPr lang="ko-kr"/>
            </a:pPr>
            <a:r>
              <a:rPr lang="ko-kr" sz="1600" b="1" cap="none"/>
              <a:t>참조컬럼은 </a:t>
            </a:r>
            <a:r>
              <a:rPr lang="en-us" sz="1600" b="1" cap="none"/>
              <a:t>PK</a:t>
            </a:r>
            <a:r>
              <a:rPr lang="ko-kr" sz="1600" b="1" cap="none"/>
              <a:t>거나 </a:t>
            </a:r>
            <a:r>
              <a:rPr lang="en-us" sz="1600" b="1" cap="none"/>
              <a:t>Index</a:t>
            </a:r>
            <a:r>
              <a:rPr lang="ko-kr" sz="1600" b="1" cap="none"/>
              <a:t> 설정된 컬럼이어야 한다</a:t>
            </a:r>
            <a:r>
              <a:rPr lang="en-us" sz="1600" b="1" cap="none"/>
              <a:t>.</a:t>
            </a:r>
          </a:p>
          <a:p>
            <a:pPr>
              <a:defRPr lang="ko-kr"/>
            </a:pPr>
            <a:r>
              <a:rPr lang="en-us" sz="2000" b="1" cap="none"/>
              <a:t>ON </a:t>
            </a:r>
            <a:r>
              <a:rPr lang="ko-kr" sz="2000" b="1" cap="none"/>
              <a:t>설정</a:t>
            </a:r>
            <a:endParaRPr lang="en-us" sz="2000" b="1" cap="none"/>
          </a:p>
          <a:p>
            <a:pPr lvl="1">
              <a:defRPr lang="ko-kr"/>
            </a:pPr>
            <a:r>
              <a:rPr lang="ko-kr" sz="1600" b="1" cap="none"/>
              <a:t>기본적으로 자식테이블에서 참조하고 있으면 부모 테이블의 데이터를 삭제</a:t>
            </a:r>
            <a:r>
              <a:rPr lang="en-us" sz="1600" b="1" cap="none"/>
              <a:t>/</a:t>
            </a:r>
            <a:r>
              <a:rPr lang="ko-kr" sz="1600" b="1" cap="none"/>
              <a:t>수정하지 못한다</a:t>
            </a:r>
            <a:r>
              <a:rPr lang="en-us" sz="1600" b="1" cap="none"/>
              <a:t>. </a:t>
            </a:r>
          </a:p>
          <a:p>
            <a:pPr lvl="2">
              <a:defRPr lang="ko-kr"/>
            </a:pPr>
            <a:r>
              <a:rPr lang="en-us" sz="1400" cap="none"/>
              <a:t>Foreign key </a:t>
            </a:r>
            <a:r>
              <a:rPr lang="ko-kr" sz="1400" cap="none"/>
              <a:t>컬럼 설정할 때 이것을 변경할 수 있는데 이때 </a:t>
            </a:r>
            <a:r>
              <a:rPr lang="en-us" sz="1400" cap="none"/>
              <a:t>on </a:t>
            </a:r>
            <a:r>
              <a:rPr lang="ko-kr" sz="1400" cap="none"/>
              <a:t>설정을 사용한다</a:t>
            </a:r>
            <a:r>
              <a:rPr lang="en-us" sz="1400" cap="none"/>
              <a:t>.</a:t>
            </a:r>
          </a:p>
          <a:p>
            <a:pPr lvl="1">
              <a:defRPr lang="ko-kr"/>
            </a:pPr>
            <a:r>
              <a:rPr lang="en-us" sz="1600" b="1" cap="none"/>
              <a:t>ON DELETE|UPDATE </a:t>
            </a:r>
            <a:r>
              <a:rPr lang="ko-kr" sz="1600" b="1" cap="none"/>
              <a:t>처리방식</a:t>
            </a:r>
            <a:endParaRPr lang="en-us" sz="1600" b="1" cap="none"/>
          </a:p>
          <a:p>
            <a:pPr lvl="1">
              <a:defRPr lang="ko-kr"/>
            </a:pPr>
            <a:r>
              <a:rPr lang="en-us" sz="1600" cap="none"/>
              <a:t>ON DELETE: </a:t>
            </a:r>
            <a:r>
              <a:rPr lang="ko-kr" sz="1600" cap="none"/>
              <a:t>참조하는 부모테이블의 행이 삭제 되었을 때 어떻게 처리할 것인지 설정</a:t>
            </a:r>
            <a:endParaRPr lang="en-us" sz="1600" cap="none"/>
          </a:p>
          <a:p>
            <a:pPr lvl="1">
              <a:defRPr lang="ko-kr"/>
            </a:pPr>
            <a:r>
              <a:rPr lang="en-us" sz="1600" cap="none"/>
              <a:t>ON UPDATE: </a:t>
            </a:r>
            <a:r>
              <a:rPr lang="ko-kr" sz="1600" cap="none"/>
              <a:t>참조하는 부모테이블의 참조 컬럼값이 변경되면 어떻게 처리할 것인지 설정</a:t>
            </a:r>
            <a:endParaRPr lang="en-us" sz="1600" cap="none"/>
          </a:p>
          <a:p>
            <a:pPr lvl="1">
              <a:defRPr lang="ko-kr"/>
            </a:pPr>
            <a:r>
              <a:rPr lang="ko-kr" sz="1600" cap="none"/>
              <a:t>처리방식</a:t>
            </a:r>
            <a:endParaRPr lang="en-us" sz="1600" cap="none"/>
          </a:p>
          <a:p>
            <a:pPr lvl="2">
              <a:defRPr lang="ko-kr"/>
            </a:pPr>
            <a:r>
              <a:rPr lang="en-us" sz="1400" cap="none"/>
              <a:t>CASCADE : </a:t>
            </a:r>
            <a:r>
              <a:rPr lang="ko-kr" sz="1400" cap="none"/>
              <a:t>부모 테이블에서 데이터를 삭제</a:t>
            </a:r>
            <a:r>
              <a:rPr lang="en-us" sz="1400" cap="none"/>
              <a:t>/</a:t>
            </a:r>
            <a:r>
              <a:rPr lang="ko-kr" sz="1400" cap="none"/>
              <a:t>수정하면</a:t>
            </a:r>
            <a:r>
              <a:rPr lang="en-us" sz="1400" cap="none"/>
              <a:t>, </a:t>
            </a:r>
            <a:r>
              <a:rPr lang="ko-kr" sz="1400" cap="none"/>
              <a:t>그 행을 참조하는 자식테이블의 행들도 같이 삭제</a:t>
            </a:r>
            <a:r>
              <a:rPr lang="en-us" sz="1400" cap="none"/>
              <a:t>/</a:t>
            </a:r>
            <a:r>
              <a:rPr lang="ko-kr" sz="1400" cap="none"/>
              <a:t>수정된다</a:t>
            </a:r>
            <a:r>
              <a:rPr lang="en-us" sz="1400" cap="none"/>
              <a:t>.</a:t>
            </a:r>
          </a:p>
          <a:p>
            <a:pPr lvl="2">
              <a:defRPr lang="ko-kr"/>
            </a:pPr>
            <a:r>
              <a:rPr lang="en-us" sz="1400" cap="none"/>
              <a:t>SET NULL : </a:t>
            </a:r>
            <a:r>
              <a:rPr lang="ko-kr" sz="1400" cap="none"/>
              <a:t>부모 테이블에서 데이터를 삭제</a:t>
            </a:r>
            <a:r>
              <a:rPr lang="en-us" sz="1400" cap="none"/>
              <a:t>/</a:t>
            </a:r>
            <a:r>
              <a:rPr lang="ko-kr" sz="1400" cap="none"/>
              <a:t>수정하면</a:t>
            </a:r>
            <a:r>
              <a:rPr lang="en-us" sz="1400" cap="none"/>
              <a:t>, </a:t>
            </a:r>
            <a:r>
              <a:rPr lang="ko-kr" sz="1400" cap="none"/>
              <a:t>그 행을 참조하는 자식테이블의 </a:t>
            </a:r>
            <a:r>
              <a:rPr lang="en-us" sz="1400" cap="none"/>
              <a:t>foreign key </a:t>
            </a:r>
            <a:r>
              <a:rPr lang="ko-kr" sz="1400" cap="none"/>
              <a:t>컬럼의 값을 </a:t>
            </a:r>
            <a:r>
              <a:rPr lang="en-us" sz="1400" cap="none"/>
              <a:t>NULL</a:t>
            </a:r>
            <a:r>
              <a:rPr lang="ko-kr" sz="1400" cap="none"/>
              <a:t>로 변경한다</a:t>
            </a:r>
            <a:r>
              <a:rPr lang="en-us" sz="1400" cap="none"/>
              <a:t>.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rQMAAMAIAADVRQAAuAsAABAgAAAmAAAACAAAAP//////////"/>
              </a:ext>
            </a:extLst>
          </p:cNvSpPr>
          <p:nvPr/>
        </p:nvSpPr>
        <p:spPr>
          <a:xfrm>
            <a:off x="597535" y="1422400"/>
            <a:ext cx="10754360" cy="48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CONSTRAINT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 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제약조건이름  </a:t>
            </a: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FOREIGN KEY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컬럼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 </a:t>
            </a:r>
            <a:r>
              <a:rPr lang="en-us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REFERECES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부모테이블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(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참조컬럼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) [ON </a:t>
            </a:r>
            <a:r>
              <a:rPr lang="ko-kr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설정</a:t>
            </a:r>
            <a:r>
              <a:rPr lang="en-us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]</a:t>
            </a:r>
            <a:endParaRPr lang="ko-kr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Foreign</a:t>
            </a:r>
            <a:r>
              <a:t> </a:t>
            </a:r>
            <a:r>
              <a:rPr lang="en-us" cap="none"/>
              <a:t>key </a:t>
            </a:r>
            <a:r>
              <a:t>제약조건</a:t>
            </a:r>
          </a:p>
        </p:txBody>
      </p:sp>
      <p:sp>
        <p:nvSpPr>
          <p:cNvPr id="3" name="내용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wAMAAHoGAAA7RwAAsycAAAAAAAAmAAAACAAAAD0gAAAAAAAA"/>
              </a:ext>
            </a:extLst>
          </p:cNvSpPr>
          <p:nvPr>
            <p:ph type="body" idx="1"/>
          </p:nvPr>
        </p:nvSpPr>
        <p:spPr>
          <a:xfrm>
            <a:off x="609600" y="1052830"/>
            <a:ext cx="10969625" cy="54006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en-us" cap="none"/>
              <a:t>Table drop</a:t>
            </a:r>
            <a:r>
              <a:t>시 foreign key 제약조건 제거</a:t>
            </a:r>
          </a:p>
          <a:p>
            <a:pPr lvl="1">
              <a:defRPr lang="ko-kr"/>
            </a:pPr>
            <a:r>
              <a:t>자식테이블이 있는 테이블을 삭제할 때는 먼저 참조관계를 끊어줘야 삭제가 가능하다.</a:t>
            </a:r>
          </a:p>
          <a:p>
            <a:pPr lvl="1">
              <a:defRPr lang="ko-kr"/>
            </a:pPr>
            <a:r>
              <a:t>부모 테이블 </a:t>
            </a:r>
            <a:r>
              <a:rPr lang="en-us" cap="none"/>
              <a:t>DROP</a:t>
            </a:r>
            <a:r>
              <a:t>전에 </a:t>
            </a:r>
            <a:r>
              <a:rPr lang="en-us" cap="none"/>
              <a:t>MySQL</a:t>
            </a:r>
            <a:r>
              <a:t>의  f</a:t>
            </a:r>
            <a:r>
              <a:rPr lang="en-us" cap="none"/>
              <a:t>oreign key </a:t>
            </a:r>
            <a:r>
              <a:t>적용이 안되도록 설정해야 한다</a:t>
            </a:r>
            <a:r>
              <a:rPr lang="en-us" cap="none"/>
              <a:t>.</a:t>
            </a:r>
          </a:p>
        </p:txBody>
      </p:sp>
      <p:sp>
        <p:nvSpPr>
          <p:cNvPr id="4" name="AutoShape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MwcAAOAQAADwPAAAuBoAABAgAAAmAAAACAAAAP//////////"/>
              </a:ext>
            </a:extLst>
          </p:cNvSpPr>
          <p:nvPr/>
        </p:nvSpPr>
        <p:spPr>
          <a:xfrm>
            <a:off x="1170305" y="2743200"/>
            <a:ext cx="8735695" cy="160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>
              <a:lnSpc>
                <a:spcPts val="3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set foreign_key_ckecks = 0;   -- foreign key </a:t>
            </a:r>
            <a:r>
              <a:rPr lang="ko-kr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해제 설정</a:t>
            </a:r>
            <a:endParaRPr lang="en-us" sz="2000" b="1" cap="none">
              <a:solidFill>
                <a:schemeClr val="bg1"/>
              </a:solidFill>
              <a:latin typeface="굴림" pitchFamily="3" charset="-127"/>
              <a:ea typeface="굴림" pitchFamily="3" charset="-127"/>
              <a:cs typeface="맑은 고딕" pitchFamily="3" charset="-127"/>
            </a:endParaRPr>
          </a:p>
          <a:p>
            <a:pPr>
              <a:lnSpc>
                <a:spcPts val="3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DROP table </a:t>
            </a:r>
            <a:r>
              <a:rPr lang="ko-kr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삭제할테이블</a:t>
            </a: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;</a:t>
            </a:r>
          </a:p>
          <a:p>
            <a:pPr>
              <a:lnSpc>
                <a:spcPts val="3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set foreign_key_ckecks = 1;   -- foreign key </a:t>
            </a:r>
            <a:r>
              <a:rPr lang="ko-kr" sz="2000" b="1" cap="none">
                <a:solidFill>
                  <a:schemeClr val="bg1"/>
                </a:solidFill>
                <a:latin typeface="굴림" pitchFamily="3" charset="-127"/>
                <a:ea typeface="굴림" pitchFamily="3" charset="-127"/>
                <a:cs typeface="맑은 고딕" pitchFamily="3" charset="-127"/>
              </a:rPr>
              <a:t>적용 설정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 개념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AdSQAAUCgAABAAAAAmAAAACAAAAAE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384083" cy="55327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ko-kr"/>
            </a:pPr>
            <a:r>
              <a:rPr lang="ko-KR" altLang="en-US" dirty="0">
                <a:latin typeface="맑은 고딕"/>
                <a:ea typeface="맑은 고딕"/>
              </a:rPr>
              <a:t>연관관계가</a:t>
            </a:r>
            <a:r>
              <a:rPr dirty="0">
                <a:latin typeface="맑은 고딕"/>
                <a:ea typeface="맑은 고딕"/>
              </a:rPr>
              <a:t> 있는 두개의 테이블을 합쳐서</a:t>
            </a:r>
            <a:r>
              <a:rPr lang="en-us" cap="none" dirty="0">
                <a:latin typeface="맑은 고딕"/>
                <a:ea typeface="맑은 고딕"/>
              </a:rPr>
              <a:t>(JOIN) </a:t>
            </a:r>
            <a:r>
              <a:rPr dirty="0">
                <a:latin typeface="맑은 고딕"/>
                <a:ea typeface="맑은 고딕"/>
              </a:rPr>
              <a:t>조회</a:t>
            </a:r>
            <a:r>
              <a:rPr lang="en-us" cap="none" dirty="0">
                <a:latin typeface="맑은 고딕"/>
                <a:ea typeface="맑은 고딕"/>
              </a:rPr>
              <a:t>(SELECT) </a:t>
            </a:r>
            <a:r>
              <a:rPr dirty="0">
                <a:latin typeface="맑은 고딕"/>
                <a:ea typeface="맑은 고딕"/>
              </a:rPr>
              <a:t>하는 것을 말한다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조인할 두 테이블의 특정 컬럼의 값들이 같은 행끼리 합친다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조인연산</a:t>
            </a:r>
            <a:endParaRPr lang="en-us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어떤 행들의 값이 같은 것끼리 합칠 것인지 설정하는 구문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일반적으로 부모테이블과 자식테이블을 연결해서 조회하는 경우가 많으며</a:t>
            </a:r>
            <a:br>
              <a:rPr dirty="0"/>
            </a:br>
            <a:r>
              <a:rPr dirty="0">
                <a:latin typeface="맑은 고딕"/>
                <a:ea typeface="맑은 고딕"/>
              </a:rPr>
              <a:t>이 경우 부모 테이블의 </a:t>
            </a:r>
            <a:r>
              <a:rPr lang="en-us" cap="none" dirty="0">
                <a:latin typeface="맑은 고딕"/>
                <a:ea typeface="맑은 고딕"/>
              </a:rPr>
              <a:t>PK</a:t>
            </a:r>
            <a:r>
              <a:rPr dirty="0">
                <a:latin typeface="맑은 고딕"/>
                <a:ea typeface="맑은 고딕"/>
              </a:rPr>
              <a:t>와 자식 테이블의 </a:t>
            </a:r>
            <a:r>
              <a:rPr lang="en-us" cap="none" dirty="0">
                <a:latin typeface="맑은 고딕"/>
                <a:ea typeface="맑은 고딕"/>
              </a:rPr>
              <a:t>FK </a:t>
            </a:r>
            <a:r>
              <a:rPr dirty="0">
                <a:latin typeface="맑은 고딕"/>
                <a:ea typeface="맑은 고딕"/>
              </a:rPr>
              <a:t>컬럼의 값이 같은 행들을 </a:t>
            </a:r>
            <a:r>
              <a:rPr lang="en-us" cap="none" dirty="0">
                <a:latin typeface="맑은 고딕"/>
                <a:ea typeface="맑은 고딕"/>
              </a:rPr>
              <a:t>JOIN </a:t>
            </a:r>
            <a:r>
              <a:rPr dirty="0">
                <a:latin typeface="맑은 고딕"/>
                <a:ea typeface="맑은 고딕"/>
              </a:rPr>
              <a:t>한다</a:t>
            </a:r>
            <a:r>
              <a:rPr lang="en-us" cap="none" dirty="0">
                <a:latin typeface="맑은 고딕"/>
                <a:ea typeface="맑은 고딕"/>
              </a:rPr>
              <a:t>.	</a:t>
            </a:r>
          </a:p>
        </p:txBody>
      </p:sp>
      <p:pic>
        <p:nvPicPr>
          <p:cNvPr id="4" name="그림 1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K0TAADnFwAAmTYAACAq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198495" y="3980668"/>
            <a:ext cx="5676900" cy="2824904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I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 개념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530"/>
              </a:spcBef>
              <a:defRPr lang="ko-kr" sz="2040" cap="none"/>
            </a:pPr>
            <a:r>
              <a:t>카티션 곱</a:t>
            </a:r>
            <a:r>
              <a:rPr lang="en-us" cap="none"/>
              <a:t>(Cartesian-Product)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t>두 테이블의 전체 행들을 합칠 수 있는 모든 경우의 조합이 만들어지는 경우</a:t>
            </a:r>
            <a:r>
              <a:rPr lang="en-us" cap="none"/>
              <a:t>.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N</a:t>
            </a:r>
            <a:r>
              <a:t>행</a:t>
            </a:r>
            <a:r>
              <a:rPr lang="en-us" cap="none"/>
              <a:t>, M</a:t>
            </a:r>
            <a:r>
              <a:t>행 의 두 테이블 조인시 </a:t>
            </a:r>
            <a:r>
              <a:rPr lang="en-us" cap="none"/>
              <a:t>N x M </a:t>
            </a:r>
            <a:r>
              <a:t>개의 행이 생성된다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t>이유</a:t>
            </a:r>
            <a:endParaRPr lang="en-us" cap="none"/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t>조인 연산을 생략한 경우</a:t>
            </a:r>
            <a:r>
              <a:rPr lang="en-us" cap="none"/>
              <a:t>(CROSS JOIN)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t>조인 연산이 잘못된 경우</a:t>
            </a:r>
            <a:endParaRPr lang="en-us" cap="none"/>
          </a:p>
          <a:p>
            <a:pPr>
              <a:lnSpc>
                <a:spcPct val="90000"/>
              </a:lnSpc>
              <a:spcBef>
                <a:spcPts val="1530"/>
              </a:spcBef>
              <a:defRPr lang="ko-kr" sz="2040" cap="none"/>
            </a:pPr>
            <a:r>
              <a:t>조인 종류</a:t>
            </a:r>
            <a:endParaRPr lang="en-us" cap="none"/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INNER JOIN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t>조인 연산 조건을 만족하는 행들을 합친다</a:t>
            </a:r>
            <a:r>
              <a:rPr lang="en-us" cap="none"/>
              <a:t>.</a:t>
            </a:r>
          </a:p>
          <a:p>
            <a:pPr lvl="1">
              <a:lnSpc>
                <a:spcPct val="120000"/>
              </a:lnSpc>
              <a:spcBef>
                <a:spcPts val="510"/>
              </a:spcBef>
              <a:defRPr lang="ko-kr" sz="1700" cap="none"/>
            </a:pPr>
            <a:r>
              <a:rPr lang="en-us" cap="none"/>
              <a:t>OUTER</a:t>
            </a:r>
            <a:r>
              <a:t> </a:t>
            </a:r>
            <a:r>
              <a:rPr lang="en-us" cap="none"/>
              <a:t>JOIN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t>조인 연산 조건을 만족하지 않는 행들도 포함해서 합친다</a:t>
            </a:r>
            <a:r>
              <a:rPr lang="en-us" cap="none"/>
              <a:t>.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LEFT OUTER JOIN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RIGHT OUTER JOIN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r>
              <a:rPr lang="en-us" cap="none"/>
              <a:t>FULL OUTER JOIN</a:t>
            </a:r>
          </a:p>
          <a:p>
            <a:pPr lvl="2">
              <a:lnSpc>
                <a:spcPct val="120000"/>
              </a:lnSpc>
              <a:spcBef>
                <a:spcPts val="510"/>
              </a:spcBef>
              <a:defRPr lang="ko-kr" sz="153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530"/>
              </a:spcBef>
              <a:defRPr lang="ko-kr" sz="2040" cap="none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OgQAAGIAAAD1QwAAsAQAABAAAAAmAAAACAAAAAEAAAAAAAAA"/>
              </a:ext>
            </a:extLst>
          </p:cNvSpPr>
          <p:nvPr>
            <p:ph type="title"/>
          </p:nvPr>
        </p:nvSpPr>
        <p:spPr>
          <a:xfrm>
            <a:off x="687070" y="62230"/>
            <a:ext cx="10360025" cy="699770"/>
          </a:xfrm>
        </p:spPr>
        <p:txBody>
          <a:bodyPr/>
          <a:lstStyle/>
          <a:p>
            <a:pPr>
              <a:defRPr lang="ko-kr"/>
            </a:pPr>
            <a:r>
              <a:rPr lang="en-us" cap="none"/>
              <a:t>INNER JOIN(</a:t>
            </a:r>
            <a:r>
              <a:t>내부조인</a:t>
            </a:r>
            <a:r>
              <a:rPr lang="en-us" cap="none"/>
              <a:t>)</a:t>
            </a:r>
          </a:p>
        </p:txBody>
      </p:sp>
      <p:sp>
        <p:nvSpPr>
          <p:cNvPr id="3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YQQAAAoiAACNQgAAuCkAABAgAAAmAAAACAAAAP//////////"/>
              </a:ext>
            </a:extLst>
          </p:cNvSpPr>
          <p:nvPr/>
        </p:nvSpPr>
        <p:spPr>
          <a:xfrm>
            <a:off x="711835" y="5533390"/>
            <a:ext cx="10106660" cy="124841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SELECT  b.</a:t>
            </a:r>
            <a:r>
              <a:rPr lang="ko-kr" sz="2000" cap="none"/>
              <a:t>부서</a:t>
            </a:r>
            <a:r>
              <a:rPr lang="en-us" sz="2000" cap="none"/>
              <a:t>_ID, b.</a:t>
            </a:r>
            <a:r>
              <a:rPr lang="ko-kr" sz="2000" cap="none"/>
              <a:t>부서이름</a:t>
            </a:r>
            <a:r>
              <a:rPr lang="en-us" sz="2000" cap="none"/>
              <a:t>, 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        e.</a:t>
            </a:r>
            <a:r>
              <a:rPr lang="ko-kr" sz="2000" cap="none"/>
              <a:t>직원이름</a:t>
            </a:r>
            <a:endParaRPr lang="en-us" sz="2000" cap="none"/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FROM   </a:t>
            </a:r>
            <a:r>
              <a:rPr lang="ko-kr" sz="2000" cap="none"/>
              <a:t>부서 </a:t>
            </a:r>
            <a:r>
              <a:rPr lang="en-us" sz="2000" cap="none"/>
              <a:t>b </a:t>
            </a:r>
            <a:r>
              <a:rPr lang="en-us" sz="2000" b="1" cap="none"/>
              <a:t>INNER</a:t>
            </a:r>
            <a:r>
              <a:rPr lang="ko-kr" sz="2000" b="1" cap="none"/>
              <a:t> </a:t>
            </a:r>
            <a:r>
              <a:rPr lang="en-us" sz="2000" b="1" cap="none"/>
              <a:t>JOIN</a:t>
            </a:r>
            <a:r>
              <a:rPr lang="ko-kr" sz="2000" b="1" cap="none"/>
              <a:t> </a:t>
            </a:r>
            <a:r>
              <a:rPr lang="ko-kr" sz="2000" cap="none"/>
              <a:t>직원 </a:t>
            </a:r>
            <a:r>
              <a:rPr lang="en-us" sz="2000" cap="none"/>
              <a:t>e </a:t>
            </a:r>
            <a:r>
              <a:rPr lang="en-us" sz="2000" b="1" cap="none"/>
              <a:t>ON</a:t>
            </a:r>
            <a:r>
              <a:rPr lang="ko-kr" sz="2000" cap="none"/>
              <a:t> </a:t>
            </a:r>
            <a:r>
              <a:rPr lang="en-us" sz="2000" cap="none"/>
              <a:t>b.</a:t>
            </a:r>
            <a:r>
              <a:rPr lang="ko-kr" sz="2000" cap="none"/>
              <a:t>소속부서</a:t>
            </a:r>
            <a:r>
              <a:rPr lang="en-us" sz="2000" b="1" cap="none"/>
              <a:t>=</a:t>
            </a:r>
            <a:r>
              <a:rPr lang="en-us" sz="2000" cap="none"/>
              <a:t>e.</a:t>
            </a:r>
            <a:r>
              <a:rPr lang="ko-kr" sz="2000" cap="none"/>
              <a:t>부서</a:t>
            </a:r>
            <a:r>
              <a:rPr lang="en-us" sz="2000" cap="none"/>
              <a:t>_ID</a:t>
            </a:r>
          </a:p>
        </p:txBody>
      </p:sp>
      <p:sp>
        <p:nvSpPr>
          <p:cNvPr id="4" name="내용 개체 틀 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////AAAAAA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vQMAAEcGAAC1RwAA6CYAABAAAAAmAAAACAAAAP//////////"/>
              </a:ext>
            </a:extLst>
          </p:cNvSpPr>
          <p:nvPr/>
        </p:nvSpPr>
        <p:spPr>
          <a:xfrm>
            <a:off x="607695" y="1020445"/>
            <a:ext cx="11049000" cy="53041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 marL="274320" indent="-274320" algn="l" defTabSz="914400">
              <a:lnSpc>
                <a:spcPct val="90000"/>
              </a:lnSpc>
              <a:spcBef>
                <a:spcPts val="1800"/>
              </a:spcBef>
              <a:buSzTx/>
              <a:buFont typeface="Arial" pitchFamily="2" charset="0"/>
              <a:buChar char="▪"/>
              <a:tabLst/>
              <a:defRPr lang="ko-kr" sz="24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1pPr>
            <a:lvl2pPr marL="548640" indent="-274320" algn="l" defTabSz="914400">
              <a:lnSpc>
                <a:spcPct val="13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20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2pPr>
            <a:lvl3pPr marL="7772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8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3pPr>
            <a:lvl4pPr marL="10058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4pPr>
            <a:lvl5pPr marL="1234440" indent="-228600" algn="l" defTabSz="914400">
              <a:lnSpc>
                <a:spcPct val="13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bg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5pPr>
            <a:lvl6pPr marL="14630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6pPr>
            <a:lvl7pPr marL="16916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7pPr>
            <a:lvl8pPr marL="19202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Consolas" pitchFamily="3" charset="0"/>
              <a:buChar char="–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8pPr>
            <a:lvl9pPr marL="2148840" indent="-228600" algn="l" defTabSz="914400">
              <a:lnSpc>
                <a:spcPct val="90000"/>
              </a:lnSpc>
              <a:spcBef>
                <a:spcPts val="600"/>
              </a:spcBef>
              <a:buSzTx/>
              <a:buFont typeface="Arial" pitchFamily="2" charset="0"/>
              <a:buChar char="▪"/>
              <a:tabLst/>
              <a:defRPr lang="ko-kr" sz="1600" kern="1" cap="none" baseline="0">
                <a:solidFill>
                  <a:schemeClr val="tx1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lvl9pPr>
          </a:lstStyle>
          <a:p>
            <a:pPr>
              <a:defRPr lang="ko-kr"/>
            </a:pPr>
            <a:r>
              <a:t>조인 연산 조건을 만족하는 행끼리 만 합치는 </a:t>
            </a:r>
            <a:r>
              <a:rPr lang="en-us" cap="none"/>
              <a:t>JOIN</a:t>
            </a:r>
          </a:p>
          <a:p>
            <a:pPr lvl="1">
              <a:defRPr lang="ko-kr"/>
            </a:pPr>
            <a:r>
              <a:rPr lang="ko-kr" sz="1800" cap="none"/>
              <a:t>부서</a:t>
            </a:r>
            <a:r>
              <a:rPr lang="en-us" sz="1800" cap="none"/>
              <a:t>_ID</a:t>
            </a:r>
            <a:r>
              <a:rPr lang="ko-kr" sz="1800" cap="none"/>
              <a:t>가 </a:t>
            </a:r>
            <a:r>
              <a:rPr lang="en-us" sz="1800" cap="none"/>
              <a:t>300</a:t>
            </a:r>
            <a:r>
              <a:rPr lang="ko-kr" sz="1800" cap="none"/>
              <a:t>인 부서는 </a:t>
            </a:r>
            <a:br/>
            <a:r>
              <a:rPr lang="ko-kr" sz="1800" cap="none"/>
              <a:t>직원 테이블의 어떤 행 과도 관계가  </a:t>
            </a:r>
            <a:br/>
            <a:r>
              <a:rPr lang="ko-kr" sz="1800" cap="none"/>
              <a:t>없으므로 조인 대상 포함되지 않음</a:t>
            </a: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endParaRPr lang="en-us" cap="none"/>
          </a:p>
          <a:p>
            <a:pPr>
              <a:defRPr lang="ko-kr"/>
            </a:pPr>
            <a:r>
              <a:t>구문</a:t>
            </a:r>
          </a:p>
        </p:txBody>
      </p:sp>
      <p:pic>
        <p:nvPicPr>
          <p:cNvPr id="5" name="그림 5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ISyI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AkhAACtCAAA9UMAAOY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370195" y="1410335"/>
            <a:ext cx="5676900" cy="29622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사각형: 둥근 모서리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MzMzA8zMzADAwP8Af39/AAAAAAAAAAAAAAAAAAAAAAAAAAAAIQAAABgAAAAUAAAAOgQAAOYaAACNQgAAgyEAABAAAAAmAAAACAAAAP//////////"/>
              </a:ext>
            </a:extLst>
          </p:cNvSpPr>
          <p:nvPr/>
        </p:nvSpPr>
        <p:spPr>
          <a:xfrm>
            <a:off x="687070" y="4372610"/>
            <a:ext cx="10131425" cy="107505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</a:t>
            </a:r>
            <a:r>
              <a:t> </a:t>
            </a:r>
            <a:r>
              <a:rPr lang="ko-kr" cap="none"/>
              <a:t>컬럼선택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FROM   </a:t>
            </a:r>
            <a:r>
              <a:rPr lang="ko-kr" cap="none"/>
              <a:t>테이블</a:t>
            </a:r>
            <a:r>
              <a:t>_1</a:t>
            </a:r>
            <a:r>
              <a:rPr lang="en-us" b="1" cap="none"/>
              <a:t> INNER JOIN </a:t>
            </a:r>
            <a:r>
              <a:rPr lang="ko-kr" cap="none"/>
              <a:t>테이블</a:t>
            </a:r>
            <a:r>
              <a:t>_2</a:t>
            </a:r>
            <a:r>
              <a:rPr lang="en-us" b="1" cap="none"/>
              <a:t> ON </a:t>
            </a:r>
            <a:r>
              <a:rPr lang="ko-kr" cap="none"/>
              <a:t>조인연산                    </a:t>
            </a:r>
            <a:r>
              <a:rPr lang="en-us" b="1" cap="none"/>
              <a:t>-- INNER </a:t>
            </a:r>
            <a:r>
              <a:rPr lang="ko-kr" b="1" cap="none"/>
              <a:t>생략가능 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                       [INNER JOIN </a:t>
            </a:r>
            <a:r>
              <a:rPr lang="ko-kr" cap="none"/>
              <a:t>테이블</a:t>
            </a:r>
            <a:r>
              <a:t>_3</a:t>
            </a:r>
            <a:r>
              <a:rPr lang="en-us" b="1" cap="none"/>
              <a:t> ON </a:t>
            </a:r>
            <a:r>
              <a:rPr lang="ko-kr" cap="none"/>
              <a:t>조인연산</a:t>
            </a:r>
            <a:r>
              <a:rPr lang="ko-kr" b="1" cap="none"/>
              <a:t> </a:t>
            </a:r>
            <a:r>
              <a:rPr lang="en-us" b="1" cap="none"/>
              <a:t>…]</a:t>
            </a:r>
            <a:r>
              <a:rPr lang="ko-kr" b="1" cap="none"/>
              <a:t> </a:t>
            </a:r>
            <a:endParaRPr lang="en-us" b="1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rQQAAPAAAABpRAAAfgQAABAAAAAmAAAACAAAAAEAAAAAAAAA"/>
              </a:ext>
            </a:extLst>
          </p:cNvSpPr>
          <p:nvPr>
            <p:ph type="title"/>
          </p:nvPr>
        </p:nvSpPr>
        <p:spPr>
          <a:xfrm>
            <a:off x="760095" y="152400"/>
            <a:ext cx="10360660" cy="577850"/>
          </a:xfrm>
        </p:spPr>
        <p:txBody>
          <a:bodyPr/>
          <a:lstStyle/>
          <a:p>
            <a:pPr>
              <a:defRPr lang="ko-kr"/>
            </a:pPr>
            <a:r>
              <a:t>조인 </a:t>
            </a:r>
            <a:r>
              <a:rPr lang="en-us" cap="none"/>
              <a:t>– </a:t>
            </a:r>
            <a:r>
              <a:t>외부조인</a:t>
            </a:r>
            <a:r>
              <a:rPr lang="en-us" cap="none"/>
              <a:t>(Outer Join)</a:t>
            </a:r>
          </a:p>
        </p:txBody>
      </p:sp>
      <p:sp>
        <p:nvSpPr>
          <p:cNvPr id="3" name="내용 개체 틀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MCoAABAAAAAmAAAACAAAAD0gAAAAAAAA"/>
              </a:ext>
            </a:extLst>
          </p:cNvSpPr>
          <p:nvPr>
            <p:ph type="body" idx="1"/>
          </p:nvPr>
        </p:nvSpPr>
        <p:spPr>
          <a:xfrm>
            <a:off x="607695" y="1020445"/>
            <a:ext cx="11049000" cy="583755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sz="2000" dirty="0">
                <a:latin typeface="맑은 고딕"/>
                <a:ea typeface="맑은 고딕"/>
              </a:rPr>
              <a:t>조인 연산 조건을 만족하지 않는 행도 포함해서 합친다</a:t>
            </a:r>
            <a:r>
              <a:rPr lang="en-us" sz="2000" cap="none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sz="2000" cap="none" dirty="0">
                <a:latin typeface="맑은 고딕"/>
                <a:ea typeface="맑은 고딕"/>
              </a:rPr>
              <a:t>Source Table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dirty="0" err="1">
                <a:latin typeface="맑은 고딕"/>
                <a:ea typeface="맑은 고딕"/>
              </a:rPr>
              <a:t>조인시</a:t>
            </a:r>
            <a:r>
              <a:rPr dirty="0">
                <a:latin typeface="맑은 고딕"/>
                <a:ea typeface="맑은 고딕"/>
              </a:rPr>
              <a:t> 조회 기준이 되는 테이블로 조회하려는 주</a:t>
            </a:r>
            <a:r>
              <a:rPr lang="en-us" cap="none" dirty="0">
                <a:latin typeface="맑은 고딕"/>
                <a:ea typeface="맑은 고딕"/>
              </a:rPr>
              <a:t>(main) </a:t>
            </a:r>
            <a:r>
              <a:rPr dirty="0">
                <a:latin typeface="맑은 고딕"/>
                <a:ea typeface="맑은 고딕"/>
              </a:rPr>
              <a:t>정보를 가지고 있는 테이블</a:t>
            </a:r>
            <a:endParaRPr lang="en-us" cap="none" dirty="0">
              <a:latin typeface="맑은 고딕"/>
              <a:ea typeface="맑은 고딕"/>
            </a:endParaRPr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sz="2000" cap="none" dirty="0">
                <a:latin typeface="맑은 고딕"/>
                <a:ea typeface="맑은 고딕"/>
              </a:rPr>
              <a:t>Target Table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dirty="0" err="1">
                <a:latin typeface="맑은 고딕"/>
                <a:ea typeface="맑은 고딕"/>
              </a:rPr>
              <a:t>조인시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lang="en-us" cap="none" dirty="0">
                <a:latin typeface="맑은 고딕"/>
                <a:ea typeface="맑은 고딕"/>
              </a:rPr>
              <a:t>Source table </a:t>
            </a:r>
            <a:r>
              <a:rPr dirty="0">
                <a:latin typeface="맑은 고딕"/>
                <a:ea typeface="맑은 고딕"/>
              </a:rPr>
              <a:t>데이터의 추가 정보를 가지고 있는 테이블로 보조</a:t>
            </a:r>
            <a:r>
              <a:rPr lang="en-us" cap="none" dirty="0">
                <a:latin typeface="맑은 고딕"/>
                <a:ea typeface="맑은 고딕"/>
              </a:rPr>
              <a:t>(sub) </a:t>
            </a:r>
            <a:r>
              <a:rPr dirty="0">
                <a:latin typeface="맑은 고딕"/>
                <a:ea typeface="맑은 고딕"/>
              </a:rPr>
              <a:t>정보를 가지고 있는 테이블</a:t>
            </a:r>
            <a:endParaRPr lang="en-us" cap="none" dirty="0"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  <a:spcBef>
                <a:spcPts val="1530"/>
              </a:spcBef>
              <a:defRPr lang="ko-kr" sz="2040" cap="none"/>
            </a:pPr>
            <a:r>
              <a:rPr sz="2000" dirty="0" err="1">
                <a:latin typeface="맑은 고딕"/>
                <a:ea typeface="맑은 고딕"/>
              </a:rPr>
              <a:t>조인시</a:t>
            </a:r>
            <a:r>
              <a:rPr sz="2000" dirty="0">
                <a:latin typeface="맑은 고딕"/>
                <a:ea typeface="맑은 고딕"/>
              </a:rPr>
              <a:t> </a:t>
            </a:r>
            <a:r>
              <a:rPr lang="en-us" sz="2000" cap="none" dirty="0">
                <a:latin typeface="맑은 고딕"/>
                <a:ea typeface="맑은 고딕"/>
              </a:rPr>
              <a:t>Source </a:t>
            </a:r>
            <a:r>
              <a:rPr sz="2000" dirty="0">
                <a:latin typeface="맑은 고딕"/>
                <a:ea typeface="맑은 고딕"/>
              </a:rPr>
              <a:t>테이블의 데이터</a:t>
            </a:r>
            <a:r>
              <a:rPr lang="en-us" sz="2000" cap="none" dirty="0">
                <a:latin typeface="맑은 고딕"/>
                <a:ea typeface="맑은 고딕"/>
              </a:rPr>
              <a:t>(</a:t>
            </a:r>
            <a:r>
              <a:rPr sz="2000" dirty="0">
                <a:latin typeface="맑은 고딕"/>
                <a:ea typeface="맑은 고딕"/>
              </a:rPr>
              <a:t>행</a:t>
            </a:r>
            <a:r>
              <a:rPr lang="en-us" sz="2000" cap="none" dirty="0">
                <a:latin typeface="맑은 고딕"/>
                <a:ea typeface="맑은 고딕"/>
              </a:rPr>
              <a:t>)</a:t>
            </a:r>
            <a:r>
              <a:rPr sz="2000" dirty="0">
                <a:latin typeface="맑은 고딕"/>
                <a:ea typeface="맑은 고딕"/>
              </a:rPr>
              <a:t>은 모두 사용하고 </a:t>
            </a:r>
            <a:r>
              <a:rPr lang="en-us" sz="2000" cap="none" dirty="0">
                <a:latin typeface="맑은 고딕"/>
                <a:ea typeface="맑은 고딕"/>
              </a:rPr>
              <a:t>Target table</a:t>
            </a:r>
            <a:r>
              <a:rPr sz="2000" dirty="0">
                <a:latin typeface="맑은 고딕"/>
                <a:ea typeface="맑은 고딕"/>
              </a:rPr>
              <a:t>의 데이터</a:t>
            </a:r>
            <a:r>
              <a:rPr lang="en-us" sz="2000" cap="none" dirty="0">
                <a:latin typeface="맑은 고딕"/>
                <a:ea typeface="맑은 고딕"/>
              </a:rPr>
              <a:t>(</a:t>
            </a:r>
            <a:r>
              <a:rPr sz="2000" dirty="0">
                <a:latin typeface="맑은 고딕"/>
                <a:ea typeface="맑은 고딕"/>
              </a:rPr>
              <a:t>행</a:t>
            </a:r>
            <a:r>
              <a:rPr lang="en-us" sz="2000" cap="none" dirty="0">
                <a:latin typeface="맑은 고딕"/>
                <a:ea typeface="맑은 고딕"/>
              </a:rPr>
              <a:t>)</a:t>
            </a:r>
            <a:r>
              <a:rPr sz="2000" dirty="0">
                <a:latin typeface="맑은 고딕"/>
                <a:ea typeface="맑은 고딕"/>
              </a:rPr>
              <a:t>은 조인 조건을 만족하는 행만 나오도록 한다</a:t>
            </a:r>
            <a:r>
              <a:rPr lang="en-us" sz="2000" cap="none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80000"/>
              </a:lnSpc>
              <a:spcBef>
                <a:spcPts val="1530"/>
              </a:spcBef>
              <a:defRPr lang="ko-kr" sz="2040" cap="none"/>
            </a:pPr>
            <a:r>
              <a:rPr lang="en-us" sz="2000" cap="none" dirty="0">
                <a:latin typeface="맑은 고딕"/>
                <a:ea typeface="맑은 고딕"/>
              </a:rPr>
              <a:t>Outer Join </a:t>
            </a:r>
            <a:r>
              <a:rPr sz="2000" dirty="0">
                <a:latin typeface="맑은 고딕"/>
                <a:ea typeface="맑은 고딕"/>
              </a:rPr>
              <a:t>종류</a:t>
            </a:r>
            <a:endParaRPr lang="en-us" sz="2000" cap="none" dirty="0">
              <a:latin typeface="맑은 고딕"/>
              <a:ea typeface="맑은 고딕"/>
            </a:endParaRP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 dirty="0">
                <a:latin typeface="맑은 고딕"/>
                <a:ea typeface="맑은 고딕"/>
              </a:rPr>
              <a:t>LEFT OUTER JOIN</a:t>
            </a:r>
          </a:p>
          <a:p>
            <a:pPr lvl="2">
              <a:lnSpc>
                <a:spcPct val="110000"/>
              </a:lnSpc>
              <a:spcBef>
                <a:spcPts val="510"/>
              </a:spcBef>
              <a:defRPr lang="ko-kr" sz="1530" cap="none"/>
            </a:pPr>
            <a:r>
              <a:rPr lang="en-us" sz="1500" cap="none" dirty="0">
                <a:latin typeface="맑은 고딕"/>
                <a:ea typeface="맑은 고딕"/>
              </a:rPr>
              <a:t>Source </a:t>
            </a:r>
            <a:r>
              <a:rPr sz="1500" dirty="0">
                <a:latin typeface="맑은 고딕"/>
                <a:ea typeface="맑은 고딕"/>
              </a:rPr>
              <a:t>테이블이 왼쪽에 선언한 테이블인 경우의 </a:t>
            </a:r>
            <a:r>
              <a:rPr lang="en-us" sz="1500" cap="none" dirty="0">
                <a:latin typeface="맑은 고딕"/>
                <a:ea typeface="맑은 고딕"/>
              </a:rPr>
              <a:t>outer join.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 dirty="0">
                <a:latin typeface="맑은 고딕"/>
                <a:ea typeface="맑은 고딕"/>
              </a:rPr>
              <a:t>RIGHT OUTER JOIN</a:t>
            </a:r>
          </a:p>
          <a:p>
            <a:pPr lvl="2">
              <a:lnSpc>
                <a:spcPct val="110000"/>
              </a:lnSpc>
              <a:spcBef>
                <a:spcPts val="510"/>
              </a:spcBef>
              <a:defRPr lang="ko-kr" sz="1530" cap="none"/>
            </a:pPr>
            <a:r>
              <a:rPr lang="en-us" sz="1500" cap="none" dirty="0">
                <a:latin typeface="맑은 고딕"/>
                <a:ea typeface="맑은 고딕"/>
              </a:rPr>
              <a:t>Source </a:t>
            </a:r>
            <a:r>
              <a:rPr sz="1500" dirty="0">
                <a:latin typeface="맑은 고딕"/>
                <a:ea typeface="맑은 고딕"/>
              </a:rPr>
              <a:t>테이블이 오른쪽에 선언한 테이블인 경우의 </a:t>
            </a:r>
            <a:r>
              <a:rPr lang="en-us" sz="1500" cap="none" dirty="0">
                <a:latin typeface="맑은 고딕"/>
                <a:ea typeface="맑은 고딕"/>
              </a:rPr>
              <a:t>outer join.</a:t>
            </a:r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r>
              <a:rPr lang="en-us" cap="none" dirty="0">
                <a:latin typeface="맑은 고딕"/>
                <a:ea typeface="맑은 고딕"/>
              </a:rPr>
              <a:t>FULL OUTER JOIN</a:t>
            </a:r>
          </a:p>
          <a:p>
            <a:pPr lvl="2">
              <a:lnSpc>
                <a:spcPct val="110000"/>
              </a:lnSpc>
              <a:spcBef>
                <a:spcPts val="510"/>
              </a:spcBef>
              <a:defRPr lang="ko-kr" sz="1530" cap="none"/>
            </a:pPr>
            <a:r>
              <a:rPr sz="1500" dirty="0">
                <a:latin typeface="맑은 고딕"/>
                <a:ea typeface="맑은 고딕"/>
              </a:rPr>
              <a:t>양쪽에 선언한 테이블이 모두 </a:t>
            </a:r>
            <a:r>
              <a:rPr lang="en-us" sz="1500" cap="none" dirty="0">
                <a:latin typeface="맑은 고딕"/>
                <a:ea typeface="맑은 고딕"/>
              </a:rPr>
              <a:t>Source table</a:t>
            </a:r>
            <a:r>
              <a:rPr sz="1500" dirty="0">
                <a:latin typeface="맑은 고딕"/>
                <a:ea typeface="맑은 고딕"/>
              </a:rPr>
              <a:t>인 경우의 </a:t>
            </a:r>
            <a:r>
              <a:rPr lang="en-us" sz="1500" cap="none" dirty="0">
                <a:latin typeface="맑은 고딕"/>
                <a:ea typeface="맑은 고딕"/>
              </a:rPr>
              <a:t>outer join</a:t>
            </a:r>
          </a:p>
          <a:p>
            <a:pPr lvl="2">
              <a:lnSpc>
                <a:spcPct val="110000"/>
              </a:lnSpc>
              <a:spcBef>
                <a:spcPts val="510"/>
              </a:spcBef>
              <a:defRPr lang="ko-kr" sz="1530" cap="none"/>
            </a:pPr>
            <a:r>
              <a:rPr lang="en-us" sz="1500" cap="none" dirty="0">
                <a:latin typeface="맑은 고딕"/>
                <a:ea typeface="맑은 고딕"/>
              </a:rPr>
              <a:t>MySQL</a:t>
            </a:r>
            <a:r>
              <a:rPr sz="1500" dirty="0">
                <a:latin typeface="맑은 고딕"/>
                <a:ea typeface="맑은 고딕"/>
              </a:rPr>
              <a:t>은 지원하지 않는다</a:t>
            </a:r>
            <a:r>
              <a:rPr lang="en-us" sz="1500" cap="none" dirty="0">
                <a:latin typeface="맑은 고딕"/>
                <a:ea typeface="맑은 고딕"/>
              </a:rPr>
              <a:t>.</a:t>
            </a:r>
          </a:p>
          <a:p>
            <a:pPr lvl="2">
              <a:lnSpc>
                <a:spcPct val="110000"/>
              </a:lnSpc>
              <a:spcBef>
                <a:spcPts val="510"/>
              </a:spcBef>
              <a:defRPr lang="ko-kr" sz="1530" cap="none"/>
            </a:pPr>
            <a:endParaRPr lang="en-us" cap="none"/>
          </a:p>
          <a:p>
            <a:pPr lvl="1">
              <a:lnSpc>
                <a:spcPct val="110000"/>
              </a:lnSpc>
              <a:spcBef>
                <a:spcPts val="510"/>
              </a:spcBef>
              <a:defRPr lang="ko-kr" sz="1700" cap="none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 </a:t>
            </a:r>
            <a:r>
              <a:rPr lang="en-us" cap="none"/>
              <a:t>– </a:t>
            </a:r>
            <a:r>
              <a:t>외부조인</a:t>
            </a:r>
            <a:r>
              <a:rPr lang="en-us" cap="none"/>
              <a:t>(Outer Join)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LEFT OUTER JOIN</a:t>
            </a:r>
          </a:p>
        </p:txBody>
      </p:sp>
      <p:sp>
        <p:nvSpPr>
          <p:cNvPr id="4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YQQAALIfAACNQgAAYCcAABAgAAAmAAAACAAAAP//////////"/>
              </a:ext>
            </a:extLst>
          </p:cNvSpPr>
          <p:nvPr/>
        </p:nvSpPr>
        <p:spPr>
          <a:xfrm>
            <a:off x="711835" y="5152390"/>
            <a:ext cx="10106660" cy="124841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SELECT  b.</a:t>
            </a:r>
            <a:r>
              <a:rPr lang="ko-kr" sz="2000" cap="none"/>
              <a:t>부서</a:t>
            </a:r>
            <a:r>
              <a:rPr lang="en-us" sz="2000" cap="none"/>
              <a:t>_ID, b.</a:t>
            </a:r>
            <a:r>
              <a:rPr lang="ko-kr" sz="2000" cap="none"/>
              <a:t>부서이름</a:t>
            </a:r>
            <a:r>
              <a:rPr lang="en-us" sz="2000" cap="none"/>
              <a:t>, 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        e.</a:t>
            </a:r>
            <a:r>
              <a:rPr lang="ko-kr" sz="2000" cap="none"/>
              <a:t>직원이름</a:t>
            </a:r>
            <a:endParaRPr lang="en-us" sz="2000" cap="none"/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FROM   </a:t>
            </a:r>
            <a:r>
              <a:rPr lang="ko-kr" sz="2000" cap="none"/>
              <a:t>부서 </a:t>
            </a:r>
            <a:r>
              <a:rPr lang="en-us" sz="2000" cap="none"/>
              <a:t>b </a:t>
            </a:r>
            <a:r>
              <a:rPr lang="en-us" sz="2000" b="1" cap="none"/>
              <a:t>LEFT OUTER</a:t>
            </a:r>
            <a:r>
              <a:rPr lang="ko-kr" sz="2000" b="1" cap="none"/>
              <a:t> </a:t>
            </a:r>
            <a:r>
              <a:rPr lang="en-us" sz="2000" b="1" cap="none"/>
              <a:t>JOIN</a:t>
            </a:r>
            <a:r>
              <a:rPr lang="ko-kr" sz="2000" b="1" cap="none"/>
              <a:t> </a:t>
            </a:r>
            <a:r>
              <a:rPr lang="ko-kr" sz="2000" cap="none"/>
              <a:t>직원 </a:t>
            </a:r>
            <a:r>
              <a:rPr lang="en-us" sz="2000" cap="none"/>
              <a:t>e </a:t>
            </a:r>
            <a:r>
              <a:rPr lang="en-us" sz="2000" b="1" cap="none"/>
              <a:t>ON</a:t>
            </a:r>
            <a:r>
              <a:rPr lang="ko-kr" sz="2000" cap="none"/>
              <a:t> </a:t>
            </a:r>
            <a:r>
              <a:rPr lang="en-us" sz="2000" cap="none"/>
              <a:t>b.</a:t>
            </a:r>
            <a:r>
              <a:rPr lang="ko-kr" sz="2000" cap="none"/>
              <a:t>소속부서</a:t>
            </a:r>
            <a:r>
              <a:rPr lang="en-us" sz="2000" b="1" cap="none"/>
              <a:t>=</a:t>
            </a:r>
            <a:r>
              <a:rPr lang="en-us" sz="2000" cap="none"/>
              <a:t>e.</a:t>
            </a:r>
            <a:r>
              <a:rPr lang="ko-kr" sz="2000" cap="none"/>
              <a:t>부서</a:t>
            </a:r>
            <a:r>
              <a:rPr lang="en-us" sz="2000" cap="none"/>
              <a:t>_ID</a:t>
            </a:r>
          </a:p>
        </p:txBody>
      </p:sp>
      <p:sp>
        <p:nvSpPr>
          <p:cNvPr id="5" name="사각형: 둥근 모서리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MzMzA8zMzADAwP8Af39/AAAAAAAAAAAAAAAAAAAAAAAAAAAAIQAAABgAAAAUAAAAOgQAAPgWAACNQgAAOh8AABAAAAAmAAAACAAAAP//////////"/>
              </a:ext>
            </a:extLst>
          </p:cNvSpPr>
          <p:nvPr/>
        </p:nvSpPr>
        <p:spPr>
          <a:xfrm>
            <a:off x="687070" y="3733800"/>
            <a:ext cx="10131425" cy="134239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</a:t>
            </a:r>
            <a:r>
              <a:t> </a:t>
            </a:r>
            <a:r>
              <a:rPr lang="ko-kr" cap="none"/>
              <a:t>컬럼선택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FROM   </a:t>
            </a:r>
            <a:r>
              <a:rPr lang="ko-kr" cap="none"/>
              <a:t>테이블</a:t>
            </a:r>
            <a:r>
              <a:t>_1</a:t>
            </a:r>
            <a:r>
              <a:rPr lang="en-us" b="1" cap="none"/>
              <a:t> LEFT [OUTER] JOIN </a:t>
            </a:r>
            <a:r>
              <a:rPr lang="ko-kr" cap="none"/>
              <a:t>테이블</a:t>
            </a:r>
            <a:r>
              <a:t>_2 </a:t>
            </a:r>
            <a:r>
              <a:rPr lang="en-us" b="1" cap="none"/>
              <a:t>ON </a:t>
            </a:r>
            <a:r>
              <a:rPr lang="ko-kr" cap="none"/>
              <a:t>조인연산           </a:t>
            </a:r>
            <a:r>
              <a:rPr lang="en-us" b="1" cap="none"/>
              <a:t>-- OUTER </a:t>
            </a:r>
            <a:r>
              <a:rPr lang="ko-kr" b="1" cap="none"/>
              <a:t>생략가능</a:t>
            </a:r>
            <a:endParaRPr lang="en-us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en-us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- Source table: </a:t>
            </a:r>
            <a:r>
              <a:rPr lang="ko-kr" cap="none"/>
              <a:t>테이블</a:t>
            </a:r>
            <a:r>
              <a:t>_1, Target table: </a:t>
            </a:r>
            <a:r>
              <a:rPr lang="ko-kr" cap="none"/>
              <a:t>테이블</a:t>
            </a:r>
            <a:r>
              <a:t>_2</a:t>
            </a:r>
          </a:p>
        </p:txBody>
      </p:sp>
      <p:pic>
        <p:nvPicPr>
          <p:cNvPr id="6" name="그림 6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GUBAAD0CwAAbyQAABgV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1943100"/>
            <a:ext cx="5695950" cy="14859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그림 8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JUrAABpDAAAqEUAABU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084695" y="2017395"/>
            <a:ext cx="4238625" cy="14097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화살표: 오른쪽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AAAAA0AAAAAkAAAAEgAAACQAAAASAAAAAAAAAABAAAAAAAAAAEAAABQAAAAh3Kjb7my6j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fSUAAPAPAAC8KQAAWBEAABAAAAAmAAAACAAAAP//////////"/>
              </a:ext>
            </a:extLst>
          </p:cNvSpPr>
          <p:nvPr/>
        </p:nvSpPr>
        <p:spPr>
          <a:xfrm>
            <a:off x="6094095" y="2590800"/>
            <a:ext cx="690245" cy="228600"/>
          </a:xfrm>
          <a:prstGeom prst="rightArrow">
            <a:avLst>
              <a:gd name="adj1" fmla="val 50000"/>
              <a:gd name="adj2" fmla="val 50027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 </a:t>
            </a:r>
            <a:r>
              <a:rPr lang="en-us" cap="none"/>
              <a:t>– </a:t>
            </a:r>
            <a:r>
              <a:t>외부조인</a:t>
            </a:r>
            <a:r>
              <a:rPr lang="en-us" cap="none"/>
              <a:t>(Outer Join)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RIGHT OUTER JOIN</a:t>
            </a:r>
          </a:p>
        </p:txBody>
      </p:sp>
      <p:sp>
        <p:nvSpPr>
          <p:cNvPr id="4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YQQAALIfAACNQgAAYCcAABAgAAAmAAAACAAAAP//////////"/>
              </a:ext>
            </a:extLst>
          </p:cNvSpPr>
          <p:nvPr/>
        </p:nvSpPr>
        <p:spPr>
          <a:xfrm>
            <a:off x="711835" y="5152390"/>
            <a:ext cx="10106660" cy="124841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SELECT  b.</a:t>
            </a:r>
            <a:r>
              <a:rPr lang="ko-kr" sz="2000" cap="none"/>
              <a:t>부서</a:t>
            </a:r>
            <a:r>
              <a:rPr lang="en-us" sz="2000" cap="none"/>
              <a:t>_ID, b.</a:t>
            </a:r>
            <a:r>
              <a:rPr lang="ko-kr" sz="2000" cap="none"/>
              <a:t>부서이름</a:t>
            </a:r>
            <a:r>
              <a:rPr lang="en-us" sz="2000" cap="none"/>
              <a:t>, 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           e.</a:t>
            </a:r>
            <a:r>
              <a:rPr lang="ko-kr" sz="2000" cap="none"/>
              <a:t>직원이름</a:t>
            </a:r>
            <a:endParaRPr lang="en-us" sz="2000" cap="none"/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FROM   </a:t>
            </a:r>
            <a:r>
              <a:rPr lang="ko-kr" sz="2000" cap="none"/>
              <a:t>부서 </a:t>
            </a:r>
            <a:r>
              <a:rPr lang="en-us" sz="2000" cap="none"/>
              <a:t>b </a:t>
            </a:r>
            <a:r>
              <a:rPr lang="en-us" sz="2000" b="1" cap="none"/>
              <a:t>RIGHT OUTER</a:t>
            </a:r>
            <a:r>
              <a:rPr lang="ko-kr" sz="2000" b="1" cap="none"/>
              <a:t> </a:t>
            </a:r>
            <a:r>
              <a:rPr lang="en-us" sz="2000" b="1" cap="none"/>
              <a:t>JOIN</a:t>
            </a:r>
            <a:r>
              <a:rPr lang="ko-kr" sz="2000" b="1" cap="none"/>
              <a:t> </a:t>
            </a:r>
            <a:r>
              <a:rPr lang="ko-kr" sz="2000" cap="none"/>
              <a:t>직원 </a:t>
            </a:r>
            <a:r>
              <a:rPr lang="en-us" sz="2000" cap="none"/>
              <a:t>e </a:t>
            </a:r>
            <a:r>
              <a:rPr lang="en-us" sz="2000" b="1" cap="none"/>
              <a:t>ON</a:t>
            </a:r>
            <a:r>
              <a:rPr lang="ko-kr" sz="2000" cap="none"/>
              <a:t> </a:t>
            </a:r>
            <a:r>
              <a:rPr lang="en-us" sz="2000" cap="none"/>
              <a:t>b.</a:t>
            </a:r>
            <a:r>
              <a:rPr lang="ko-kr" sz="2000" cap="none"/>
              <a:t>소속부서</a:t>
            </a:r>
            <a:r>
              <a:rPr lang="en-us" sz="2000" b="1" cap="none"/>
              <a:t>=</a:t>
            </a:r>
            <a:r>
              <a:rPr lang="en-us" sz="2000" cap="none"/>
              <a:t>e.</a:t>
            </a:r>
            <a:r>
              <a:rPr lang="ko-kr" sz="2000" cap="none"/>
              <a:t>부서</a:t>
            </a:r>
            <a:r>
              <a:rPr lang="en-us" sz="2000" cap="none"/>
              <a:t>_ID</a:t>
            </a:r>
          </a:p>
        </p:txBody>
      </p:sp>
      <p:sp>
        <p:nvSpPr>
          <p:cNvPr id="5" name="사각형: 둥근 모서리 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QAAAA0AAAAAkAAAAEgAAACQAAAASAAAAAAAAAABAAAAAAAAAAEAAABQAAAAhbacS3FV1T8AAAAAAADwv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IKLz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IKLzgx/f38AMzMzA8zMzADAwP8Af39/AAAAAAAAAAAAAAAAAAAAAAAAAAAAIQAAABgAAAAUAAAAOgQAAPgWAACNQgAAOh8AABAAAAAmAAAACAAAAP//////////"/>
              </a:ext>
            </a:extLst>
          </p:cNvSpPr>
          <p:nvPr/>
        </p:nvSpPr>
        <p:spPr>
          <a:xfrm>
            <a:off x="687070" y="3733800"/>
            <a:ext cx="10131425" cy="134239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SELECT</a:t>
            </a:r>
            <a:r>
              <a:t> </a:t>
            </a:r>
            <a:r>
              <a:rPr lang="ko-kr" cap="none"/>
              <a:t>컬럼선택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FROM   </a:t>
            </a:r>
            <a:r>
              <a:rPr lang="ko-kr" cap="none"/>
              <a:t>테이블</a:t>
            </a:r>
            <a:r>
              <a:t>_1</a:t>
            </a:r>
            <a:r>
              <a:rPr lang="en-us" b="1" cap="none"/>
              <a:t> RIGHT OUTER JOIN </a:t>
            </a:r>
            <a:r>
              <a:rPr lang="ko-kr" cap="none"/>
              <a:t>테이블</a:t>
            </a:r>
            <a:r>
              <a:t>_2 </a:t>
            </a:r>
            <a:r>
              <a:rPr lang="en-us" b="1" cap="none"/>
              <a:t>ON </a:t>
            </a:r>
            <a:r>
              <a:rPr lang="ko-kr" cap="none"/>
              <a:t>조인연산          </a:t>
            </a:r>
            <a:r>
              <a:rPr lang="en-us" b="1" cap="none"/>
              <a:t>-- OUTER </a:t>
            </a:r>
            <a:r>
              <a:rPr lang="ko-kr" b="1" cap="none"/>
              <a:t>생략가능</a:t>
            </a:r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b="1" cap="none"/>
          </a:p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- Source table: </a:t>
            </a:r>
            <a:r>
              <a:rPr lang="ko-kr" cap="none"/>
              <a:t>테이블</a:t>
            </a:r>
            <a:r>
              <a:t>_2, Target table: </a:t>
            </a:r>
            <a:r>
              <a:rPr lang="ko-kr" cap="none"/>
              <a:t>테이블</a:t>
            </a:r>
            <a:r>
              <a:t>_1</a:t>
            </a:r>
          </a:p>
        </p:txBody>
      </p:sp>
      <p:pic>
        <p:nvPicPr>
          <p:cNvPr id="6" name="그림 6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GUBAAD0CwAAbyQAABgV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1943100"/>
            <a:ext cx="5695950" cy="14859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화살표: 오른쪽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AAAAA0AAAAAkAAAAEgAAACQAAAASAAAAAAAAAABAAAAAAAAAAEAAABQAAAAh3Kjb7my6j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fSUAAPAPAAC8KQAAWBEAABAAAAAmAAAACAAAAP//////////"/>
              </a:ext>
            </a:extLst>
          </p:cNvSpPr>
          <p:nvPr/>
        </p:nvSpPr>
        <p:spPr>
          <a:xfrm>
            <a:off x="6094095" y="2590800"/>
            <a:ext cx="690245" cy="228600"/>
          </a:xfrm>
          <a:prstGeom prst="rightArrow">
            <a:avLst>
              <a:gd name="adj1" fmla="val 50000"/>
              <a:gd name="adj2" fmla="val 50027"/>
            </a:avLst>
          </a:prstGeom>
          <a:solidFill>
            <a:schemeClr val="accent1"/>
          </a:solidFill>
          <a:ln w="12700" cap="flat" cmpd="sng" algn="ctr">
            <a:solidFill>
              <a:srgbClr val="418CAA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ko-kr" cap="none"/>
          </a:p>
        </p:txBody>
      </p:sp>
      <p:pic>
        <p:nvPicPr>
          <p:cNvPr id="8" name="그림 1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LMrAAA3DAAA5EUAANQU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103745" y="1985645"/>
            <a:ext cx="4257675" cy="14001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조인 </a:t>
            </a:r>
            <a:r>
              <a:rPr lang="en-us" cap="none"/>
              <a:t>– </a:t>
            </a:r>
            <a:r>
              <a:t>외부조인</a:t>
            </a:r>
            <a:r>
              <a:rPr lang="en-us" cap="none"/>
              <a:t>(Outer Join)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g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P///wJ/f38AMzMz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lang="en-us" cap="none"/>
              <a:t>FULL OUTER JOIN</a:t>
            </a:r>
          </a:p>
          <a:p>
            <a:pPr lvl="1">
              <a:defRPr lang="ko-kr"/>
            </a:pPr>
            <a:r>
              <a:rPr lang="en-us" cap="none"/>
              <a:t>MySQL</a:t>
            </a:r>
            <a:r>
              <a:t>은 지원하지 않는다</a:t>
            </a:r>
            <a:r>
              <a:rPr lang="en-us" cap="none"/>
              <a:t>. </a:t>
            </a:r>
          </a:p>
          <a:p>
            <a:pPr lvl="1">
              <a:defRPr lang="ko-kr"/>
            </a:pPr>
            <a:r>
              <a:rPr lang="en-us" cap="none"/>
              <a:t>left join, right join select </a:t>
            </a:r>
            <a:r>
              <a:t>문을 </a:t>
            </a:r>
            <a:r>
              <a:rPr lang="en-us" cap="none"/>
              <a:t>union </a:t>
            </a:r>
            <a:r>
              <a:t>하여 구현한다</a:t>
            </a:r>
            <a:r>
              <a:rPr lang="en-us" cap="none"/>
              <a:t>.</a:t>
            </a:r>
          </a:p>
        </p:txBody>
      </p:sp>
      <p:sp>
        <p:nvSpPr>
          <p:cNvPr id="4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MzMzA8zMzADAwP8Af39/AAAAAAAAAAAAAAAAAAAAAAAAAAAAIQAAABgAAAAUAAAAvQMAAKcYAADqQQAAuCcAABAgAAAmAAAACAAAAP//////////"/>
              </a:ext>
            </a:extLst>
          </p:cNvSpPr>
          <p:nvPr/>
        </p:nvSpPr>
        <p:spPr>
          <a:xfrm>
            <a:off x="607695" y="4007485"/>
            <a:ext cx="10107295" cy="24491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SELECT  b.</a:t>
            </a:r>
            <a:r>
              <a:rPr lang="ko-kr" sz="2000" cap="none"/>
              <a:t>부서</a:t>
            </a:r>
            <a:r>
              <a:rPr lang="en-us" sz="2000" cap="none"/>
              <a:t>_ID, b.</a:t>
            </a:r>
            <a:r>
              <a:rPr lang="ko-kr" sz="2000" cap="none"/>
              <a:t>부서이름</a:t>
            </a:r>
            <a:r>
              <a:rPr lang="en-us" sz="2000" cap="none"/>
              <a:t>, e.</a:t>
            </a:r>
            <a:r>
              <a:rPr lang="ko-kr" sz="2000" cap="none"/>
              <a:t>직원이름</a:t>
            </a:r>
            <a:endParaRPr lang="en-us" sz="2000" cap="none"/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FROM   </a:t>
            </a:r>
            <a:r>
              <a:rPr lang="ko-kr" sz="2000" cap="none"/>
              <a:t>부서 </a:t>
            </a:r>
            <a:r>
              <a:rPr lang="en-us" sz="2000" cap="none"/>
              <a:t>b </a:t>
            </a:r>
            <a:r>
              <a:rPr lang="en-us" sz="2000" b="1" cap="none"/>
              <a:t>LEFT OUTER</a:t>
            </a:r>
            <a:r>
              <a:rPr lang="ko-kr" sz="2000" b="1" cap="none"/>
              <a:t> </a:t>
            </a:r>
            <a:r>
              <a:rPr lang="en-us" sz="2000" b="1" cap="none"/>
              <a:t>JOIN</a:t>
            </a:r>
            <a:r>
              <a:rPr lang="ko-kr" sz="2000" b="1" cap="none"/>
              <a:t> </a:t>
            </a:r>
            <a:r>
              <a:rPr lang="ko-kr" sz="2000" cap="none"/>
              <a:t>직원 </a:t>
            </a:r>
            <a:r>
              <a:rPr lang="en-us" sz="2000" cap="none"/>
              <a:t>e </a:t>
            </a:r>
            <a:r>
              <a:rPr lang="en-us" sz="2000" b="1" cap="none"/>
              <a:t>ON</a:t>
            </a:r>
            <a:r>
              <a:rPr lang="ko-kr" sz="2000" cap="none"/>
              <a:t> </a:t>
            </a:r>
            <a:r>
              <a:rPr lang="en-us" sz="2000" cap="none"/>
              <a:t>b.</a:t>
            </a:r>
            <a:r>
              <a:rPr lang="ko-kr" sz="2000" cap="none"/>
              <a:t>소속부서</a:t>
            </a:r>
            <a:r>
              <a:rPr lang="en-us" sz="2000" b="1" cap="none"/>
              <a:t>=</a:t>
            </a:r>
            <a:r>
              <a:rPr lang="en-us" sz="2000" cap="none"/>
              <a:t>e.</a:t>
            </a:r>
            <a:r>
              <a:rPr lang="ko-kr" sz="2000" cap="none"/>
              <a:t>부서</a:t>
            </a:r>
            <a:r>
              <a:rPr lang="en-us" sz="2000" cap="none"/>
              <a:t>_ID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b="1" cap="none"/>
              <a:t>UNION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SELECT  b.</a:t>
            </a:r>
            <a:r>
              <a:rPr lang="ko-kr" sz="2000" cap="none"/>
              <a:t>부서</a:t>
            </a:r>
            <a:r>
              <a:rPr lang="en-us" sz="2000" cap="none"/>
              <a:t>_ID, b.</a:t>
            </a:r>
            <a:r>
              <a:rPr lang="ko-kr" sz="2000" cap="none"/>
              <a:t>부서이름</a:t>
            </a:r>
            <a:r>
              <a:rPr lang="en-us" sz="2000" cap="none"/>
              <a:t>, e.</a:t>
            </a:r>
            <a:r>
              <a:rPr lang="ko-kr" sz="2000" cap="none"/>
              <a:t>직원이름</a:t>
            </a:r>
            <a:endParaRPr lang="en-us" sz="2000" cap="none"/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000" cap="none"/>
              <a:t>FROM   </a:t>
            </a:r>
            <a:r>
              <a:rPr lang="ko-kr" sz="2000" cap="none"/>
              <a:t>부서 </a:t>
            </a:r>
            <a:r>
              <a:rPr lang="en-us" sz="2000" cap="none"/>
              <a:t>b </a:t>
            </a:r>
            <a:r>
              <a:rPr lang="en-us" sz="2000" b="1" cap="none"/>
              <a:t>RIGHT OUTER</a:t>
            </a:r>
            <a:r>
              <a:rPr lang="ko-kr" sz="2000" b="1" cap="none"/>
              <a:t> </a:t>
            </a:r>
            <a:r>
              <a:rPr lang="en-us" sz="2000" b="1" cap="none"/>
              <a:t>JOIN</a:t>
            </a:r>
            <a:r>
              <a:rPr lang="ko-kr" sz="2000" b="1" cap="none"/>
              <a:t> </a:t>
            </a:r>
            <a:r>
              <a:rPr lang="ko-kr" sz="2000" cap="none"/>
              <a:t>직원 </a:t>
            </a:r>
            <a:r>
              <a:rPr lang="en-us" sz="2000" cap="none"/>
              <a:t>e </a:t>
            </a:r>
            <a:r>
              <a:rPr lang="en-us" sz="2000" b="1" cap="none"/>
              <a:t>ON</a:t>
            </a:r>
            <a:r>
              <a:rPr lang="ko-kr" sz="2000" cap="none"/>
              <a:t> </a:t>
            </a:r>
            <a:r>
              <a:rPr lang="en-us" sz="2000" cap="none"/>
              <a:t>b.</a:t>
            </a:r>
            <a:r>
              <a:rPr lang="ko-kr" sz="2000" cap="none"/>
              <a:t>소속부서</a:t>
            </a:r>
            <a:r>
              <a:rPr lang="en-us" sz="2000" b="1" cap="none"/>
              <a:t>=</a:t>
            </a:r>
            <a:r>
              <a:rPr lang="en-us" sz="2000" cap="none"/>
              <a:t>e.</a:t>
            </a:r>
            <a:r>
              <a:rPr lang="ko-kr" sz="2000" cap="none"/>
              <a:t>부서</a:t>
            </a:r>
            <a:r>
              <a:rPr lang="en-us" sz="2000" cap="none"/>
              <a:t>_ID;</a:t>
            </a:r>
          </a:p>
          <a:p>
            <a:pPr>
              <a:lnSpc>
                <a:spcPct val="130000"/>
              </a:lnSpc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endParaRPr lang="en-us" sz="2000" b="1" cap="none"/>
          </a:p>
        </p:txBody>
      </p:sp>
      <p:grpSp>
        <p:nvGrpSpPr>
          <p:cNvPr id="5" name="그룹 5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opf1ZBMAAAAlAAAAAQAAAA8BAAAAkAAAAEgAAACQAAAASAAAAAAAAAAAAAAAAAAAABcAAAAUAAAAAAAAAAAAAAD/fwAA/38AAAAAAAAJAAAABAAAAFYAAAAfAAAAVAAAAAAAAAAAAAAAAAAAAAAAAAAAAAAAAAAAAAAAAAAAAAAAAAAAAAAAAAAAAAAAAAAAAAAAAAAAAAAAAAAAAAAAAAAAAAAAAAAAAAAAAAAAAAAAAAAAACEAAAAYAAAAFAAAAGUBAACIDgAArEQAANgYAAAQAAAAJgAAAAgAAAD/////AAAAAA=="/>
              </a:ext>
            </a:extLst>
          </p:cNvGrpSpPr>
          <p:nvPr/>
        </p:nvGrpSpPr>
        <p:grpSpPr>
          <a:xfrm>
            <a:off x="226695" y="2362200"/>
            <a:ext cx="10936605" cy="1676400"/>
            <a:chOff x="226695" y="2362200"/>
            <a:chExt cx="10936605" cy="1676400"/>
          </a:xfrm>
        </p:grpSpPr>
        <p:pic>
          <p:nvPicPr>
            <p:cNvPr id="8" name="그림 6"/>
            <p:cNvPicPr>
              <a:picLocks noChangeAspect="1"/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GUBAACIDgAAbyQAAKwXAAAAAAAAJgAAAAgAAAD//////////w=="/>
                </a:ext>
              </a:extLst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695" y="2362200"/>
              <a:ext cx="5695950" cy="148590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7" name="화살표: 오른쪽 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yAAAAA0AAAAAkAAAAEgAAACQAAAASAAAAAAAAAABAAAAAAAAAAEAAABQAAAAh3Kjb7my6j8AAAAAAADgPwAAAAAAAOA/AAAAAAAA4D8AAAAAAADgPwAAAAAAAOA/AAAAAAAA4D8AAAAAAADgPwAAAAAAAOA/AAAAAAAA4D8CAAAAjAAAAAEAAAAAAAAAV7zlDAAAAAgAAAAAAAAAAAAAAAAAAAAAAAAAAAAAAAAAAAAAZAAAAAEAAABAAAAAAAAAAAAAAAAAAAAAAAAAAAAAAAAAAAAAAAAAAAAAAAAAAAAAAAAAAAAAAAAAAAAAAAAAAAAAAAAAAAAAAAAAAAAAAAAAAAAAAAAAAAAAAAAAAAAAFAAAADwAAAABAAAAAAAAAEGMqg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7zlBQAAAAEAAAAAAAAAAAAAAAAAAAAAAAAAAAAAAAAAAAAAAAAAAEGMqgB/f38AMzMzA8zMzADAwP8Af39/AAAAAAAAAAAAAAAAAAAAAAAAAAAAIQAAABgAAAAUAAAAfSUAAIQSAAC8KQAA7BMAAAAAAAAmAAAACAAAAP//////////"/>
                </a:ext>
              </a:extLst>
            </p:cNvSpPr>
            <p:nvPr/>
          </p:nvSpPr>
          <p:spPr>
            <a:xfrm>
              <a:off x="6094095" y="3009900"/>
              <a:ext cx="690245" cy="228600"/>
            </a:xfrm>
            <a:prstGeom prst="rightArrow">
              <a:avLst>
                <a:gd name="adj1" fmla="val 50000"/>
                <a:gd name="adj2" fmla="val 50027"/>
              </a:avLst>
            </a:prstGeom>
            <a:solidFill>
              <a:schemeClr val="accent1"/>
            </a:solidFill>
            <a:ln w="12700" cap="flat" cmpd="sng" algn="ctr">
              <a:solidFill>
                <a:srgbClr val="418CAA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algn="ctr">
                <a:defRPr lang="en-us" cap="none">
                  <a:solidFill>
                    <a:srgbClr val="FFFFFF"/>
                  </a:solidFill>
                  <a:latin typeface="맑은 고딕" pitchFamily="3" charset="-127"/>
                  <a:ea typeface="맑은 고딕" pitchFamily="3" charset="-127"/>
                  <a:cs typeface="맑은 고딕" pitchFamily="3" charset="-127"/>
                </a:defRPr>
              </a:pPr>
              <a:endParaRPr lang="ko-kr" cap="none"/>
            </a:p>
          </p:txBody>
        </p:sp>
        <p:pic>
          <p:nvPicPr>
            <p:cNvPr id="6" name="그림 7"/>
            <p:cNvPicPr>
              <a:picLocks noChangeAspect="1"/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opf1ZBMAAAAlAAAAEQAAAC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e85QUAAAABAAAAAAAAAAAAAAAAAAAAAAAAAAAAAAAAAAAAAAAAAAD///8Cf39/ADMzMwPMzMwAwMD/AH9/fwAAAAAAAAAAAAAAAAD///8AAAAAACEAAAAYAAAAFAAAAKgqAADxDgAArEQAANgYAAAAAAAAJgAAAAgAAAD//////////w=="/>
                </a:ext>
              </a:extLst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34200" y="2428875"/>
              <a:ext cx="4229100" cy="160972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서브쿼리</a:t>
            </a:r>
            <a:r>
              <a:rPr lang="en-us" cap="none"/>
              <a:t>(Subquery)</a:t>
            </a:r>
          </a:p>
        </p:txBody>
      </p:sp>
      <p:sp>
        <p:nvSpPr>
          <p:cNvPr id="3" name="텍스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서브쿼리</a:t>
            </a:r>
            <a:r>
              <a:rPr lang="en-us" cap="none"/>
              <a:t>(Subquery)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oGAAA7RwAA2CcAABAAAAAmAAAACAAAAAEgAAAAAAAA"/>
              </a:ext>
            </a:extLst>
          </p:cNvSpPr>
          <p:nvPr>
            <p:ph type="body" idx="1"/>
          </p:nvPr>
        </p:nvSpPr>
        <p:spPr>
          <a:xfrm>
            <a:off x="609600" y="1052830"/>
            <a:ext cx="10969625" cy="54241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ko-kr"/>
            </a:pPr>
            <a:r>
              <a:rPr lang="ko-kr" sz="2800" cap="none"/>
              <a:t>개요 </a:t>
            </a:r>
            <a:r>
              <a:rPr lang="en-us" sz="2800" cap="none"/>
              <a:t>: SQL </a:t>
            </a:r>
            <a:r>
              <a:rPr lang="ko-kr" sz="2800" cap="none"/>
              <a:t>문 내 </a:t>
            </a:r>
            <a:r>
              <a:rPr lang="en-us" sz="2800" cap="none"/>
              <a:t>SELECT</a:t>
            </a:r>
            <a:r>
              <a:rPr lang="ko-kr" sz="2800" cap="none"/>
              <a:t>문을 삽입하는 것</a:t>
            </a:r>
            <a:r>
              <a:rPr lang="en-us" sz="2800" cap="none"/>
              <a:t>.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en-us" sz="2400" cap="none"/>
              <a:t>SQL</a:t>
            </a:r>
            <a:r>
              <a:rPr lang="ko-kr" sz="2400" cap="none"/>
              <a:t>문에서 </a:t>
            </a:r>
            <a:r>
              <a:rPr lang="en-us" sz="2400" cap="none"/>
              <a:t>SELECT</a:t>
            </a:r>
            <a:r>
              <a:rPr lang="ko-kr" sz="2400" cap="none"/>
              <a:t>문으로 조회한 결과를 이용하는 것</a:t>
            </a:r>
            <a:r>
              <a:rPr lang="en-us" sz="2400" cap="none"/>
              <a:t>. </a:t>
            </a:r>
          </a:p>
          <a:p>
            <a:pPr lvl="1">
              <a:lnSpc>
                <a:spcPct val="120000"/>
              </a:lnSpc>
              <a:defRPr lang="ko-kr"/>
            </a:pPr>
            <a:r>
              <a:rPr lang="ko-kr" sz="2400" cap="none"/>
              <a:t>주로 </a:t>
            </a:r>
            <a:r>
              <a:rPr lang="en-us" sz="2400" cap="none"/>
              <a:t>FROM</a:t>
            </a:r>
            <a:r>
              <a:rPr lang="ko-kr" sz="2400" cap="none"/>
              <a:t>절이나 </a:t>
            </a:r>
            <a:r>
              <a:rPr lang="en-us" sz="2400" cap="none"/>
              <a:t>WHERE </a:t>
            </a:r>
            <a:r>
              <a:rPr lang="ko-kr" sz="2400" cap="none"/>
              <a:t>절에서 사용</a:t>
            </a:r>
            <a:endParaRPr lang="en-us" sz="2400" cap="none"/>
          </a:p>
          <a:p>
            <a:pPr lvl="1">
              <a:lnSpc>
                <a:spcPct val="120000"/>
              </a:lnSpc>
              <a:defRPr lang="ko-kr"/>
            </a:pPr>
            <a:r>
              <a:rPr lang="ko-kr" sz="2400" cap="none"/>
              <a:t>메인 쿼리 </a:t>
            </a:r>
            <a:endParaRPr lang="en-us" sz="2400" cap="none"/>
          </a:p>
          <a:p>
            <a:pPr lvl="2">
              <a:lnSpc>
                <a:spcPct val="120000"/>
              </a:lnSpc>
              <a:defRPr lang="ko-kr"/>
            </a:pPr>
            <a:r>
              <a:rPr lang="en-us" sz="2200" cap="none"/>
              <a:t> </a:t>
            </a:r>
            <a:r>
              <a:rPr lang="ko-kr" sz="2200" cap="none"/>
              <a:t>실제 조회하고자 하는 쿼리</a:t>
            </a:r>
            <a:endParaRPr lang="en-us" sz="2200" cap="none"/>
          </a:p>
          <a:p>
            <a:pPr lvl="1">
              <a:lnSpc>
                <a:spcPct val="120000"/>
              </a:lnSpc>
              <a:defRPr lang="ko-kr"/>
            </a:pPr>
            <a:r>
              <a:rPr lang="ko-kr" sz="2400" cap="none"/>
              <a:t>서브 쿼리 </a:t>
            </a:r>
            <a:endParaRPr lang="en-us" sz="2400" cap="none"/>
          </a:p>
          <a:p>
            <a:pPr lvl="2">
              <a:lnSpc>
                <a:spcPct val="120000"/>
              </a:lnSpc>
              <a:defRPr lang="ko-kr"/>
            </a:pPr>
            <a:r>
              <a:rPr lang="en-us" sz="2200" cap="none"/>
              <a:t> </a:t>
            </a:r>
            <a:r>
              <a:rPr lang="ko-kr" sz="2200" cap="none"/>
              <a:t>메인 쿼리에서 사용할 데이터를 조회하기 위한 쿼리</a:t>
            </a:r>
            <a:endParaRPr lang="en-us" sz="2200" cap="none"/>
          </a:p>
          <a:p>
            <a:pPr lvl="1">
              <a:lnSpc>
                <a:spcPct val="120000"/>
              </a:lnSpc>
              <a:defRPr lang="ko-kr"/>
            </a:pPr>
            <a:r>
              <a:rPr lang="ko-kr" sz="2400" cap="none"/>
              <a:t>종류 </a:t>
            </a:r>
            <a:endParaRPr lang="en-us" sz="2400" cap="none"/>
          </a:p>
          <a:p>
            <a:pPr lvl="2">
              <a:lnSpc>
                <a:spcPct val="120000"/>
              </a:lnSpc>
              <a:defRPr lang="ko-kr"/>
            </a:pPr>
            <a:r>
              <a:rPr lang="ko-kr" sz="2200" cap="none"/>
              <a:t>단일 행 서브 쿼리 </a:t>
            </a:r>
            <a:r>
              <a:rPr lang="en-us" sz="2200" cap="none"/>
              <a:t>– </a:t>
            </a:r>
            <a:r>
              <a:rPr lang="ko-kr" sz="2200" cap="none"/>
              <a:t>서브쿼리의 조회결과가 한 행</a:t>
            </a:r>
            <a:r>
              <a:rPr lang="en-us" sz="2200" cap="none"/>
              <a:t>.</a:t>
            </a:r>
          </a:p>
          <a:p>
            <a:pPr lvl="2">
              <a:lnSpc>
                <a:spcPct val="120000"/>
              </a:lnSpc>
              <a:defRPr lang="ko-kr"/>
            </a:pPr>
            <a:r>
              <a:rPr lang="ko-kr" sz="2200" cap="none"/>
              <a:t>다중 행 서브 쿼리 </a:t>
            </a:r>
            <a:r>
              <a:rPr lang="en-us" sz="2200" cap="none"/>
              <a:t>– </a:t>
            </a:r>
            <a:r>
              <a:rPr lang="ko-kr" sz="2200" cap="none"/>
              <a:t>서브쿼리의 조회결과가 여러 행</a:t>
            </a:r>
            <a:r>
              <a:rPr lang="en-us" sz="2200" cap="none"/>
              <a:t>.</a:t>
            </a:r>
          </a:p>
          <a:p>
            <a:pPr lvl="2">
              <a:lnSpc>
                <a:spcPct val="120000"/>
              </a:lnSpc>
              <a:defRPr lang="ko-kr"/>
            </a:pPr>
            <a:r>
              <a:rPr lang="en-us" sz="2200" cap="none"/>
              <a:t>Inline View</a:t>
            </a:r>
            <a:r>
              <a:rPr lang="ko-kr" sz="2200" cap="none"/>
              <a:t> </a:t>
            </a:r>
            <a:r>
              <a:rPr lang="en-us" sz="2200" cap="none"/>
              <a:t>– </a:t>
            </a:r>
            <a:r>
              <a:rPr lang="ko-kr" sz="2200" cap="none"/>
              <a:t>서브쿼리를 </a:t>
            </a:r>
            <a:r>
              <a:rPr lang="en-us" sz="2200" cap="none"/>
              <a:t>FROM</a:t>
            </a:r>
            <a:r>
              <a:rPr lang="ko-kr" sz="2200" cap="none"/>
              <a:t>절에 </a:t>
            </a:r>
            <a:r>
              <a:rPr lang="en-us" sz="2200" cap="none"/>
              <a:t>TABLE </a:t>
            </a:r>
            <a:r>
              <a:rPr lang="ko-kr" sz="2200" cap="none"/>
              <a:t>대신 사용</a:t>
            </a:r>
            <a:endParaRPr lang="en-us" sz="2200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F0HAAA7RwAAaB8AABAAAAAmAAAACAAAAAEgAAAAAAAA"/>
              </a:ext>
            </a:extLst>
          </p:cNvSpPr>
          <p:nvPr>
            <p:ph type="body" idx="1"/>
          </p:nvPr>
        </p:nvSpPr>
        <p:spPr>
          <a:xfrm>
            <a:off x="609600" y="1196975"/>
            <a:ext cx="10969625" cy="39084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ko-kr" b="1" cap="none"/>
              <a:t>단일 행 서브쿼리</a:t>
            </a:r>
            <a:endParaRPr lang="en-us" b="1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655" cap="none"/>
              <a:t>서브 쿼리의 조회결과가 </a:t>
            </a:r>
            <a:r>
              <a:rPr lang="en-us" sz="1655" cap="none"/>
              <a:t>0</a:t>
            </a:r>
            <a:r>
              <a:rPr lang="ko-kr" sz="1655" cap="none"/>
              <a:t>개 또는 </a:t>
            </a:r>
            <a:r>
              <a:rPr lang="en-us" sz="1655" cap="none"/>
              <a:t>1</a:t>
            </a:r>
            <a:r>
              <a:rPr lang="ko-kr" sz="1655" cap="none"/>
              <a:t>개인 쿼리</a:t>
            </a:r>
            <a:endParaRPr lang="en-us" sz="1655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endParaRPr lang="en-us" sz="1655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endParaRPr lang="en-us" sz="1655" cap="none"/>
          </a:p>
          <a:p>
            <a:pPr lvl="1">
              <a:lnSpc>
                <a:spcPct val="120000"/>
              </a:lnSpc>
              <a:spcBef>
                <a:spcPts val="550"/>
              </a:spcBef>
              <a:buNone/>
              <a:defRPr lang="ko-kr" sz="1840" cap="none"/>
            </a:pPr>
            <a:endParaRPr lang="en-us" sz="2210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endParaRPr lang="en-us" cap="none"/>
          </a:p>
          <a:p>
            <a:pPr>
              <a:lnSpc>
                <a:spcPct val="90000"/>
              </a:lnSpc>
              <a:spcBef>
                <a:spcPts val="1655"/>
              </a:spcBef>
              <a:defRPr lang="ko-kr" sz="2210" cap="none"/>
            </a:pPr>
            <a:r>
              <a:rPr lang="ko-kr" b="1" cap="none"/>
              <a:t>다중 행 서브쿼리</a:t>
            </a:r>
            <a:endParaRPr lang="en-us" b="1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ko-kr" sz="1655" cap="none"/>
              <a:t>서브 쿼리의 조회결과</a:t>
            </a:r>
            <a:r>
              <a:rPr lang="en-us" sz="1655" cap="none"/>
              <a:t> </a:t>
            </a:r>
            <a:r>
              <a:rPr lang="ko-kr" sz="1655" cap="none"/>
              <a:t>행이 </a:t>
            </a:r>
            <a:r>
              <a:rPr lang="en-us" sz="1655" cap="none"/>
              <a:t>0</a:t>
            </a:r>
            <a:r>
              <a:rPr lang="ko-kr" sz="1655" cap="none"/>
              <a:t>개 이상의 경우의 쿼리</a:t>
            </a:r>
            <a:endParaRPr lang="en-us" sz="1655" cap="none"/>
          </a:p>
          <a:p>
            <a:pPr lvl="1">
              <a:lnSpc>
                <a:spcPct val="120000"/>
              </a:lnSpc>
              <a:spcBef>
                <a:spcPts val="550"/>
              </a:spcBef>
              <a:defRPr lang="ko-kr" sz="1840" cap="none"/>
            </a:pPr>
            <a:r>
              <a:rPr lang="en-us" sz="1655" cap="none"/>
              <a:t>IN, ALL, ANY </a:t>
            </a:r>
            <a:r>
              <a:rPr lang="ko-kr" sz="1655" cap="none"/>
              <a:t>연산자등과 사용된다</a:t>
            </a:r>
            <a:r>
              <a:rPr lang="en-us" sz="1655" cap="none"/>
              <a:t>.</a:t>
            </a:r>
          </a:p>
          <a:p>
            <a:pPr>
              <a:lnSpc>
                <a:spcPct val="90000"/>
              </a:lnSpc>
              <a:spcBef>
                <a:spcPts val="1655"/>
              </a:spcBef>
              <a:buNone/>
              <a:defRPr lang="ko-kr" sz="2210" cap="none"/>
            </a:pPr>
            <a:endParaRPr lang="en-us" sz="1840" cap="none"/>
          </a:p>
        </p:txBody>
      </p:sp>
      <p:sp>
        <p:nvSpPr>
          <p:cNvPr id="3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PAeAACKRAAAUiYAABAgAAAmAAAACAAAAP//////////"/>
              </a:ext>
            </a:extLst>
          </p:cNvSpPr>
          <p:nvPr/>
        </p:nvSpPr>
        <p:spPr>
          <a:xfrm>
            <a:off x="912495" y="5029200"/>
            <a:ext cx="10229215" cy="12001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DELETE  FROM	employee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WHERE    salary IN ( </a:t>
            </a:r>
            <a:r>
              <a:rPr lang="en-us" b="1" cap="none"/>
              <a:t>SELECE salary 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	 	     FROM  employee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                            WHERE department_id=30</a:t>
            </a:r>
            <a:r>
              <a:t>)</a:t>
            </a:r>
            <a:endParaRPr lang="ko-kr" cap="none"/>
          </a:p>
        </p:txBody>
      </p:sp>
      <p:sp>
        <p:nvSpPr>
          <p:cNvPr id="4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서브쿼리</a:t>
            </a:r>
            <a:r>
              <a:rPr lang="en-us" cap="none"/>
              <a:t>(Subquery)</a:t>
            </a:r>
          </a:p>
        </p:txBody>
      </p:sp>
      <p:sp>
        <p:nvSpPr>
          <p:cNvPr id="5" name="TextBox 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QUAADAMAAClQQAAnhYAABAgAAAmAAAACAAAAP//////////"/>
              </a:ext>
            </a:extLst>
          </p:cNvSpPr>
          <p:nvPr/>
        </p:nvSpPr>
        <p:spPr>
          <a:xfrm>
            <a:off x="912495" y="1981200"/>
            <a:ext cx="9758680" cy="16954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lvl="1">
              <a:lnSpc>
                <a:spcPts val="2500"/>
              </a:lnSpc>
              <a:spcBef>
                <a:spcPts val="0"/>
              </a:spcBef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SELECT 	department_name</a:t>
            </a:r>
          </a:p>
          <a:p>
            <a:pPr lvl="1">
              <a:lnSpc>
                <a:spcPts val="2500"/>
              </a:lnSpc>
              <a:spcBef>
                <a:spcPts val="0"/>
              </a:spcBef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FROM 	department</a:t>
            </a:r>
          </a:p>
          <a:p>
            <a:pPr lvl="1">
              <a:lnSpc>
                <a:spcPts val="2500"/>
              </a:lnSpc>
              <a:spcBef>
                <a:spcPts val="0"/>
              </a:spcBef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WHERE	dpeartment_id = (</a:t>
            </a:r>
            <a:r>
              <a:rPr lang="en-us" b="1" cap="none"/>
              <a:t>SELECT dpeartment_id </a:t>
            </a:r>
          </a:p>
          <a:p>
            <a:pPr lvl="1">
              <a:lnSpc>
                <a:spcPts val="2500"/>
              </a:lnSpc>
              <a:spcBef>
                <a:spcPts val="0"/>
              </a:spcBef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				   FROM  employee</a:t>
            </a:r>
          </a:p>
          <a:p>
            <a:pPr lvl="1">
              <a:lnSpc>
                <a:spcPts val="2500"/>
              </a:lnSpc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b="1" cap="none"/>
              <a:t>				   WHERE  employee_name=‘</a:t>
            </a:r>
            <a:r>
              <a:rPr lang="ko-kr" b="1" cap="none"/>
              <a:t>홍길동</a:t>
            </a:r>
            <a:r>
              <a:rPr lang="en-us" b="1" cap="none"/>
              <a:t>’</a:t>
            </a:r>
            <a:r>
              <a:t>)</a:t>
            </a:r>
            <a:endParaRPr lang="ko-kr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BgGAAA5RwAAnBEAABAAAAAmAAAACAAAAAEAAAAAAAAA"/>
              </a:ext>
            </a:extLst>
          </p:cNvSpPr>
          <p:nvPr>
            <p:ph type="body" idx="1"/>
          </p:nvPr>
        </p:nvSpPr>
        <p:spPr>
          <a:xfrm>
            <a:off x="607695" y="990600"/>
            <a:ext cx="10970260" cy="1871980"/>
          </a:xfrm>
        </p:spPr>
        <p:txBody>
          <a:bodyPr/>
          <a:lstStyle/>
          <a:p>
            <a:pPr>
              <a:defRPr lang="ko-kr"/>
            </a:pPr>
            <a:r>
              <a:rPr lang="ko-kr" b="1" cap="none"/>
              <a:t>인 라인 뷰</a:t>
            </a:r>
            <a:r>
              <a:rPr lang="en-us" b="1" cap="none"/>
              <a:t>(Inline view)</a:t>
            </a:r>
          </a:p>
          <a:p>
            <a:pPr lvl="1">
              <a:defRPr lang="ko-kr"/>
            </a:pPr>
            <a:r>
              <a:rPr lang="en-us" cap="none"/>
              <a:t> FROM</a:t>
            </a:r>
            <a:r>
              <a:t>절 상에 오는 서브쿼리</a:t>
            </a:r>
            <a:endParaRPr lang="en-us" cap="none"/>
          </a:p>
          <a:p>
            <a:pPr lvl="1">
              <a:defRPr lang="ko-kr"/>
            </a:pPr>
            <a:r>
              <a:rPr lang="en-us" cap="none"/>
              <a:t> SELECT</a:t>
            </a:r>
            <a:r>
              <a:t>결과를 논리적 테이블로 처리</a:t>
            </a:r>
          </a:p>
          <a:p>
            <a:pPr lvl="1">
              <a:buNone/>
              <a:defRPr lang="ko-kr"/>
            </a:pPr>
            <a:endParaRPr/>
          </a:p>
        </p:txBody>
      </p:sp>
      <p:sp>
        <p:nvSpPr>
          <p:cNvPr id="3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E0AAAAAkAAAAEgAAACQAAAASAAAAAAAAAAA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AAAAAA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gUAAAAPAABNRgAA+xkAABAgAAAmAAAACAAAAP//////////"/>
              </a:ext>
            </a:extLst>
          </p:cNvSpPr>
          <p:nvPr/>
        </p:nvSpPr>
        <p:spPr>
          <a:xfrm>
            <a:off x="839470" y="2438400"/>
            <a:ext cx="10588625" cy="178498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200" cap="none"/>
              <a:t>SELECT	   e.employee_name, 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200" cap="none"/>
              <a:t>            d.department_name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200" cap="none"/>
              <a:t>  FROM  employee e,</a:t>
            </a:r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200" cap="none"/>
              <a:t>  	  </a:t>
            </a:r>
            <a:r>
              <a:rPr lang="en-us" sz="2200" b="1" cap="none"/>
              <a:t>(select department_id from department where location=‘</a:t>
            </a:r>
            <a:r>
              <a:rPr lang="ko-kr" sz="2200" b="1" cap="none"/>
              <a:t>서울</a:t>
            </a:r>
            <a:r>
              <a:rPr lang="en-us" sz="2200" b="1" cap="none"/>
              <a:t>’) d</a:t>
            </a:r>
            <a:endParaRPr lang="en-us" sz="2200" cap="none"/>
          </a:p>
          <a:p>
            <a:pPr>
              <a:buNone/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rPr lang="en-us" sz="2200" cap="none"/>
              <a:t>WHERE  e.department_id = d.department_id</a:t>
            </a:r>
            <a:endParaRPr lang="ko-kr" sz="2200" cap="none"/>
          </a:p>
        </p:txBody>
      </p:sp>
      <p:sp>
        <p:nvSpPr>
          <p:cNvPr id="4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AAAAA7RwAA3wQAABAAAAAmAAAACAAAAAEAAAAAAAAA"/>
              </a:ext>
            </a:extLst>
          </p:cNvSpPr>
          <p:nvPr>
            <p:ph type="title"/>
          </p:nvPr>
        </p:nvSpPr>
        <p:spPr>
          <a:xfrm>
            <a:off x="609600" y="152400"/>
            <a:ext cx="10969625" cy="639445"/>
          </a:xfrm>
        </p:spPr>
        <p:txBody>
          <a:bodyPr/>
          <a:lstStyle/>
          <a:p>
            <a:pPr>
              <a:defRPr lang="ko-kr"/>
            </a:pPr>
            <a:r>
              <a:t>서브쿼리</a:t>
            </a:r>
            <a:r>
              <a:rPr lang="en-us" cap="none"/>
              <a:t>(Subquery)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  <p:extLst>
          <p:ext uri="smNativeData">
            <pr:smNativeData xmlns="smNativeData" xmlns:pr="smNativeData" xmlns:p15="http://schemas.microsoft.com/office/powerpoint/2012/main" val="opf1ZAAAAAAUBQAAAAAAAAYAAAAAAAAAAAAAAAAAAAAAAAAAAQAAAAAAAAAAAAAAAAAAAAAAAAAAAAAA"/>
          </p:ext>
        </p:extLst>
      </p:transition>
    </mc:Choice>
    <mc:Fallback xmlns="">
      <p:transition spd="slow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AUBQAAAAAAAAYAAAAAAAAAAAAAAAAAAAAAAAAAAQAAAAAAAAAAAAAAAAAAAAAAAAAAAAAA"/>
          </p:ext>
        </p:extLst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LgLAACeQQAAIB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집합 연산자</a:t>
            </a:r>
          </a:p>
        </p:txBody>
      </p:sp>
      <p:sp>
        <p:nvSpPr>
          <p:cNvPr id="3" name="텍스트 개체 틀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gkAAGMfAACdQQAA+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집합 연산자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둘 이상의 </a:t>
            </a:r>
            <a:r>
              <a:rPr lang="en-us" cap="none" dirty="0">
                <a:latin typeface="맑은 고딕"/>
                <a:ea typeface="맑은 고딕"/>
              </a:rPr>
              <a:t>select </a:t>
            </a:r>
            <a:r>
              <a:rPr dirty="0">
                <a:latin typeface="맑은 고딕"/>
                <a:ea typeface="맑은 고딕"/>
              </a:rPr>
              <a:t>결과를 가지고 하는 연산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구문</a:t>
            </a:r>
            <a:endParaRPr lang="en-us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endParaRPr lang="en-us" cap="none"/>
          </a:p>
          <a:p>
            <a:pPr lvl="1">
              <a:defRPr lang="ko-kr"/>
            </a:pPr>
            <a:endParaRPr lang="en-us" cap="none"/>
          </a:p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연산자</a:t>
            </a:r>
            <a:endParaRPr lang="en-us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r>
              <a:rPr lang="en-us" cap="none" dirty="0">
                <a:latin typeface="맑은 고딕"/>
                <a:ea typeface="맑은 고딕"/>
              </a:rPr>
              <a:t>UNION: </a:t>
            </a:r>
            <a:r>
              <a:rPr dirty="0">
                <a:latin typeface="맑은 고딕"/>
                <a:ea typeface="맑은 고딕"/>
              </a:rPr>
              <a:t>두 </a:t>
            </a:r>
            <a:r>
              <a:rPr lang="en-us" cap="none" dirty="0">
                <a:latin typeface="맑은 고딕"/>
                <a:ea typeface="맑은 고딕"/>
              </a:rPr>
              <a:t>select </a:t>
            </a:r>
            <a:r>
              <a:rPr dirty="0">
                <a:latin typeface="맑은 고딕"/>
                <a:ea typeface="맑은 고딕"/>
              </a:rPr>
              <a:t>결과를 하나로 결합한다</a:t>
            </a:r>
            <a:r>
              <a:rPr lang="en-us" cap="none" dirty="0">
                <a:latin typeface="맑은 고딕"/>
                <a:ea typeface="맑은 고딕"/>
              </a:rPr>
              <a:t>. </a:t>
            </a:r>
            <a:r>
              <a:rPr dirty="0">
                <a:latin typeface="맑은 고딕"/>
                <a:ea typeface="맑은 고딕"/>
              </a:rPr>
              <a:t>단 중복되는 행은 제거한다</a:t>
            </a:r>
            <a:r>
              <a:rPr lang="en-us" cap="none" dirty="0">
                <a:latin typeface="맑은 고딕"/>
                <a:ea typeface="맑은 고딕"/>
              </a:rPr>
              <a:t>. (</a:t>
            </a:r>
            <a:r>
              <a:rPr dirty="0">
                <a:latin typeface="맑은 고딕"/>
                <a:ea typeface="맑은 고딕"/>
              </a:rPr>
              <a:t>합집합</a:t>
            </a:r>
            <a:r>
              <a:rPr lang="en-us" cap="none" dirty="0">
                <a:latin typeface="맑은 고딕"/>
                <a:ea typeface="맑은 고딕"/>
              </a:rPr>
              <a:t>)</a:t>
            </a:r>
          </a:p>
          <a:p>
            <a:pPr lvl="1">
              <a:defRPr lang="ko-kr"/>
            </a:pPr>
            <a:endParaRPr lang="en-us" cap="none"/>
          </a:p>
        </p:txBody>
      </p:sp>
      <p:sp>
        <p:nvSpPr>
          <p:cNvPr id="4" name="직사각형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BAAAAAAAAAAEAAABQAAAAAAAAAAAA4D8AAAAAAADgPwAAAAAAAOA/AAAAAAAA4D8AAAAAAADgPwAAAAAAAOA/AAAAAAAA4D8AAAAAAADgPwAAAAAAAOA/AAAAAAAA4D8CAAAAjAAAAAEAAAAAAAAA////AAAAAAgAAAAAAAAAAAAAAAAAAAAAAAAAAAAAAAAAAAAAZAAAAAEAAABAAAAAAAAAAAAAAAAAAAAAAAAAAAAAAAAAAAAAAAAAAAAAAAAAAAAAAAAAAAAAAAAAAAAAAAAAAAAAAAAAAAAAAAAAAAAAAAAAAAAAAAAAAAAAAAAAAAAAFAAAADwAAAABAAAAAAAAAFe85Qw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Fe85QV/f38AAAAAA8zMzADAwP8Af39/AAAAAAAAAAAAAAAAAAAAAAAAAAAAIQAAABgAAAAUAAAAFQYAAGgMAAAFQwAA0BAAABAAAAAmAAAACAAAAP//////////"/>
              </a:ext>
            </a:extLst>
          </p:cNvSpPr>
          <p:nvPr/>
        </p:nvSpPr>
        <p:spPr>
          <a:xfrm>
            <a:off x="988695" y="2016760"/>
            <a:ext cx="9906000" cy="71628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000000"/>
                </a:solidFill>
                <a:latin typeface="맑은 고딕" pitchFamily="3" charset="-127"/>
                <a:ea typeface="맑은 고딕" pitchFamily="3" charset="-127"/>
                <a:cs typeface="맑은 고딕" pitchFamily="3" charset="-127"/>
              </a:defRPr>
            </a:pPr>
            <a:r>
              <a:t>select</a:t>
            </a:r>
            <a:r>
              <a:rPr lang="ko-kr" cap="none"/>
              <a:t>문  </a:t>
            </a:r>
            <a:r>
              <a:rPr lang="ko-kr" b="1" cap="none"/>
              <a:t>집합연산자</a:t>
            </a:r>
            <a:r>
              <a:rPr lang="ko-kr" cap="none"/>
              <a:t> </a:t>
            </a:r>
            <a:r>
              <a:t>select</a:t>
            </a:r>
            <a:r>
              <a:rPr lang="ko-kr" cap="none"/>
              <a:t>문 </a:t>
            </a:r>
            <a:r>
              <a:t>[</a:t>
            </a:r>
            <a:r>
              <a:rPr lang="ko-kr" b="1" cap="none"/>
              <a:t>집합연산자</a:t>
            </a:r>
            <a:r>
              <a:rPr lang="ko-kr" cap="none"/>
              <a:t> </a:t>
            </a:r>
            <a:r>
              <a:t>select</a:t>
            </a:r>
            <a:r>
              <a:rPr lang="ko-kr" cap="none"/>
              <a:t>문 </a:t>
            </a:r>
            <a:r>
              <a:t>...] [</a:t>
            </a:r>
            <a:r>
              <a:rPr lang="en-us" b="1" cap="none"/>
              <a:t>order by</a:t>
            </a:r>
            <a:r>
              <a:t> </a:t>
            </a:r>
            <a:r>
              <a:rPr lang="ko-kr" cap="none"/>
              <a:t>정렬컬럼 정렬방식</a:t>
            </a:r>
            <a:r>
              <a:t>]</a:t>
            </a:r>
            <a:endParaRPr lang="ko-kr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C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HgAAAC1RwAA3wQ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ko-kr"/>
            </a:pPr>
            <a:r>
              <a:t>집합 연산자</a:t>
            </a:r>
          </a:p>
        </p:txBody>
      </p:sp>
      <p:sp>
        <p:nvSpPr>
          <p:cNvPr id="3" name="내용 개체 틀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opf1ZBMAAAAlAAAAZAAAAA0AAAAAkAAAAEgAAACQAAAASAAAAAAAAAAAAAAAAAAAAAEAAABQAAAAAAAAAAAA4D8AAAAAAADgPwAAAAAAAOA/AAAAAAAA4D8AAAAAAADgPwAAAAAAAOA/AAAAAAAA4D8AAAAAAADgPwAAAAAAAOA/AAAAAAAA4D8CAAAAjAAAAAAAAAAAAAAAV7zlDAA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AzMz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QMAAEcGAAC1RwAA6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ko-kr"/>
            </a:pPr>
            <a:r>
              <a:rPr dirty="0">
                <a:latin typeface="맑은 고딕"/>
                <a:ea typeface="맑은 고딕"/>
              </a:rPr>
              <a:t>규칙</a:t>
            </a:r>
            <a:endParaRPr lang="en-us" cap="none" dirty="0">
              <a:latin typeface="맑은 고딕"/>
              <a:ea typeface="맑은 고딕"/>
            </a:endParaRP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연산대상 </a:t>
            </a:r>
            <a:r>
              <a:rPr lang="en-us" cap="none" dirty="0">
                <a:latin typeface="맑은 고딕"/>
                <a:ea typeface="맑은 고딕"/>
              </a:rPr>
              <a:t>select </a:t>
            </a:r>
            <a:r>
              <a:rPr dirty="0">
                <a:latin typeface="맑은 고딕"/>
                <a:ea typeface="맑은 고딕"/>
              </a:rPr>
              <a:t>문의 컬럼 수가 같아야 한다</a:t>
            </a:r>
            <a:r>
              <a:rPr lang="en-us" cap="none" dirty="0">
                <a:latin typeface="맑은 고딕"/>
                <a:ea typeface="맑은 고딕"/>
              </a:rPr>
              <a:t>. 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연산대상 </a:t>
            </a:r>
            <a:r>
              <a:rPr lang="en-us" cap="none" dirty="0">
                <a:latin typeface="맑은 고딕"/>
                <a:ea typeface="맑은 고딕"/>
              </a:rPr>
              <a:t>select </a:t>
            </a:r>
            <a:r>
              <a:rPr dirty="0">
                <a:latin typeface="맑은 고딕"/>
                <a:ea typeface="맑은 고딕"/>
              </a:rPr>
              <a:t>문의 컬럼의 타입이 같아야 한다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dirty="0">
                <a:latin typeface="맑은 고딕"/>
                <a:ea typeface="맑은 고딕"/>
              </a:rPr>
              <a:t>연산 결과의 컬럼이름은 첫번째 왼쪽 </a:t>
            </a:r>
            <a:r>
              <a:rPr lang="en-us" cap="none" dirty="0">
                <a:latin typeface="맑은 고딕"/>
                <a:ea typeface="맑은 고딕"/>
              </a:rPr>
              <a:t>select</a:t>
            </a:r>
            <a:r>
              <a:rPr dirty="0">
                <a:latin typeface="맑은 고딕"/>
                <a:ea typeface="맑은 고딕"/>
              </a:rPr>
              <a:t>문의 것을 따른다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r>
              <a:rPr lang="en-us" cap="none" dirty="0">
                <a:latin typeface="맑은 고딕"/>
                <a:ea typeface="맑은 고딕"/>
              </a:rPr>
              <a:t>order by </a:t>
            </a:r>
            <a:r>
              <a:rPr dirty="0">
                <a:latin typeface="맑은 고딕"/>
                <a:ea typeface="맑은 고딕"/>
              </a:rPr>
              <a:t>절은 구문의 마지막에 넣을 수 있다</a:t>
            </a:r>
            <a:r>
              <a:rPr lang="en-us" cap="none" dirty="0">
                <a:latin typeface="맑은 고딕"/>
                <a:ea typeface="맑은 고딕"/>
              </a:rPr>
              <a:t>.</a:t>
            </a:r>
          </a:p>
          <a:p>
            <a:pPr lvl="1">
              <a:defRPr lang="ko-kr"/>
            </a:pPr>
            <a:endParaRPr lang="en-us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extLst>
          <p:ext uri="smNativeData">
            <pr:smNativeData xmlns="smNativeData" xmlns:pr="smNativeData" xmlns:p15="http://schemas.microsoft.com/office/powerpoint/2012/main" val="opf1ZAAAAAC8AgAAAAAAAAYAAAAAAAAAAAAAAAAAAAAAAAAAAQAAAAAAAAAAAAAAAAAAAAAAAAAAAAAA"/>
          </p:ext>
        </p:extLst>
      </p:transition>
    </mc:Choice>
    <mc:Fallback xmlns="">
      <p:transition spd="med">
        <p:fade/>
        <p:extLst>
          <p:ext uri="smNativeData">
            <pr:smNativeData xmlns="smNativeData" xmlns:pr="smNativeData" xmlns:p15="http://schemas.microsoft.com/office/powerpoint/2012/main" xmlns:p14="http://schemas.microsoft.com/office/powerpoint/2010/main" val="opf1ZAAAAAC8AgAAAAAAAAYAAAAAAAAAAAAAAAAAAAAAAAAAAQAAAAAAAAAAAAAAAAAAAAAAAAAAAAAA"/>
          </p:ext>
        </p:extLst>
      </p:transition>
    </mc:Fallback>
  </mc:AlternateContent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000000"/>
      </a:lt1>
      <a:dk2>
        <a:srgbClr val="B2B2B2"/>
      </a:dk2>
      <a:lt2>
        <a:srgbClr val="333333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Presentation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 cmpd="sng" algn="ctr">
          <a:solidFill>
            <a:srgbClr val="000000"/>
          </a:solidFill>
          <a:prstDash val="solid"/>
          <a:headEnd type="none"/>
          <a:tailEnd type="none"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000000"/>
        </a:lt1>
        <a:dk2>
          <a:srgbClr val="B2B2B2"/>
        </a:dk2>
        <a:lt2>
          <a:srgbClr val="333333"/>
        </a:lt2>
        <a:accent1>
          <a:srgbClr val="57BCE5"/>
        </a:accent1>
        <a:accent2>
          <a:srgbClr val="F4D968"/>
        </a:accent2>
        <a:accent3>
          <a:srgbClr val="AEBD57"/>
        </a:accent3>
        <a:accent4>
          <a:srgbClr val="DF9041"/>
        </a:accent4>
        <a:accent5>
          <a:srgbClr val="E35F5F"/>
        </a:accent5>
        <a:accent6>
          <a:srgbClr val="828BCE"/>
        </a:accent6>
        <a:hlink>
          <a:srgbClr val="57BCE5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Presentation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 cmpd="sng" algn="ctr">
          <a:solidFill>
            <a:srgbClr val="000000"/>
          </a:solidFill>
          <a:prstDash val="solid"/>
          <a:headEnd type="none"/>
          <a:tailEnd type="none"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333333"/>
        </a:dk2>
        <a:lt2>
          <a:srgbClr val="B2B2B2"/>
        </a:lt2>
        <a:accent1>
          <a:srgbClr val="57BCE5"/>
        </a:accent1>
        <a:accent2>
          <a:srgbClr val="F4D968"/>
        </a:accent2>
        <a:accent3>
          <a:srgbClr val="AEBD57"/>
        </a:accent3>
        <a:accent4>
          <a:srgbClr val="DF9041"/>
        </a:accent4>
        <a:accent5>
          <a:srgbClr val="E35F5F"/>
        </a:accent5>
        <a:accent6>
          <a:srgbClr val="828BCE"/>
        </a:accent6>
        <a:hlink>
          <a:srgbClr val="57BCE5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Presentation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 cmpd="sng" algn="ctr">
          <a:solidFill>
            <a:srgbClr val="000000"/>
          </a:solidFill>
          <a:prstDash val="solid"/>
          <a:headEnd type="none"/>
          <a:tailEnd type="none"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333333"/>
        </a:dk2>
        <a:lt2>
          <a:srgbClr val="B2B2B2"/>
        </a:lt2>
        <a:accent1>
          <a:srgbClr val="57BCE5"/>
        </a:accent1>
        <a:accent2>
          <a:srgbClr val="F4D968"/>
        </a:accent2>
        <a:accent3>
          <a:srgbClr val="AEBD57"/>
        </a:accent3>
        <a:accent4>
          <a:srgbClr val="DF9041"/>
        </a:accent4>
        <a:accent5>
          <a:srgbClr val="E35F5F"/>
        </a:accent5>
        <a:accent6>
          <a:srgbClr val="828BCE"/>
        </a:accent6>
        <a:hlink>
          <a:srgbClr val="57BCE5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333333"/>
    </a:dk2>
    <a:lt2>
      <a:srgbClr val="B2B2B2"/>
    </a:lt2>
    <a:accent1>
      <a:srgbClr val="57BCE5"/>
    </a:accent1>
    <a:accent2>
      <a:srgbClr val="F4D968"/>
    </a:accent2>
    <a:accent3>
      <a:srgbClr val="AEBD57"/>
    </a:accent3>
    <a:accent4>
      <a:srgbClr val="DF9041"/>
    </a:accent4>
    <a:accent5>
      <a:srgbClr val="E35F5F"/>
    </a:accent5>
    <a:accent6>
      <a:srgbClr val="828BCE"/>
    </a:accent6>
    <a:hlink>
      <a:srgbClr val="57BCE5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62</Slides>
  <Notes>38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3" baseType="lpstr">
      <vt:lpstr>Presentation</vt:lpstr>
      <vt:lpstr>SQL Basic</vt:lpstr>
      <vt:lpstr>Database 개요</vt:lpstr>
      <vt:lpstr>데이터베이스</vt:lpstr>
      <vt:lpstr>관계형 데이터 베이스(Relational Database)</vt:lpstr>
      <vt:lpstr>테이블(Table)</vt:lpstr>
      <vt:lpstr>DBMS 처리흐름</vt:lpstr>
      <vt:lpstr>DBMS 처리흐름 : Client –Server 구조</vt:lpstr>
      <vt:lpstr>기본 SQL(Structured Query Language)</vt:lpstr>
      <vt:lpstr>SQL</vt:lpstr>
      <vt:lpstr>DDL</vt:lpstr>
      <vt:lpstr>사용자 계정 생성 및 권한 설정</vt:lpstr>
      <vt:lpstr>Database 생성 및 조회</vt:lpstr>
      <vt:lpstr>테이블 생성</vt:lpstr>
      <vt:lpstr>테이블 생성 – 데이터 타입</vt:lpstr>
      <vt:lpstr>테이블 생성 - 데이터타입</vt:lpstr>
      <vt:lpstr>테이블 생성 - 데이터타입</vt:lpstr>
      <vt:lpstr>테이블 생성 – 제약조건 (Key)</vt:lpstr>
      <vt:lpstr>테이블 생성 예</vt:lpstr>
      <vt:lpstr>테이블 삭제</vt:lpstr>
      <vt:lpstr>테이블의 컬럼이나 제약조건 수정 - ALTER</vt:lpstr>
      <vt:lpstr>테이블 수정</vt:lpstr>
      <vt:lpstr>DML</vt:lpstr>
      <vt:lpstr>INSERT (데이터 삽입)</vt:lpstr>
      <vt:lpstr>UPDATE (데이터 수정), DELETE (데이터 삭제)</vt:lpstr>
      <vt:lpstr>SELECT (조회)</vt:lpstr>
      <vt:lpstr>SELECT (조회)</vt:lpstr>
      <vt:lpstr>연산자</vt:lpstr>
      <vt:lpstr>WHERE 절에서 사용하는 검색 조건의 주요 연산자</vt:lpstr>
      <vt:lpstr>함수</vt:lpstr>
      <vt:lpstr>함수 종류</vt:lpstr>
      <vt:lpstr>함수 – 조건 처리 함수</vt:lpstr>
      <vt:lpstr>함수 – 조건 처리 함수</vt:lpstr>
      <vt:lpstr>함수 – 문자열 처리 함수</vt:lpstr>
      <vt:lpstr>함수 – 문자열 처리 함수</vt:lpstr>
      <vt:lpstr>함수 – 문자열 처리 함수</vt:lpstr>
      <vt:lpstr>함수 – 숫자(수학) 처리 함수</vt:lpstr>
      <vt:lpstr>함수 – 날짜, 시간 처리 함수</vt:lpstr>
      <vt:lpstr>함수 – 날짜, 시간 처리 함수</vt:lpstr>
      <vt:lpstr>함수 – 날짜, 시간 처리 함수</vt:lpstr>
      <vt:lpstr>함수 – 날짜, 시간 처리 함수</vt:lpstr>
      <vt:lpstr>함수 – 형 변환 처리</vt:lpstr>
      <vt:lpstr>함수 - 집계함수</vt:lpstr>
      <vt:lpstr>함수 - 집계함수</vt:lpstr>
      <vt:lpstr>조인(JOIN)</vt:lpstr>
      <vt:lpstr>테이블 간의 관계 : Foreign key 제약조건</vt:lpstr>
      <vt:lpstr>Foreign key 제약조건</vt:lpstr>
      <vt:lpstr>Foreign key 제약조건</vt:lpstr>
      <vt:lpstr>Foreign key 제약조건</vt:lpstr>
      <vt:lpstr>조인 개념</vt:lpstr>
      <vt:lpstr>조인 개념</vt:lpstr>
      <vt:lpstr>INNER JOIN(내부조인)</vt:lpstr>
      <vt:lpstr>조인 – 외부조인(Outer Join)</vt:lpstr>
      <vt:lpstr>조인 – 외부조인(Outer Join)</vt:lpstr>
      <vt:lpstr>조인 – 외부조인(Outer Join)</vt:lpstr>
      <vt:lpstr>조인 – 외부조인(Outer Join)</vt:lpstr>
      <vt:lpstr>서브쿼리(Subquery)</vt:lpstr>
      <vt:lpstr>서브쿼리(Subquery)</vt:lpstr>
      <vt:lpstr>서브쿼리(Subquery)</vt:lpstr>
      <vt:lpstr>서브쿼리(Subquery)</vt:lpstr>
      <vt:lpstr>집합 연산자</vt:lpstr>
      <vt:lpstr>집합 연산자</vt:lpstr>
      <vt:lpstr>집합 연산자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 레이아웃</dc:title>
  <dc:subject/>
  <dc:creator>Summer</dc:creator>
  <cp:keywords/>
  <dc:description/>
  <cp:lastModifiedBy>kgmyh</cp:lastModifiedBy>
  <cp:revision>168</cp:revision>
  <dcterms:created xsi:type="dcterms:W3CDTF">2013-04-05T19:59:21Z</dcterms:created>
  <dcterms:modified xsi:type="dcterms:W3CDTF">2024-10-01T15:12:54Z</dcterms:modified>
</cp:coreProperties>
</file>