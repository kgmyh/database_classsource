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0" r:id="rId6"/>
    <p:sldId id="258" r:id="rId7"/>
    <p:sldId id="261" r:id="rId8"/>
    <p:sldId id="259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36198-D0CB-4CCF-8814-BCC38456EFA0}" v="4" dt="2019-01-05T14:10:56.267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2" autoAdjust="0"/>
    <p:restoredTop sz="85038" autoAdjust="0"/>
  </p:normalViewPr>
  <p:slideViewPr>
    <p:cSldViewPr>
      <p:cViewPr varScale="1">
        <p:scale>
          <a:sx n="97" d="100"/>
          <a:sy n="97" d="100"/>
        </p:scale>
        <p:origin x="924" y="84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74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5" d="100"/>
          <a:sy n="65" d="100"/>
        </p:scale>
        <p:origin x="3154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성환" userId="92d659fb849d0ff0" providerId="LiveId" clId="{7ADB51C1-4469-47DD-AD60-3A96E3A84B70}"/>
    <pc:docChg chg="addSld delSld modSld">
      <pc:chgData name="김 성환" userId="92d659fb849d0ff0" providerId="LiveId" clId="{7ADB51C1-4469-47DD-AD60-3A96E3A84B70}" dt="2018-12-02T04:04:14.248" v="915" actId="14100"/>
      <pc:docMkLst>
        <pc:docMk/>
      </pc:docMkLst>
      <pc:sldChg chg="modSp">
        <pc:chgData name="김 성환" userId="92d659fb849d0ff0" providerId="LiveId" clId="{7ADB51C1-4469-47DD-AD60-3A96E3A84B70}" dt="2018-12-02T03:57:40.303" v="81"/>
        <pc:sldMkLst>
          <pc:docMk/>
          <pc:sldMk cId="0" sldId="256"/>
        </pc:sldMkLst>
        <pc:spChg chg="mod">
          <ac:chgData name="김 성환" userId="92d659fb849d0ff0" providerId="LiveId" clId="{7ADB51C1-4469-47DD-AD60-3A96E3A84B70}" dt="2018-12-02T03:57:40.303" v="81"/>
          <ac:spMkLst>
            <pc:docMk/>
            <pc:sldMk cId="0" sldId="256"/>
            <ac:spMk id="2" creationId="{00000000-0000-0000-0000-000000000000}"/>
          </ac:spMkLst>
        </pc:spChg>
      </pc:sldChg>
      <pc:sldChg chg="modSp add">
        <pc:chgData name="김 성환" userId="92d659fb849d0ff0" providerId="LiveId" clId="{7ADB51C1-4469-47DD-AD60-3A96E3A84B70}" dt="2018-12-02T03:58:02.772" v="145"/>
        <pc:sldMkLst>
          <pc:docMk/>
          <pc:sldMk cId="515037545" sldId="257"/>
        </pc:sldMkLst>
        <pc:spChg chg="mod">
          <ac:chgData name="김 성환" userId="92d659fb849d0ff0" providerId="LiveId" clId="{7ADB51C1-4469-47DD-AD60-3A96E3A84B70}" dt="2018-12-02T03:58:02.772" v="145"/>
          <ac:spMkLst>
            <pc:docMk/>
            <pc:sldMk cId="515037545" sldId="257"/>
            <ac:spMk id="2" creationId="{CF3604CD-9F49-41DC-BCDE-AA8B8E5C906C}"/>
          </ac:spMkLst>
        </pc:spChg>
      </pc:sldChg>
      <pc:sldChg chg="addSp delSp modSp add">
        <pc:chgData name="김 성환" userId="92d659fb849d0ff0" providerId="LiveId" clId="{7ADB51C1-4469-47DD-AD60-3A96E3A84B70}" dt="2018-12-02T04:01:18.244" v="532" actId="1076"/>
        <pc:sldMkLst>
          <pc:docMk/>
          <pc:sldMk cId="1899095979" sldId="258"/>
        </pc:sldMkLst>
        <pc:spChg chg="del">
          <ac:chgData name="김 성환" userId="92d659fb849d0ff0" providerId="LiveId" clId="{7ADB51C1-4469-47DD-AD60-3A96E3A84B70}" dt="2018-12-02T03:58:09.846" v="147"/>
          <ac:spMkLst>
            <pc:docMk/>
            <pc:sldMk cId="1899095979" sldId="258"/>
            <ac:spMk id="2" creationId="{770D2954-58ED-4CF0-9708-8C43C2BCEFC8}"/>
          </ac:spMkLst>
        </pc:spChg>
        <pc:spChg chg="del">
          <ac:chgData name="김 성환" userId="92d659fb849d0ff0" providerId="LiveId" clId="{7ADB51C1-4469-47DD-AD60-3A96E3A84B70}" dt="2018-12-02T03:58:09.846" v="147"/>
          <ac:spMkLst>
            <pc:docMk/>
            <pc:sldMk cId="1899095979" sldId="258"/>
            <ac:spMk id="3" creationId="{0DFE9E1A-FFB6-4017-A8B8-44301A65D674}"/>
          </ac:spMkLst>
        </pc:spChg>
        <pc:spChg chg="add mod">
          <ac:chgData name="김 성환" userId="92d659fb849d0ff0" providerId="LiveId" clId="{7ADB51C1-4469-47DD-AD60-3A96E3A84B70}" dt="2018-12-02T03:58:27.654" v="170"/>
          <ac:spMkLst>
            <pc:docMk/>
            <pc:sldMk cId="1899095979" sldId="258"/>
            <ac:spMk id="4" creationId="{694FDCEA-572D-42D4-829A-B32A2F553442}"/>
          </ac:spMkLst>
        </pc:spChg>
        <pc:spChg chg="add mod">
          <ac:chgData name="김 성환" userId="92d659fb849d0ff0" providerId="LiveId" clId="{7ADB51C1-4469-47DD-AD60-3A96E3A84B70}" dt="2018-12-02T04:01:02.342" v="530" actId="20577"/>
          <ac:spMkLst>
            <pc:docMk/>
            <pc:sldMk cId="1899095979" sldId="258"/>
            <ac:spMk id="5" creationId="{27346502-CD53-4048-A595-75A28F968155}"/>
          </ac:spMkLst>
        </pc:spChg>
        <pc:picChg chg="add mod">
          <ac:chgData name="김 성환" userId="92d659fb849d0ff0" providerId="LiveId" clId="{7ADB51C1-4469-47DD-AD60-3A96E3A84B70}" dt="2018-12-02T04:01:18.244" v="532" actId="1076"/>
          <ac:picMkLst>
            <pc:docMk/>
            <pc:sldMk cId="1899095979" sldId="258"/>
            <ac:picMk id="6" creationId="{57645950-8A02-49AA-8749-6EC62658DC1D}"/>
          </ac:picMkLst>
        </pc:picChg>
      </pc:sldChg>
      <pc:sldChg chg="addSp modSp add">
        <pc:chgData name="김 성환" userId="92d659fb849d0ff0" providerId="LiveId" clId="{7ADB51C1-4469-47DD-AD60-3A96E3A84B70}" dt="2018-12-02T04:04:14.248" v="915" actId="14100"/>
        <pc:sldMkLst>
          <pc:docMk/>
          <pc:sldMk cId="3181036578" sldId="259"/>
        </pc:sldMkLst>
        <pc:spChg chg="mod">
          <ac:chgData name="김 성환" userId="92d659fb849d0ff0" providerId="LiveId" clId="{7ADB51C1-4469-47DD-AD60-3A96E3A84B70}" dt="2018-12-02T04:04:07.638" v="912" actId="20577"/>
          <ac:spMkLst>
            <pc:docMk/>
            <pc:sldMk cId="3181036578" sldId="259"/>
            <ac:spMk id="2" creationId="{18CACD60-DCA9-4A66-83C4-E2455FC685F9}"/>
          </ac:spMkLst>
        </pc:spChg>
        <pc:spChg chg="mod">
          <ac:chgData name="김 성환" userId="92d659fb849d0ff0" providerId="LiveId" clId="{7ADB51C1-4469-47DD-AD60-3A96E3A84B70}" dt="2018-12-02T04:01:28.945" v="534"/>
          <ac:spMkLst>
            <pc:docMk/>
            <pc:sldMk cId="3181036578" sldId="259"/>
            <ac:spMk id="3" creationId="{F573B214-2E90-42FE-90D3-6D1252DF754F}"/>
          </ac:spMkLst>
        </pc:spChg>
        <pc:picChg chg="add mod">
          <ac:chgData name="김 성환" userId="92d659fb849d0ff0" providerId="LiveId" clId="{7ADB51C1-4469-47DD-AD60-3A96E3A84B70}" dt="2018-12-02T04:04:14.248" v="915" actId="14100"/>
          <ac:picMkLst>
            <pc:docMk/>
            <pc:sldMk cId="3181036578" sldId="259"/>
            <ac:picMk id="4" creationId="{FF796706-DCC0-4B21-BA67-4E90DC1CD39C}"/>
          </ac:picMkLst>
        </pc:picChg>
      </pc:sldChg>
    </pc:docChg>
  </pc:docChgLst>
  <pc:docChgLst>
    <pc:chgData name="성환 김" userId="92d659fb849d0ff0" providerId="LiveId" clId="{E6B36198-D0CB-4CCF-8814-BCC38456EFA0}"/>
    <pc:docChg chg="addSld delSld modSld">
      <pc:chgData name="성환 김" userId="92d659fb849d0ff0" providerId="LiveId" clId="{E6B36198-D0CB-4CCF-8814-BCC38456EFA0}" dt="2019-01-05T14:10:56.267" v="7"/>
      <pc:docMkLst>
        <pc:docMk/>
      </pc:docMkLst>
      <pc:sldChg chg="modSp">
        <pc:chgData name="성환 김" userId="92d659fb849d0ff0" providerId="LiveId" clId="{E6B36198-D0CB-4CCF-8814-BCC38456EFA0}" dt="2019-01-05T14:10:37.765" v="0" actId="6549"/>
        <pc:sldMkLst>
          <pc:docMk/>
          <pc:sldMk cId="0" sldId="256"/>
        </pc:sldMkLst>
        <pc:spChg chg="mod">
          <ac:chgData name="성환 김" userId="92d659fb849d0ff0" providerId="LiveId" clId="{E6B36198-D0CB-4CCF-8814-BCC38456EFA0}" dt="2019-01-05T14:10:37.765" v="0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성환 김" userId="92d659fb849d0ff0" providerId="LiveId" clId="{E6B36198-D0CB-4CCF-8814-BCC38456EFA0}" dt="2019-01-05T14:10:41.006" v="1"/>
        <pc:sldMkLst>
          <pc:docMk/>
          <pc:sldMk cId="515037545" sldId="257"/>
        </pc:sldMkLst>
        <pc:spChg chg="mod">
          <ac:chgData name="성환 김" userId="92d659fb849d0ff0" providerId="LiveId" clId="{E6B36198-D0CB-4CCF-8814-BCC38456EFA0}" dt="2019-01-05T14:10:41.006" v="1"/>
          <ac:spMkLst>
            <pc:docMk/>
            <pc:sldMk cId="515037545" sldId="257"/>
            <ac:spMk id="2" creationId="{CF3604CD-9F49-41DC-BCDE-AA8B8E5C906C}"/>
          </ac:spMkLst>
        </pc:spChg>
      </pc:sldChg>
      <pc:sldChg chg="addSp delSp modSp add">
        <pc:chgData name="성환 김" userId="92d659fb849d0ff0" providerId="LiveId" clId="{E6B36198-D0CB-4CCF-8814-BCC38456EFA0}" dt="2019-01-05T14:10:56.267" v="7"/>
        <pc:sldMkLst>
          <pc:docMk/>
          <pc:sldMk cId="926339275" sldId="258"/>
        </pc:sldMkLst>
        <pc:spChg chg="del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2" creationId="{EE21394F-C292-451A-85EC-EF4E9A0F95F6}"/>
          </ac:spMkLst>
        </pc:spChg>
        <pc:spChg chg="del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3" creationId="{759FA7FB-59DC-4F81-B27B-8F31697263AB}"/>
          </ac:spMkLst>
        </pc:spChg>
        <pc:spChg chg="add mod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4" creationId="{DEE198DC-9464-4F83-A131-6E775F38D43A}"/>
          </ac:spMkLst>
        </pc:spChg>
        <pc:spChg chg="add mod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5" creationId="{DA03163D-11C4-43C6-9930-46532F2ACDB8}"/>
          </ac:spMkLst>
        </pc:spChg>
      </pc:sldChg>
      <pc:sldChg chg="add del">
        <pc:chgData name="성환 김" userId="92d659fb849d0ff0" providerId="LiveId" clId="{E6B36198-D0CB-4CCF-8814-BCC38456EFA0}" dt="2019-01-05T14:10:49.614" v="5" actId="2696"/>
        <pc:sldMkLst>
          <pc:docMk/>
          <pc:sldMk cId="1793339915" sldId="258"/>
        </pc:sldMkLst>
      </pc:sldChg>
      <pc:sldChg chg="del">
        <pc:chgData name="성환 김" userId="92d659fb849d0ff0" providerId="LiveId" clId="{E6B36198-D0CB-4CCF-8814-BCC38456EFA0}" dt="2019-01-05T14:10:46.754" v="2" actId="2696"/>
        <pc:sldMkLst>
          <pc:docMk/>
          <pc:sldMk cId="1899095979" sldId="258"/>
        </pc:sldMkLst>
      </pc:sldChg>
      <pc:sldChg chg="del">
        <pc:chgData name="성환 김" userId="92d659fb849d0ff0" providerId="LiveId" clId="{E6B36198-D0CB-4CCF-8814-BCC38456EFA0}" dt="2019-01-05T14:10:46.783" v="3" actId="2696"/>
        <pc:sldMkLst>
          <pc:docMk/>
          <pc:sldMk cId="3181036578" sldId="2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1">
              <a:defRPr lang="ko-KR" sz="1200"/>
            </a:lvl1pPr>
          </a:lstStyle>
          <a:p>
            <a:fld id="{784AA43A-3F76-4A13-9CD6-36134EB429E3}" type="datetimeFigureOut">
              <a:rPr lang="en-US" altLang="ko-KR"/>
              <a:pPr/>
              <a:t>4/12/2022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1">
              <a:defRPr lang="ko-KR" sz="1200"/>
            </a:lvl1pPr>
          </a:lstStyle>
          <a:p>
            <a:fld id="{A850423A-8BCE-448E-A97B-03A88B2B12C1}" type="slidenum">
              <a:rPr lang="en-US" altLang="ko-KR"/>
              <a:pPr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1">
              <a:defRPr lang="ko-KR" sz="1200">
                <a:solidFill>
                  <a:schemeClr val="tx1"/>
                </a:solidFill>
              </a:defRPr>
            </a:lvl1pPr>
          </a:lstStyle>
          <a:p>
            <a:fld id="{5F674A4F-2B7A-4ECB-A400-260B2FFC03C1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1">
              <a:defRPr lang="ko-KR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1">
              <a:defRPr lang="ko-KR" sz="1200">
                <a:solidFill>
                  <a:schemeClr val="tx1"/>
                </a:solidFill>
              </a:defRPr>
            </a:lvl1pPr>
          </a:lstStyle>
          <a:p>
            <a:fld id="{01F2A70B-78F2-4DCF-B53B-C990D2FAFB8A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머리글 개체 틀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63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</p:spPr>
        <p:txBody>
          <a:bodyPr>
            <a:noAutofit/>
          </a:bodyPr>
          <a:lstStyle>
            <a:lvl1pPr algn="ctr" latinLnBrk="1">
              <a:defRPr lang="ko-KR" sz="5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ln>
            <a:solidFill>
              <a:schemeClr val="tx1"/>
            </a:solidFill>
          </a:ln>
        </p:spPr>
        <p:txBody>
          <a:bodyPr/>
          <a:lstStyle>
            <a:lvl1pPr marL="0" indent="0" algn="r" latinLnBrk="1">
              <a:spcBef>
                <a:spcPts val="0"/>
              </a:spcBef>
              <a:buNone/>
              <a:defRPr lang="ko-KR" baseline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dirty="0"/>
              <a:t>마스터 부제목 스타일 편집</a:t>
            </a:r>
          </a:p>
        </p:txBody>
      </p:sp>
      <p:grpSp>
        <p:nvGrpSpPr>
          <p:cNvPr id="256" name="선"/>
          <p:cNvGrpSpPr/>
          <p:nvPr/>
        </p:nvGrpSpPr>
        <p:grpSpPr bwMode="invGray">
          <a:xfrm>
            <a:off x="1446212" y="4724400"/>
            <a:ext cx="10363200" cy="762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8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9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0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1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2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3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4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5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6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8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9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1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2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3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4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5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6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7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8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1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3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4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5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6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7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8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9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0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1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2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3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4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5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6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7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8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9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0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1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2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3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4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5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6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7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8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9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0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2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3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4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5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6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7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8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9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0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1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2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3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4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5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6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7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8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9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0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1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2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3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4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5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6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7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9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0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1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2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3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7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0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2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3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4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5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6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7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8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9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0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1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2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3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4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5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6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7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8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9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0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1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2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3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4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5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6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7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8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8" name="슬라이드 번호 개체 틀 5">
            <a:extLst>
              <a:ext uri="{FF2B5EF4-FFF2-40B4-BE49-F238E27FC236}">
                <a16:creationId xmlns:a16="http://schemas.microsoft.com/office/drawing/2014/main" id="{3A1472B4-4090-4BFA-B377-3BB625596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3192" y="6477000"/>
            <a:ext cx="1143002" cy="200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6612" y="762000"/>
            <a:ext cx="10668000" cy="1600200"/>
          </a:xfrm>
        </p:spPr>
        <p:txBody>
          <a:bodyPr anchor="ctr">
            <a:noAutofit/>
          </a:bodyPr>
          <a:lstStyle>
            <a:lvl1pPr algn="l" latinLnBrk="1">
              <a:defRPr lang="ko-KR" sz="4600" b="1" cap="none" baseline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grpSp>
        <p:nvGrpSpPr>
          <p:cNvPr id="254" name="선"/>
          <p:cNvGrpSpPr/>
          <p:nvPr userDrawn="1"/>
        </p:nvGrpSpPr>
        <p:grpSpPr bwMode="invGray">
          <a:xfrm>
            <a:off x="912812" y="609600"/>
            <a:ext cx="10896600" cy="2286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5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0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1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2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3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4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5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6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7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8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9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0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1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2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3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4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5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6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7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8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9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0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1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2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3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4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5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7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8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9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1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2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3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4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5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6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7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8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9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0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1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2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3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4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5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6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7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8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9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0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1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2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3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4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5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6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7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8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9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0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1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2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3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4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5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7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8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9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0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1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2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3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4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5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6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7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8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9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0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1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2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3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4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5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6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7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8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9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0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1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2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3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4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5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6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7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8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9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0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1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2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3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4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5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6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7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8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9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0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1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2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3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4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5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6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7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8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9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0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1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36612" y="2590800"/>
            <a:ext cx="10696332" cy="4114800"/>
          </a:xfrm>
        </p:spPr>
        <p:txBody>
          <a:bodyPr anchor="t">
            <a:normAutofit/>
          </a:bodyPr>
          <a:lstStyle>
            <a:lvl1pPr marL="457200" indent="-457200" latinLnBrk="1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 lang="ko-KR"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742950" indent="-285750" latinLnBrk="1">
              <a:buFont typeface="Arial" panose="020B0604020202020204" pitchFamily="34" charset="0"/>
              <a:buChar char="•"/>
              <a:defRPr lang="ko-KR" sz="1800">
                <a:solidFill>
                  <a:schemeClr val="bg1"/>
                </a:solidFill>
              </a:defRPr>
            </a:lvl2pPr>
            <a:lvl3pPr marL="914400" indent="0" latinLnBrk="1">
              <a:buNone/>
              <a:defRPr lang="ko-K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latinLnBrk="1"/>
            <a:r>
              <a:rPr lang="ko-KR" dirty="0"/>
              <a:t>마스터 텍스트 스타일을 편집합니다</a:t>
            </a:r>
            <a:endParaRPr lang="ko-KR" altLang="en-US" dirty="0"/>
          </a:p>
          <a:p>
            <a:pPr lvl="1" latinLnBrk="1"/>
            <a:endParaRPr lang="en-US" altLang="ko-KR" dirty="0"/>
          </a:p>
        </p:txBody>
      </p:sp>
      <p:grpSp>
        <p:nvGrpSpPr>
          <p:cNvPr id="252" name="선"/>
          <p:cNvGrpSpPr/>
          <p:nvPr userDrawn="1"/>
        </p:nvGrpSpPr>
        <p:grpSpPr bwMode="invGray">
          <a:xfrm>
            <a:off x="912812" y="2362200"/>
            <a:ext cx="10896600" cy="2286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3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2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3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4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5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6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7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8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9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0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1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2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3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4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5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6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7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8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9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0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1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2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3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4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5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6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7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8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9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0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1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2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3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4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5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6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7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8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9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0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1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2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3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4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5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6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7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8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9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0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1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2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3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4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5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6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7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8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9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0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1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2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3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4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5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6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7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8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9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0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1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2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3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4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5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6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7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8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9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0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1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2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3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4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5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6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7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8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9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0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1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2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3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4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5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6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7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8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9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0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1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2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3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4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5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6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7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8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9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0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1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2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3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4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5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6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7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8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9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0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1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2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3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27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선"/>
          <p:cNvGrpSpPr/>
          <p:nvPr/>
        </p:nvGrpSpPr>
        <p:grpSpPr bwMode="invGray">
          <a:xfrm>
            <a:off x="0" y="838200"/>
            <a:ext cx="12091989" cy="76200"/>
            <a:chOff x="1522413" y="1514475"/>
            <a:chExt cx="10569575" cy="64008"/>
          </a:xfrm>
        </p:grpSpPr>
        <p:sp>
          <p:nvSpPr>
            <p:cNvPr id="168" name="자유형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3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4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5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6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7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8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9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40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41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9412" y="990600"/>
            <a:ext cx="11506200" cy="5638800"/>
          </a:xfrm>
        </p:spPr>
        <p:txBody>
          <a:bodyPr/>
          <a:lstStyle>
            <a:lvl1pPr>
              <a:lnSpc>
                <a:spcPts val="3500"/>
              </a:lnSpc>
              <a:defRPr>
                <a:solidFill>
                  <a:schemeClr val="bg2"/>
                </a:solidFill>
                <a:latin typeface="+mn-ea"/>
                <a:ea typeface="+mn-ea"/>
              </a:defRPr>
            </a:lvl1pPr>
            <a:lvl2pPr marL="5486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2pPr>
            <a:lvl3pPr marL="7772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3pPr>
            <a:lvl4pPr marL="10058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4pPr>
            <a:lvl5pPr marL="12344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5pPr>
            <a:lvl6pPr marL="1463040" latinLnBrk="1">
              <a:defRPr lang="ko-KR" baseline="0"/>
            </a:lvl6pPr>
            <a:lvl7pPr marL="1691640" latinLnBrk="1">
              <a:defRPr lang="ko-KR" baseline="0"/>
            </a:lvl7pPr>
            <a:lvl8pPr marL="1920240" latinLnBrk="1">
              <a:defRPr lang="ko-KR" baseline="0"/>
            </a:lvl8pPr>
            <a:lvl9pPr marL="2148840" latinLnBrk="1">
              <a:defRPr lang="ko-KR" baseline="0"/>
            </a:lvl9pPr>
          </a:lstStyle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80" name="슬라이드 번호 개체 틀 5">
            <a:extLst>
              <a:ext uri="{FF2B5EF4-FFF2-40B4-BE49-F238E27FC236}">
                <a16:creationId xmlns:a16="http://schemas.microsoft.com/office/drawing/2014/main" id="{353D4587-5C9D-440D-9D69-976C0CCB9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2612" y="6629400"/>
            <a:ext cx="1143002" cy="200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B104993-4F86-41F0-8C49-340431F7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선"/>
          <p:cNvGrpSpPr/>
          <p:nvPr/>
        </p:nvGrpSpPr>
        <p:grpSpPr bwMode="invGray">
          <a:xfrm>
            <a:off x="899095" y="3429000"/>
            <a:ext cx="10070592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7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8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9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0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1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2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3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4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5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6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8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9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1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2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3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4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5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6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7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8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1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3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4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5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6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7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8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9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0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1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2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3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4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5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6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7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8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9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0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1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2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3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4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5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6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7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8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9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0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2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3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4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5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6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7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8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9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0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1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2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3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4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5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6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7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8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9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0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1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2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3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4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5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6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7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9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0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1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2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3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7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0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2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3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4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5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6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7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8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9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0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1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2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3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4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5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6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7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8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9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0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1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2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3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4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5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6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7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8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6612" y="1828800"/>
            <a:ext cx="10668000" cy="16002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latinLnBrk="1">
              <a:defRPr lang="ko-KR" sz="4400" b="0" cap="none" baseline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  <p:grpSp>
        <p:nvGrpSpPr>
          <p:cNvPr id="254" name="선"/>
          <p:cNvGrpSpPr/>
          <p:nvPr userDrawn="1"/>
        </p:nvGrpSpPr>
        <p:grpSpPr bwMode="invGray">
          <a:xfrm>
            <a:off x="912812" y="1752600"/>
            <a:ext cx="10070592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5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0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1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2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3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4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5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6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7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8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9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0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1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2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3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4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5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6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7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8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9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0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1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2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3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4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5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7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8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9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1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2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3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4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5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6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7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8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9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0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1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2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3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4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5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6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7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8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9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0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1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2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3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4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5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6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7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8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9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0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1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2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3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4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5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7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8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9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0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1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2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3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4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5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6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7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8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9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0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1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2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3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4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5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6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7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8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9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0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1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2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3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4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5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6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7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8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9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0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1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2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3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4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5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6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7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8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9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0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1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2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3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4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5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6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7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8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9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0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1" name="텍스트 개체 틀 2">
            <a:extLst>
              <a:ext uri="{FF2B5EF4-FFF2-40B4-BE49-F238E27FC236}">
                <a16:creationId xmlns:a16="http://schemas.microsoft.com/office/drawing/2014/main" id="{1A384519-6CDD-4D79-9E97-DDB84556A8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3505200"/>
            <a:ext cx="10696332" cy="2564575"/>
          </a:xfrm>
        </p:spPr>
        <p:txBody>
          <a:bodyPr anchor="t">
            <a:normAutofit/>
          </a:bodyPr>
          <a:lstStyle>
            <a:lvl1pPr marL="457200" indent="-457200" latinLnBrk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ko-KR"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742950" indent="-285750" latinLnBrk="1">
              <a:buFont typeface="Arial" panose="020B0604020202020204" pitchFamily="34" charset="0"/>
              <a:buChar char="•"/>
              <a:defRPr lang="ko-KR" sz="1800">
                <a:solidFill>
                  <a:schemeClr val="bg1"/>
                </a:solidFill>
              </a:defRPr>
            </a:lvl2pPr>
            <a:lvl3pPr marL="914400" indent="0" latinLnBrk="1">
              <a:buNone/>
              <a:defRPr lang="ko-K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latinLnBrk="1"/>
            <a:r>
              <a:rPr lang="ko-KR" dirty="0"/>
              <a:t>마스터 텍스트 스타일을 편집합니다</a:t>
            </a:r>
            <a:endParaRPr lang="ko-KR" altLang="en-US" dirty="0"/>
          </a:p>
          <a:p>
            <a:pPr lvl="1" latinLnBrk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선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자유형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0" name="자유형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1" name="자유형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2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3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5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7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 baseline="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선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자유형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2" name="자유형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3" name="자유형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5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7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3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4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/>
          <a:lstStyle>
            <a:lvl1pPr latinLnBrk="1">
              <a:defRPr lang="ko-KR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 latinLnBrk="1">
              <a:spcBef>
                <a:spcPts val="0"/>
              </a:spcBef>
              <a:buNone/>
              <a:defRPr lang="ko-KR" sz="2400" b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 baseline="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 latinLnBrk="1">
              <a:spcBef>
                <a:spcPts val="0"/>
              </a:spcBef>
              <a:buNone/>
              <a:defRPr lang="ko-KR" sz="2400" b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marL="1956816"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/>
            </a:lvl7pPr>
            <a:lvl8pPr marL="1956816" latinLnBrk="1">
              <a:defRPr lang="ko-KR" sz="1600"/>
            </a:lvl8pPr>
            <a:lvl9pPr marL="1956816" latinLnBrk="1">
              <a:defRPr lang="ko-KR" sz="16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프레임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그룹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그룹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자유형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5" name="자유형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6" name="자유형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7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8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9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0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1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2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3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4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5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6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7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8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9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0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1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2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3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4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5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6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7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8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9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0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1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2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3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4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5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6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7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8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9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0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1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2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3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4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5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6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7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8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9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0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1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2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3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4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5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6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7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8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9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0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1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2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3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4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5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6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7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8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9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0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1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2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3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4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5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6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7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69" name="그룹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자유형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1" name="자유형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2" name="자유형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3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4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5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6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7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8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9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0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1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2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3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4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5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6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7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8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9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0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1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2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3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4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5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6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7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8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9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0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1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2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3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4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5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6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7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8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9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0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1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2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3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4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5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6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7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8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9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0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1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2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3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4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5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6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7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8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9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0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1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2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3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4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5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6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7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8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9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0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1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2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3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617" name="그룹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그룹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자유형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5" name="자유형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6" name="자유형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7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8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9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0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1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2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3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4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5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6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7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8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9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0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1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2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3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4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5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6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7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8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9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0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1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2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3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4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5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6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7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8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9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0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1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2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3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4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5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6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7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8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9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0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1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2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3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4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5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6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7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8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9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0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1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2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3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4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5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6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7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8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9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0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1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2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3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4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5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6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7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19" name="그룹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자유형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1" name="자유형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2" name="자유형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3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4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5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6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7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8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9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0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1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2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3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4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5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6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7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8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9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0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1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2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3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4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5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6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7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8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9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0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1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2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3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4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5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6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7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8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9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0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1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2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3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4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5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6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7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8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9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0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1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2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3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4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5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6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7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8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9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0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1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2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3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4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5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6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7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8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9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0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1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2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3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anchor="b">
            <a:noAutofit/>
          </a:bodyPr>
          <a:lstStyle>
            <a:lvl1pPr algn="l" latinLnBrk="1">
              <a:defRPr lang="ko-KR" sz="3200" b="0"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 latinLnBrk="1">
              <a:defRPr lang="ko-KR" sz="2400">
                <a:latin typeface="+mn-ea"/>
                <a:ea typeface="+mn-ea"/>
              </a:defRPr>
            </a:lvl1pPr>
            <a:lvl2pPr latinLnBrk="1">
              <a:defRPr lang="ko-KR" sz="2000">
                <a:latin typeface="+mn-ea"/>
                <a:ea typeface="+mn-ea"/>
              </a:defRPr>
            </a:lvl2pPr>
            <a:lvl3pPr latinLnBrk="1">
              <a:defRPr lang="ko-KR" sz="1800">
                <a:latin typeface="+mn-ea"/>
                <a:ea typeface="+mn-ea"/>
              </a:defRPr>
            </a:lvl3pPr>
            <a:lvl4pPr latinLnBrk="1">
              <a:defRPr lang="ko-KR" sz="1600">
                <a:latin typeface="+mn-ea"/>
                <a:ea typeface="+mn-ea"/>
              </a:defRPr>
            </a:lvl4pPr>
            <a:lvl5pPr latinLnBrk="1">
              <a:defRPr lang="ko-KR" sz="1600">
                <a:latin typeface="+mn-ea"/>
                <a:ea typeface="+mn-ea"/>
              </a:defRPr>
            </a:lvl5pPr>
            <a:lvl6pPr latinLnBrk="1">
              <a:defRPr lang="ko-KR" sz="1600"/>
            </a:lvl6pPr>
            <a:lvl7pPr latinLnBrk="1">
              <a:defRPr lang="ko-KR" sz="1600" baseline="0"/>
            </a:lvl7pPr>
            <a:lvl8pPr latinLnBrk="1">
              <a:defRPr lang="ko-KR" sz="1600" baseline="0"/>
            </a:lvl8pPr>
            <a:lvl9pPr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 latinLnBrk="1">
              <a:spcBef>
                <a:spcPts val="1200"/>
              </a:spcBef>
              <a:buNone/>
              <a:defRPr lang="ko-KR" sz="1600">
                <a:latin typeface="+mn-ea"/>
                <a:ea typeface="+mn-ea"/>
              </a:defRPr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프레임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그룹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그룹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자유형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4" name="자유형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5" name="자유형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6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7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8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9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0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1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2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3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4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5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6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7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8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9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0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1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2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3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4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5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6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7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8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9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0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1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2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3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4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5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6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7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8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9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0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1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2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3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4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5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6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7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8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9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0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1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2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3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4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5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6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7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8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9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0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1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2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3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4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5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6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7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8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9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0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1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2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3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4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5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6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68" name="그룹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자유형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0" name="자유형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1" name="자유형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2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3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4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5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6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7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8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9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0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1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2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3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4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5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6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7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8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9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0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1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2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3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4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5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6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7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8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9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0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1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2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3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4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5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6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7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8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9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0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1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2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3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4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5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6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7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8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9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0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1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2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3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4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5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6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7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8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9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0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1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2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3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4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5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6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7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8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9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0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1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2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616" name="그룹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그룹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자유형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4" name="자유형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5" name="자유형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6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7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8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9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0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1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2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3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4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5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6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7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8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9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0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1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2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3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4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5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6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7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8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9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0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1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2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3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4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5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6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7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8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9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0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1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2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3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4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5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6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7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8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9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0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1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2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3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4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5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6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7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8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9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0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1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2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3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4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5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6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7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8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9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0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1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2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3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4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5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6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18" name="그룹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자유형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0" name="자유형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1" name="자유형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2" name="자유형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3" name="자유형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4" name="자유형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5" name="자유형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6" name="자유형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7" name="자유형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8" name="자유형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9" name="자유형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0" name="자유형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1" name="자유형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2" name="자유형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3" name="자유형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4" name="자유형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5" name="자유형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6" name="자유형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7" name="자유형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8" name="자유형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9" name="자유형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0" name="자유형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1" name="자유형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2" name="자유형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3" name="자유형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4" name="자유형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5" name="자유형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6" name="자유형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7" name="자유형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8" name="자유형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9" name="자유형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0" name="자유형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1" name="자유형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2" name="자유형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3" name="자유형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4" name="자유형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5" name="자유형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6" name="자유형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7" name="자유형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8" name="자유형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9" name="자유형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0" name="자유형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1" name="자유형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2" name="자유형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3" name="자유형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4" name="자유형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5" name="자유형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6" name="자유형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7" name="자유형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8" name="자유형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9" name="자유형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0" name="자유형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1" name="자유형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2" name="자유형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3" name="자유형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4" name="자유형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5" name="자유형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6" name="자유형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7" name="자유형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8" name="자유형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9" name="자유형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0" name="자유형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1" name="자유형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2" name="자유형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3" name="자유형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4" name="자유형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5" name="자유형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6" name="자유형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7" name="자유형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8" name="자유형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9" name="자유형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0" name="자유형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1" name="자유형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2" name="자유형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anchor="b">
            <a:noAutofit/>
          </a:bodyPr>
          <a:lstStyle>
            <a:lvl1pPr algn="l" latinLnBrk="1">
              <a:defRPr lang="ko-KR" sz="3200" b="0"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 latinLnBrk="1">
              <a:buNone/>
              <a:defRPr lang="ko-KR" sz="2400">
                <a:latin typeface="+mn-ea"/>
                <a:ea typeface="+mn-ea"/>
              </a:defRPr>
            </a:lvl1pPr>
            <a:lvl2pPr marL="457200" indent="0" latinLnBrk="1">
              <a:buNone/>
              <a:defRPr lang="ko-KR" sz="2800"/>
            </a:lvl2pPr>
            <a:lvl3pPr marL="914400" indent="0" latinLnBrk="1">
              <a:buNone/>
              <a:defRPr lang="ko-KR" sz="2400"/>
            </a:lvl3pPr>
            <a:lvl4pPr marL="1371600" indent="0" latinLnBrk="1">
              <a:buNone/>
              <a:defRPr lang="ko-KR" sz="2000"/>
            </a:lvl4pPr>
            <a:lvl5pPr marL="1828800" indent="0" latinLnBrk="1">
              <a:buNone/>
              <a:defRPr lang="ko-KR" sz="2000"/>
            </a:lvl5pPr>
            <a:lvl6pPr marL="2286000" indent="0" latinLnBrk="1">
              <a:buNone/>
              <a:defRPr lang="ko-KR" sz="2000"/>
            </a:lvl6pPr>
            <a:lvl7pPr marL="2743200" indent="0" latinLnBrk="1">
              <a:buNone/>
              <a:defRPr lang="ko-KR" sz="2000"/>
            </a:lvl7pPr>
            <a:lvl8pPr marL="3200400" indent="0" latinLnBrk="1">
              <a:buNone/>
              <a:defRPr lang="ko-KR" sz="2000"/>
            </a:lvl8pPr>
            <a:lvl9pPr marL="3657600" indent="0" latinLnBrk="1">
              <a:buNone/>
              <a:defRPr lang="ko-KR" sz="2000"/>
            </a:lvl9pPr>
          </a:lstStyle>
          <a:p>
            <a:r>
              <a:rPr lang="ko-KR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05959" y="1681785"/>
            <a:ext cx="2743200" cy="4473163"/>
          </a:xfrm>
        </p:spPr>
        <p:txBody>
          <a:bodyPr anchor="b">
            <a:normAutofit/>
          </a:bodyPr>
          <a:lstStyle>
            <a:lvl1pPr marL="0" indent="0" latinLnBrk="1">
              <a:spcBef>
                <a:spcPts val="1200"/>
              </a:spcBef>
              <a:buNone/>
              <a:defRPr lang="ko-KR" sz="1600">
                <a:latin typeface="+mn-ea"/>
                <a:ea typeface="+mn-ea"/>
              </a:defRPr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79412" y="152400"/>
            <a:ext cx="11658600" cy="609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79412" y="1143000"/>
            <a:ext cx="115824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818810" y="6597649"/>
            <a:ext cx="1143002" cy="18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A279B-B8B3-4DD3-9EAC-B1E234C20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6412" y="6581774"/>
            <a:ext cx="6324599" cy="20002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50E42C3-7D72-4115-B32D-B61F3C81E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412" y="6553200"/>
            <a:ext cx="1243859" cy="260351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4/12/2022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72" r:id="rId4"/>
    <p:sldLayoutId id="2147483664" r:id="rId5"/>
    <p:sldLayoutId id="2147483665" r:id="rId6"/>
    <p:sldLayoutId id="2147483668" r:id="rId7"/>
    <p:sldLayoutId id="214748366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sz="3200" b="1" kern="1200" baseline="0">
          <a:solidFill>
            <a:schemeClr val="bg2"/>
          </a:solidFill>
          <a:latin typeface="+mn-ea"/>
          <a:ea typeface="+mn-ea"/>
          <a:cs typeface="+mj-cs"/>
        </a:defRPr>
      </a:lvl1pPr>
    </p:titleStyle>
    <p:bodyStyle>
      <a:lvl1pPr marL="274320" indent="-274320" algn="l" defTabSz="914400" rtl="0" eaLnBrk="1" latinLnBrk="1" hangingPunct="1">
        <a:lnSpc>
          <a:spcPct val="100000"/>
        </a:lnSpc>
        <a:spcBef>
          <a:spcPts val="1800"/>
        </a:spcBef>
        <a:buSzPct val="100000"/>
        <a:buFont typeface="Arial" pitchFamily="34" charset="0"/>
        <a:buChar char="▪"/>
        <a:defRPr lang="ko-KR" sz="2400" kern="1200" baseline="0">
          <a:solidFill>
            <a:schemeClr val="bg2"/>
          </a:solidFill>
          <a:latin typeface="+mn-ea"/>
          <a:ea typeface="+mn-ea"/>
          <a:cs typeface="+mn-cs"/>
        </a:defRPr>
      </a:lvl1pPr>
      <a:lvl2pPr marL="576072" indent="-27432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Consolas" pitchFamily="49" charset="0"/>
        <a:buChar char="–"/>
        <a:defRPr lang="ko-KR" sz="2000" kern="1200" baseline="0">
          <a:solidFill>
            <a:schemeClr val="bg2"/>
          </a:solidFill>
          <a:latin typeface="+mn-ea"/>
          <a:ea typeface="+mn-ea"/>
          <a:cs typeface="+mn-cs"/>
        </a:defRPr>
      </a:lvl2pPr>
      <a:lvl3pPr marL="8046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Arial" pitchFamily="34" charset="0"/>
        <a:buChar char="▪"/>
        <a:defRPr lang="ko-KR" sz="1800" kern="1200" baseline="0">
          <a:solidFill>
            <a:schemeClr val="bg2"/>
          </a:solidFill>
          <a:latin typeface="+mn-ea"/>
          <a:ea typeface="+mn-ea"/>
          <a:cs typeface="+mn-cs"/>
        </a:defRPr>
      </a:lvl3pPr>
      <a:lvl4pPr marL="10332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 baseline="0">
          <a:solidFill>
            <a:schemeClr val="bg2"/>
          </a:solidFill>
          <a:latin typeface="+mn-ea"/>
          <a:ea typeface="+mn-ea"/>
          <a:cs typeface="+mn-cs"/>
        </a:defRPr>
      </a:lvl4pPr>
      <a:lvl5pPr marL="12618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 baseline="0">
          <a:solidFill>
            <a:schemeClr val="bg2"/>
          </a:solidFill>
          <a:latin typeface="+mn-ea"/>
          <a:ea typeface="+mn-ea"/>
          <a:cs typeface="+mn-cs"/>
        </a:defRPr>
      </a:lvl5pPr>
      <a:lvl6pPr marL="14904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microsoft.com/ko-KR/cpp/windows/latest-supported-vc-redist?view=msvc-170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 dirty="0"/>
              <a:t> 설치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3917F41-CF53-4483-B3B9-F4540C8E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990600"/>
            <a:ext cx="4495800" cy="1295400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www.mysql.com</a:t>
            </a:r>
            <a:endParaRPr lang="en-US" altLang="ko-KR" dirty="0"/>
          </a:p>
          <a:p>
            <a:r>
              <a:rPr lang="en-US" altLang="ko-KR" dirty="0"/>
              <a:t>Download tab </a:t>
            </a:r>
            <a:r>
              <a:rPr lang="ko-KR" altLang="en-US" dirty="0"/>
              <a:t>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20ADAF-1F65-42C2-9169-8287EF61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다운로드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EEDEEF-7163-481E-B1DE-191E387C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2" y="2286001"/>
            <a:ext cx="4238659" cy="2590800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275D9A85-193C-4194-97EF-8C1F361CE079}"/>
              </a:ext>
            </a:extLst>
          </p:cNvPr>
          <p:cNvSpPr txBox="1">
            <a:spLocks/>
          </p:cNvSpPr>
          <p:nvPr/>
        </p:nvSpPr>
        <p:spPr>
          <a:xfrm>
            <a:off x="5789612" y="1066800"/>
            <a:ext cx="62484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1" hangingPunct="1">
              <a:lnSpc>
                <a:spcPts val="35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ko-KR" sz="24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1pPr>
            <a:lvl2pPr marL="548640" indent="-27432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20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2pPr>
            <a:lvl3pPr marL="7772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8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3pPr>
            <a:lvl4pPr marL="10058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4pPr>
            <a:lvl5pPr marL="12344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5pPr>
            <a:lvl6pPr marL="14630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하단의 </a:t>
            </a:r>
            <a:r>
              <a:rPr lang="en-US" altLang="ko-KR" sz="2000" dirty="0"/>
              <a:t>“MySQL Community(GPL) Download </a:t>
            </a:r>
            <a:r>
              <a:rPr lang="ko-KR" altLang="en-US" sz="2000" dirty="0"/>
              <a:t>클릭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MySQL Installer for Windows </a:t>
            </a:r>
            <a:r>
              <a:rPr lang="ko-KR" altLang="en-US" sz="2000" dirty="0"/>
              <a:t>클릭</a:t>
            </a:r>
            <a:endParaRPr lang="en-US" altLang="ko-KR" sz="2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2A8BCB-84D7-4B37-9DBB-2CB8F2A95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780" y="1600200"/>
            <a:ext cx="4238660" cy="23494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80BE5EA-3CCD-4989-ACD4-7A5953119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200" y="4380784"/>
            <a:ext cx="4238660" cy="241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2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A03163D-11C4-43C6-9930-46532F2A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990600"/>
            <a:ext cx="5914397" cy="56388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Windows(X86,</a:t>
            </a:r>
            <a:r>
              <a:rPr lang="ko-KR" altLang="en-US" sz="2000" dirty="0"/>
              <a:t> </a:t>
            </a:r>
            <a:r>
              <a:rPr lang="en-US" altLang="ko-KR" sz="2000" dirty="0"/>
              <a:t>32-bit), MSI Installer </a:t>
            </a:r>
            <a:r>
              <a:rPr lang="ko-KR" altLang="en-US" sz="2000" dirty="0"/>
              <a:t>다운로드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EE198DC-9464-4F83-A131-6E775F38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다운로드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B6E58C-402F-40B2-9A49-8F178C7AB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643916"/>
            <a:ext cx="5914397" cy="3570167"/>
          </a:xfrm>
          <a:prstGeom prst="rect">
            <a:avLst/>
          </a:prstGeom>
        </p:spPr>
      </p:pic>
      <p:sp>
        <p:nvSpPr>
          <p:cNvPr id="9" name="내용 개체 틀 1">
            <a:extLst>
              <a:ext uri="{FF2B5EF4-FFF2-40B4-BE49-F238E27FC236}">
                <a16:creationId xmlns:a16="http://schemas.microsoft.com/office/drawing/2014/main" id="{49906447-710F-4146-A037-657256E9B074}"/>
              </a:ext>
            </a:extLst>
          </p:cNvPr>
          <p:cNvSpPr txBox="1">
            <a:spLocks/>
          </p:cNvSpPr>
          <p:nvPr/>
        </p:nvSpPr>
        <p:spPr>
          <a:xfrm>
            <a:off x="6704012" y="990600"/>
            <a:ext cx="51816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1" hangingPunct="1">
              <a:lnSpc>
                <a:spcPts val="35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ko-KR" sz="24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1pPr>
            <a:lvl2pPr marL="548640" indent="-27432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20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2pPr>
            <a:lvl3pPr marL="7772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8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3pPr>
            <a:lvl4pPr marL="10058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4pPr>
            <a:lvl5pPr marL="1234440" indent="-228600" algn="l" defTabSz="914400" rtl="0" eaLnBrk="1" latinLnBrk="1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bg2"/>
                </a:solidFill>
                <a:latin typeface="+mn-ea"/>
                <a:ea typeface="+mn-ea"/>
                <a:cs typeface="+mn-cs"/>
              </a:defRPr>
            </a:lvl5pPr>
            <a:lvl6pPr marL="14630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lang="ko-KR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/>
              <a:t>로그인 요청 페이지에서 </a:t>
            </a:r>
            <a:r>
              <a:rPr lang="en-US" altLang="ko-KR" sz="2000"/>
              <a:t>No thanks, just start my dowoload </a:t>
            </a:r>
            <a:r>
              <a:rPr lang="ko-KR" altLang="en-US" sz="2000"/>
              <a:t>클릭</a:t>
            </a:r>
            <a:endParaRPr lang="ko-KR" altLang="en-US" sz="2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5278EC2-808A-4C57-8DC4-69A64EBA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1967413"/>
            <a:ext cx="5426140" cy="44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3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0302721-D813-4E30-83F1-9B303490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Visual C++ Redistributable</a:t>
            </a:r>
            <a:r>
              <a:rPr lang="ko-KR" altLang="en-US" dirty="0"/>
              <a:t> 설치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https://docs.microsoft.com/ko-KR/cpp/windows/latest-supported-vc-redist?view=msvc-170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23481C1-4F1C-47E3-A914-30C0BF7D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F323CC-33D6-4E82-94AF-A5A495707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2" y="2683899"/>
            <a:ext cx="84677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AC18942-504D-466D-8CE3-771F7840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0C8FFA-7BA7-4038-A09F-671FBD501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CD4457-4BF8-435D-B036-8F9F92657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1010265"/>
            <a:ext cx="4325997" cy="3276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7E2800-C443-4FDC-8BCD-4586B121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449" y="990601"/>
            <a:ext cx="4422963" cy="33183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87C303-E36C-4CA5-B4C0-60028EC4FBBA}"/>
              </a:ext>
            </a:extLst>
          </p:cNvPr>
          <p:cNvSpPr txBox="1"/>
          <p:nvPr/>
        </p:nvSpPr>
        <p:spPr>
          <a:xfrm>
            <a:off x="5862449" y="4419600"/>
            <a:ext cx="22949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2000" dirty="0">
                <a:solidFill>
                  <a:schemeClr val="bg1"/>
                </a:solidFill>
              </a:rPr>
              <a:t>Visual Studio </a:t>
            </a:r>
            <a:r>
              <a:rPr lang="ko-KR" altLang="en-US" sz="2000" dirty="0">
                <a:solidFill>
                  <a:schemeClr val="bg1"/>
                </a:solidFill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291612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칠판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halkboard_16x9">
    <a:dk1>
      <a:sysClr val="windowText" lastClr="000000"/>
    </a:dk1>
    <a:lt1>
      <a:sysClr val="window" lastClr="FFFFFF"/>
    </a:lt1>
    <a:dk2>
      <a:srgbClr val="333333"/>
    </a:dk2>
    <a:lt2>
      <a:srgbClr val="B2B2B2"/>
    </a:lt2>
    <a:accent1>
      <a:srgbClr val="57BCE5"/>
    </a:accent1>
    <a:accent2>
      <a:srgbClr val="F4D968"/>
    </a:accent2>
    <a:accent3>
      <a:srgbClr val="AEBD57"/>
    </a:accent3>
    <a:accent4>
      <a:srgbClr val="DF9041"/>
    </a:accent4>
    <a:accent5>
      <a:srgbClr val="E35F5F"/>
    </a:accent5>
    <a:accent6>
      <a:srgbClr val="828BCE"/>
    </a:accent6>
    <a:hlink>
      <a:srgbClr val="57BCE5"/>
    </a:hlink>
    <a:folHlink>
      <a:srgbClr val="96969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문서_라이브러리_양식</Display>
  <Edit>문서_라이브러리_양식</Edit>
  <New>문서_라이브러리_양식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이 값은 저장 또는 수정 횟수를 나타냅니다. 수정할 때마다 응용 프로그램에서 이 값을 업데이트합니다.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CC889-B55A-4246-8D72-AEC912BCD2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F4CB80-51E5-47C8-B45D-3834AA25DD5F}">
  <ds:schemaRefs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5DBF61-A50A-4EA0-945F-5445B1740A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Words>76</Words>
  <Application>Microsoft Office PowerPoint</Application>
  <PresentationFormat>사용자 지정</PresentationFormat>
  <Paragraphs>18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Consolas</vt:lpstr>
      <vt:lpstr>Corbel</vt:lpstr>
      <vt:lpstr>칠판 16x9</vt:lpstr>
      <vt:lpstr>MySQL 설치</vt:lpstr>
      <vt:lpstr>다운로드</vt:lpstr>
      <vt:lpstr>다운로드</vt:lpstr>
      <vt:lpstr>설치</vt:lpstr>
      <vt:lpstr>설치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 레이아웃</dc:title>
  <dc:creator>Summer</dc:creator>
  <cp:lastModifiedBy>김보현</cp:lastModifiedBy>
  <cp:revision>239</cp:revision>
  <dcterms:created xsi:type="dcterms:W3CDTF">2013-04-05T19:59:21Z</dcterms:created>
  <dcterms:modified xsi:type="dcterms:W3CDTF">2022-04-12T02:18:38Z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